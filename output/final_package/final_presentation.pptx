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8e86ee131f24799" /><Relationship Type="http://schemas.openxmlformats.org/officeDocument/2006/relationships/extended-properties" Target="/docProps/app.xml" Id="R12d7b3d45fb3420e" /><Relationship Type="http://schemas.openxmlformats.org/officeDocument/2006/relationships/officeDocument" Target="/ppt/presentation.xml" Id="R2134f86eb8cf4b88" /></Relationships>
</file>

<file path=ppt/presentation.xml><?xml version="1.0" encoding="utf-8"?>
<p:presentation xmlns:p="http://schemas.openxmlformats.org/presentationml/2006/main">
  <p:sldMasterIdLst>
    <p:sldMasterId xmlns:r="http://schemas.openxmlformats.org/officeDocument/2006/relationships" id="2147483648" r:id="R2bfd0677829e4f08"/>
  </p:sldMasterIdLst>
  <p:notesMasterIdLst>
    <p:notesMasterId xmlns:r="http://schemas.openxmlformats.org/officeDocument/2006/relationships" r:id="R8fcf98e20c1f43e0"/>
  </p:notesMasterIdLst>
  <p:sldIdLst>
    <p:sldId xmlns:r="http://schemas.openxmlformats.org/officeDocument/2006/relationships" id="256" r:id="R9dea196a36024227"/>
    <p:sldId xmlns:r="http://schemas.openxmlformats.org/officeDocument/2006/relationships" id="257" r:id="R39c067cd93184add"/>
    <p:sldId xmlns:r="http://schemas.openxmlformats.org/officeDocument/2006/relationships" id="258" r:id="R51e6f0c6b50649be"/>
    <p:sldId xmlns:r="http://schemas.openxmlformats.org/officeDocument/2006/relationships" id="259" r:id="R5d496ed130e040f9"/>
    <p:sldId xmlns:r="http://schemas.openxmlformats.org/officeDocument/2006/relationships" id="260" r:id="R4a6256d8784a4fd1"/>
    <p:sldId xmlns:r="http://schemas.openxmlformats.org/officeDocument/2006/relationships" id="261" r:id="R7405295ada00409b"/>
    <p:sldId xmlns:r="http://schemas.openxmlformats.org/officeDocument/2006/relationships" id="262" r:id="R45c2ec553cf04f2e"/>
    <p:sldId xmlns:r="http://schemas.openxmlformats.org/officeDocument/2006/relationships" id="263" r:id="Rb78ab1402faf4b16"/>
    <p:sldId xmlns:r="http://schemas.openxmlformats.org/officeDocument/2006/relationships" id="264" r:id="Rfdfa320bf658468d"/>
    <p:sldId xmlns:r="http://schemas.openxmlformats.org/officeDocument/2006/relationships" id="265" r:id="Rf17540aca0024dbf"/>
    <p:sldId xmlns:r="http://schemas.openxmlformats.org/officeDocument/2006/relationships" id="266" r:id="Rb24a72eac28940e9"/>
    <p:sldId xmlns:r="http://schemas.openxmlformats.org/officeDocument/2006/relationships" id="267" r:id="Rb7378da4f95f4640"/>
    <p:sldId xmlns:r="http://schemas.openxmlformats.org/officeDocument/2006/relationships" id="268" r:id="Rd6c96c7cb47e4548"/>
    <p:sldId xmlns:r="http://schemas.openxmlformats.org/officeDocument/2006/relationships" id="269" r:id="R9221983095554c0a"/>
    <p:sldId xmlns:r="http://schemas.openxmlformats.org/officeDocument/2006/relationships" id="270" r:id="R00d260d9167441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336521f59943fb" /><Relationship Type="http://schemas.openxmlformats.org/officeDocument/2006/relationships/slideMaster" Target="/ppt/slideMasters/slideMaster1.xml" Id="R2bfd0677829e4f08" /><Relationship Type="http://schemas.openxmlformats.org/officeDocument/2006/relationships/notesMaster" Target="/ppt/notesMasters/notesMaster1.xml" Id="R8fcf98e20c1f43e0" /><Relationship Type="http://schemas.openxmlformats.org/officeDocument/2006/relationships/presProps" Target="/ppt/presProps.xml" Id="R5c04461db0624a0a" /><Relationship Type="http://schemas.openxmlformats.org/officeDocument/2006/relationships/tableStyles" Target="/ppt/tableStyles.xml" Id="R1b7e4725872f4a6d" /><Relationship Type="http://schemas.openxmlformats.org/officeDocument/2006/relationships/slide" Target="/ppt/slides/slide1.xml" Id="R9dea196a36024227" /><Relationship Type="http://schemas.openxmlformats.org/officeDocument/2006/relationships/slide" Target="/ppt/slides/slide2.xml" Id="R39c067cd93184add" /><Relationship Type="http://schemas.openxmlformats.org/officeDocument/2006/relationships/slide" Target="/ppt/slides/slide3.xml" Id="R51e6f0c6b50649be" /><Relationship Type="http://schemas.openxmlformats.org/officeDocument/2006/relationships/slide" Target="/ppt/slides/slide4.xml" Id="R5d496ed130e040f9" /><Relationship Type="http://schemas.openxmlformats.org/officeDocument/2006/relationships/slide" Target="/ppt/slides/slide5.xml" Id="R4a6256d8784a4fd1" /><Relationship Type="http://schemas.openxmlformats.org/officeDocument/2006/relationships/slide" Target="/ppt/slides/slide6.xml" Id="R7405295ada00409b" /><Relationship Type="http://schemas.openxmlformats.org/officeDocument/2006/relationships/slide" Target="/ppt/slides/slide7.xml" Id="R45c2ec553cf04f2e" /><Relationship Type="http://schemas.openxmlformats.org/officeDocument/2006/relationships/slide" Target="/ppt/slides/slide8.xml" Id="Rb78ab1402faf4b16" /><Relationship Type="http://schemas.openxmlformats.org/officeDocument/2006/relationships/slide" Target="/ppt/slides/slide9.xml" Id="Rfdfa320bf658468d" /><Relationship Type="http://schemas.openxmlformats.org/officeDocument/2006/relationships/slide" Target="/ppt/slides/slide10.xml" Id="Rf17540aca0024dbf" /><Relationship Type="http://schemas.openxmlformats.org/officeDocument/2006/relationships/slide" Target="/ppt/slides/slide11.xml" Id="Rb24a72eac28940e9" /><Relationship Type="http://schemas.openxmlformats.org/officeDocument/2006/relationships/slide" Target="/ppt/slides/slide12.xml" Id="Rb7378da4f95f4640" /><Relationship Type="http://schemas.openxmlformats.org/officeDocument/2006/relationships/slide" Target="/ppt/slides/slide13.xml" Id="Rd6c96c7cb47e4548" /><Relationship Type="http://schemas.openxmlformats.org/officeDocument/2006/relationships/slide" Target="/ppt/slides/slide14.xml" Id="R9221983095554c0a" /><Relationship Type="http://schemas.openxmlformats.org/officeDocument/2006/relationships/slide" Target="/ppt/slides/slide15.xml" Id="R00d260d9167441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4bd9ca63d946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f84b52abd14baf" /><Relationship Type="http://schemas.openxmlformats.org/officeDocument/2006/relationships/notesMaster" Target="/ppt/notesMasters/notesMaster1.xml" Id="R6b84ef3583cd48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33b7ac35924e8e" /><Relationship Type="http://schemas.openxmlformats.org/officeDocument/2006/relationships/notesMaster" Target="/ppt/notesMasters/notesMaster1.xml" Id="R658d1983689046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f9e2be69ee4d54" /><Relationship Type="http://schemas.openxmlformats.org/officeDocument/2006/relationships/notesMaster" Target="/ppt/notesMasters/notesMaster1.xml" Id="R11261cbcfee142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d9e754ab344f2e" /><Relationship Type="http://schemas.openxmlformats.org/officeDocument/2006/relationships/notesMaster" Target="/ppt/notesMasters/notesMaster1.xml" Id="R967f6e748c354d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cfa642a4e846e7" /><Relationship Type="http://schemas.openxmlformats.org/officeDocument/2006/relationships/notesMaster" Target="/ppt/notesMasters/notesMaster1.xml" Id="R527cac7cc5e240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ee3e9859cf48a4" /><Relationship Type="http://schemas.openxmlformats.org/officeDocument/2006/relationships/notesMaster" Target="/ppt/notesMasters/notesMaster1.xml" Id="Re15d27a1c2e648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0650f28d2b4759" /><Relationship Type="http://schemas.openxmlformats.org/officeDocument/2006/relationships/notesMaster" Target="/ppt/notesMasters/notesMaster1.xml" Id="R68f90efeb0b048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27528cbe664cab" /><Relationship Type="http://schemas.openxmlformats.org/officeDocument/2006/relationships/notesMaster" Target="/ppt/notesMasters/notesMaster1.xml" Id="Rc62fa68b72a742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ea7e3ba47b40a3" /><Relationship Type="http://schemas.openxmlformats.org/officeDocument/2006/relationships/notesMaster" Target="/ppt/notesMasters/notesMaster1.xml" Id="R5ad2347fddf644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08cf0670964125" /><Relationship Type="http://schemas.openxmlformats.org/officeDocument/2006/relationships/notesMaster" Target="/ppt/notesMasters/notesMaster1.xml" Id="R19f395492a9841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d6cbdd5a67467b" /><Relationship Type="http://schemas.openxmlformats.org/officeDocument/2006/relationships/notesMaster" Target="/ppt/notesMasters/notesMaster1.xml" Id="Rb3a7790ceaad40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a4cc0b54df423a" /><Relationship Type="http://schemas.openxmlformats.org/officeDocument/2006/relationships/notesMaster" Target="/ppt/notesMasters/notesMaster1.xml" Id="Rdd8f0f2dc3b046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494c1364df48ab" /><Relationship Type="http://schemas.openxmlformats.org/officeDocument/2006/relationships/notesMaster" Target="/ppt/notesMasters/notesMaster1.xml" Id="R5def85f2586e4c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b63c6157194fd1" /><Relationship Type="http://schemas.openxmlformats.org/officeDocument/2006/relationships/notesMaster" Target="/ppt/notesMasters/notesMaster1.xml" Id="R2371516c13e44a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e9a9ac776664811" /><Relationship Type="http://schemas.openxmlformats.org/officeDocument/2006/relationships/notesMaster" Target="/ppt/notesMasters/notesMaster1.xml" Id="R76cfd33b67c349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20 seconds.</a:t>
            </a:r>
          </a:p>
          <a:p xmlns:a="http://schemas.openxmlformats.org/drawingml/2006/main">
            <a:r>
              <a:t/>
            </a:r>
          </a:p>
          <a:p xmlns:a="http://schemas.openxmlformats.org/drawingml/2006/main">
            <a:r>
              <a:t>This is the completed study of how long a small learning program takes to succeed on new questions. We repeated the experiment, measured the variation and tested whether one long attempt or several fresh starts makes better use of a fixed training budget. The results include uncertainty and limitations.</a:t>
            </a:r>
          </a:p>
          <a:p xmlns:a="http://schemas.openxmlformats.org/drawingml/2006/main">
            <a:r>
              <a:t/>
            </a:r>
          </a:p>
          <a:p xmlns:a="http://schemas.openxmlformats.org/drawingml/2006/main">
            <a:r>
              <a:t>Sources:</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A neural network is a learning program that adjusts numbers inside it. Think of practising maths questions and then trying questions with different numbers. Memorization means doing well on the practice examples. Generalization means doing well on questions excluded from practice. Grokking is the delayed improvement on new questions after the practice answers are already good. The student example is an analogy for the measured pattern. Our objectives are to measure how much that delay varies, compare training settings and ask whether a limited budget is better spent on one attempt or several fresh starts. A budget here is a number of learning steps. Existing research established grokking and restart theory; our contribution is this controlled experimental comparison.</a:t>
            </a:r>
          </a:p>
          <a:p xmlns:a="http://schemas.openxmlformats.org/drawingml/2006/main">
            <a:r>
              <a:t/>
            </a:r>
          </a:p>
          <a:p xmlns:a="http://schemas.openxmlformats.org/drawingml/2006/main">
            <a:r>
              <a:t>Sources:</a:t>
            </a:r>
          </a:p>
          <a:p xmlns:a="http://schemas.openxmlformats.org/drawingml/2006/main">
            <a:r>
              <a:t>[1] Power et al. (2022). Grokking: Generalization Beyond Overfitting on Small Algorithmic Datasets. https://arxiv.org/abs/2201.02177</a:t>
            </a:r>
          </a:p>
          <a:p xmlns:a="http://schemas.openxmlformats.org/drawingml/2006/main">
            <a:r>
              <a:t>[2] Truong et al. (2026), preprint. First-Passage Prediction of Grokking Delay: A Calibrated Law under AdamW with Causal Validation. https://arxiv.org/abs/2605.18845</a:t>
            </a:r>
          </a:p>
          <a:p xmlns:a="http://schemas.openxmlformats.org/drawingml/2006/main">
            <a:r>
              <a:t>[3] Streeter, Golovin and Smith (2007). Restart Schedules for Ensembles of Problem Instances. https://www.cs.cmu.edu/~dgolovin/papers/aaai07b.pdf</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The task is modular addition: add two numbers and keep the remainder after division by 31. For example, 30 plus 4 leaves remainder 3. All 961 number pairs are generated by Python. We compare practice sets containing 40 percent or 60 percent of the pairs, and three weight-decay settings. Weight decay gently shrinks the model's adjustable numbers. The remaining pairs are reserved for checking new-question accuracy. The split seed fixes the way pairs are divided; an initialization seed chooses repeatable starting weights. Twenty starting seeds in each of six settings give 120 main attempts. The same small transformer, a type of neural network, is used throughout. Python and PyTorch train it; R calculates the statistics. Nine setup runs select the reference setting and are excluded from main-study inference.</a:t>
            </a:r>
          </a:p>
          <a:p xmlns:a="http://schemas.openxmlformats.org/drawingml/2006/main">
            <a:r>
              <a:t/>
            </a:r>
          </a:p>
          <a:p xmlns:a="http://schemas.openxmlformats.org/drawingml/2006/main">
            <a:r>
              <a:t>Sources:</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An update is one learning step using the full practice set. Every 25 updates we check the percentage of correct practice and new answers. Success requires at least 99 percent practice accuracy and 95 percent new-question accuracy at three checks in a row. T is the update at the third check. It varies between starting seeds, so it is a random variable. Every main attempt continues to the cap C of 30000. If success has not happened, its eventual T remains unknown. For average comparisons we define U as the smaller of T and C. That is a capped outcome, not a claim that an unfinished attempt learned at the cap. A completed training run and an observed generalization event are different things. Three checks measure first confirmation; later performance may fall.</a:t>
            </a:r>
          </a:p>
          <a:p xmlns:a="http://schemas.openxmlformats.org/drawingml/2006/main">
            <a:r>
              <a:t/>
            </a:r>
          </a:p>
          <a:p xmlns:a="http://schemas.openxmlformats.org/drawingml/2006/main">
            <a:r>
              <a:t>Sources:</a:t>
            </a:r>
          </a:p>
          <a:p xmlns:a="http://schemas.openxmlformats.org/drawingml/2006/main">
            <a:r>
              <a:t>[4] BAMAT207 supplied official syllabus, version 1. Probability and Statistics: theory and embedded lab. sources/</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blue curve is the percentage of practice answers that are correct. The grey curve is the percentage of new answers that are correct. Practice performance improves first, while new-question success comes later. In this representative reference run, practice success is confirmed at 225 updates and generalization at 4375. The complete trace continues to 30000 updates; the early window makes the delay easier to see. Across all 120 main runs, 83 confirm generalization within the cap and 37 remain unfinished. Of the 83 events, 81 meet our predefined delayed-learning criterion and two are rapid learning. This operational label measures delay and does not establish a particular internal learning mechanism.</a:t>
            </a:r>
          </a:p>
          <a:p xmlns:a="http://schemas.openxmlformats.org/drawingml/2006/main">
            <a:r>
              <a:t/>
            </a:r>
          </a:p>
          <a:p xmlns:a="http://schemas.openxmlformats.org/drawingml/2006/main">
            <a:r>
              <a:t>Sources:</a:t>
            </a:r>
          </a:p>
          <a:p xmlns:a="http://schemas.openxmlformats.org/drawingml/2006/main">
            <a:r>
              <a:t>[1] Power et al. (2022). Grokking: Generalization Beyond Overfitting on Small Algorithmic Datasets. https://arxiv.org/abs/2201.02177</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Each setting contains twenty independent starts. The bars show average capped time U, which retains unfinished attempts at the limit. The table also shows the number of observed generalization events. At 40 percent practice data and decay 0.3, none of twenty attempts succeeds within the cap. Its mean U is therefore 30000, but the true eventual learning times are unknown. At 60 percent data and decay 3, all twenty succeed and the mean capped time is 1430 updates. These results show that both the amount of practice data and the training control matter in this fixed task. They do not prove a universally best setting for every network. The reference remains 60 percent data and decay 1, chosen through separate pilot runs.</a:t>
            </a:r>
          </a:p>
          <a:p xmlns:a="http://schemas.openxmlformats.org/drawingml/2006/main">
            <a:r>
              <a:t/>
            </a:r>
          </a:p>
          <a:p xmlns:a="http://schemas.openxmlformats.org/drawingml/2006/main">
            <a:r>
              <a:t>Sources:</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reference, or baseline, setting has twenty observed events. The mean waiting time is 5481.25 updates, the median is 4025 and the sample standard deviation is about 5548. The median is the middle of the sorted values; standard deviation measures spread around the average. The histogram shows a long right tail, so an average alone hides some of the variability. All twenty succeed by the cap, but that is a sample result. The exact 95 percent interval for the population success probability is 83.2 to 100 percent. A bootstrap, which repeatedly resamples these twenty observations, gives an approximate 95 percent interval of 3596 to 8224 for mean U. Neither interval makes a guarantee about the next attempt.</a:t>
            </a:r>
          </a:p>
          <a:p xmlns:a="http://schemas.openxmlformats.org/drawingml/2006/main">
            <a:r>
              <a:t/>
            </a:r>
          </a:p>
          <a:p xmlns:a="http://schemas.openxmlformats.org/drawingml/2006/main">
            <a:r>
              <a:t>Sources:</a:t>
            </a:r>
          </a:p>
          <a:p xmlns:a="http://schemas.openxmlformats.org/drawingml/2006/main">
            <a:r>
              <a:t>[4] BAMAT207 supplied official syllabus, version 1. Probability and Statistics: theory and embedded lab. sources/</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A probability distribution is a mathematical description of how waiting times are spread. We compare three candidate families: Exponential, Gamma and Weibull. They are fitted to the selected reference setting, which has twenty observed events and zero unfinished runs. The method can include an unfinished run through its probability of exceeding the cap, but this particular baseline fit has no such observations. Evaluations happen every 25 updates and three-check confirmation adds a 50-update lag, so the likelihood accounts for that recording grid. AIC compares fit while accounting for the number of model parameters. Gamma has the smallest AIC, about 253.96, among these three candidates. Twenty observations and a small AIC difference do not establish a true universal timing law.</a:t>
            </a:r>
          </a:p>
          <a:p xmlns:a="http://schemas.openxmlformats.org/drawingml/2006/main">
            <a:r>
              <a:t/>
            </a:r>
          </a:p>
          <a:p xmlns:a="http://schemas.openxmlformats.org/drawingml/2006/main">
            <a:r>
              <a:t>Sources:</a:t>
            </a:r>
          </a:p>
          <a:p xmlns:a="http://schemas.openxmlformats.org/drawingml/2006/main">
            <a:r>
              <a:t>[2] Truong et al. (2026), preprint. First-Passage Prediction of Grokking Delay: A Calibrated Law under AdamW with Causal Validation. https://arxiv.org/abs/2605.18845</a:t>
            </a:r>
          </a:p>
          <a:p xmlns:a="http://schemas.openxmlformats.org/drawingml/2006/main">
            <a:r>
              <a:t>[4] BAMAT207 supplied official syllabus, version 1. Probability and Statistics: theory and embedded lab. sources/</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syllabus methods answer different questions. One-way ANOVA compares the three decay groups at 60 percent data. Two-factor ANOVA compares data fraction, decay and their interaction across all six settings. Interaction asks whether the effect of one control changes with the other. The fraction and decay comparisons have small p-values; the interaction is not clearly supported in this dataset. Multiple regression describes capped time using both fraction and log decay. Its R-squared is 0.630, describing the proportion of sample variation explained by that fitted model, not prediction accuracy on new experiments. Residuals, the observed times minus model predictions, fail a bell-shape diagnostic. Permutation checks shuffle suitable data under the null assumption, but they also require exchangeability. These are exploratory comparisons with assumptions and uncertainty.</a:t>
            </a:r>
          </a:p>
          <a:p xmlns:a="http://schemas.openxmlformats.org/drawingml/2006/main">
            <a:r>
              <a:t/>
            </a:r>
          </a:p>
          <a:p xmlns:a="http://schemas.openxmlformats.org/drawingml/2006/main">
            <a:r>
              <a:t>Sources:</a:t>
            </a:r>
          </a:p>
          <a:p xmlns:a="http://schemas.openxmlformats.org/drawingml/2006/main">
            <a:r>
              <a:t>[4] BAMAT207 supplied official syllabus, version 1. Probability and Statistics: theory and embedded lab. sources/</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A restart begins training again with fresh starting weights. Let B be the total update budget and k the number of attempts. Each receives B divided by k updates. F of a time limit is the chance that one attempt succeeds by that limit. The chance that all independent attempts fail is the product of their individual failure chances. Subtract from one to get the chance that at least one succeeds. These predictions use the twenty main baseline runs, not the fresh validation runs. At B equal to 30000, predicted success is 100 percent, 99.8 percent and 99.9 percent for one, two and four attempts. The curves also show that behaviour depends on the total budget. Predictions at smaller budgets have not received fresh-seed validation.</a:t>
            </a:r>
          </a:p>
          <a:p xmlns:a="http://schemas.openxmlformats.org/drawingml/2006/main">
            <a:r>
              <a:t/>
            </a:r>
          </a:p>
          <a:p xmlns:a="http://schemas.openxmlformats.org/drawingml/2006/main">
            <a:r>
              <a:t>Sources:</a:t>
            </a:r>
          </a:p>
          <a:p xmlns:a="http://schemas.openxmlformats.org/drawingml/2006/main">
            <a:r>
              <a:t>[3] Streeter, Golovin and Smith (2007). Restart Schedules for Ensembles of Problem Instances. https://www.cs.cmu.edu/~dgolovin/papers/aaai07b.pdf</a:t>
            </a:r>
          </a:p>
          <a:p xmlns:a="http://schemas.openxmlformats.org/drawingml/2006/main">
            <a:r>
              <a:t>[4] BAMAT207 supplied official syllabus, version 1. Probability and Statistics: theory and embedded lab. sources/</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We then use new seeds that are separate from both pilot and main-study seeds. Ten independent budget attempts are performed for each policy. One, two and four training runs per attempt produce seventy constituent runs across thirty budget attempts. Every attempt receives exactly 30000 logical updates in total. All three policies succeed in all ten attempts. Each exact 95 percent interval is 69.2 to 100 percent, reflecting the small validation sample. This generous budget does not identify a clear winner and does not establish equivalence. We do not force a policy comparison test onto a table where every outcome is identical. Runtime is descriptive: concurrent CPU work and checkpoint recovery prevent a controlled wall-clock speed comparison. Equal logical update budgets do not imply equal total physical recovery cost.</a:t>
            </a:r>
          </a:p>
          <a:p xmlns:a="http://schemas.openxmlformats.org/drawingml/2006/main">
            <a:r>
              <a:t/>
            </a:r>
          </a:p>
          <a:p xmlns:a="http://schemas.openxmlformats.org/drawingml/2006/main">
            <a:r>
              <a:t>Sources:</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study demonstrates measurable variation in learning time between random starts and substantial differences across the measured settings. It also gives a transparent budget comparison with a valid inconclusive policy result at the chosen cap. All 199 experimental training runs are retained: nine pilot, 120 main and seventy validation constituents. Among the 83 generalized main runs, 62 later drop below 95 percent new-question accuracy, so first confirmation is not permanent success. The evidence is conditional on one fixed split, a small architecture and a CPU environment. Future research can test smaller budgets, repeat different practice/test splits and measure success that stays high. Those extensions are separate from completing the current protocol. The reports, raw traces, analysis code and reproduction commands are available in the repository.</a:t>
            </a:r>
          </a:p>
          <a:p xmlns:a="http://schemas.openxmlformats.org/drawingml/2006/main">
            <a:r>
              <a:t/>
            </a:r>
          </a:p>
          <a:p xmlns:a="http://schemas.openxmlformats.org/drawingml/2006/main">
            <a:r>
              <a:t>Sources:</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20 seconds.</a:t>
            </a:r>
          </a:p>
          <a:p xmlns:a="http://schemas.openxmlformats.org/drawingml/2006/main">
            <a:r>
              <a:t/>
            </a:r>
          </a:p>
          <a:p xmlns:a="http://schemas.openxmlformats.org/drawingml/2006/main">
            <a:r>
              <a:t>The literature credits the grokking phenomenon, related timing prediction and established restart research. The project's proposed contribution is its controlled empirical budget comparison, with original recorded training data and syllabus-based statistics. No worldwide-first claim is established. The full references and limitations are in the final report.</a:t>
            </a:r>
          </a:p>
          <a:p xmlns:a="http://schemas.openxmlformats.org/drawingml/2006/main">
            <a:r>
              <a:t/>
            </a:r>
          </a:p>
          <a:p xmlns:a="http://schemas.openxmlformats.org/drawingml/2006/main">
            <a:r>
              <a:t>Sources:</a:t>
            </a:r>
          </a:p>
          <a:p xmlns:a="http://schemas.openxmlformats.org/drawingml/2006/main">
            <a:r>
              <a:t>[1] Power et al. (2022). Grokking: Generalization Beyond Overfitting on Small Algorithmic Datasets. https://arxiv.org/abs/2201.02177</a:t>
            </a:r>
          </a:p>
          <a:p xmlns:a="http://schemas.openxmlformats.org/drawingml/2006/main">
            <a:r>
              <a:t>[2] Truong et al. (2026), preprint. First-Passage Prediction of Grokking Delay: A Calibrated Law under AdamW with Causal Validation. https://arxiv.org/abs/2605.18845</a:t>
            </a:r>
          </a:p>
          <a:p xmlns:a="http://schemas.openxmlformats.org/drawingml/2006/main">
            <a:r>
              <a:t>[3] Streeter, Golovin and Smith (2007). Restart Schedules for Ensembles of Problem Instances. https://www.cs.cmu.edu/~dgolovin/papers/aaai07b.pdf</a:t>
            </a:r>
          </a:p>
          <a:p xmlns:a="http://schemas.openxmlformats.org/drawingml/2006/main">
            <a:r>
              <a:t>[4] BAMAT207 supplied official syllabus, version 1. Probability and Statistics: theory and embedded lab. sources/</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appendix; outside main timing.</a:t>
            </a:r>
          </a:p>
          <a:p xmlns:a="http://schemas.openxmlformats.org/drawingml/2006/main">
            <a:r>
              <a:t/>
            </a:r>
          </a:p>
          <a:p xmlns:a="http://schemas.openxmlformats.org/drawingml/2006/main">
            <a:r>
              <a:t>Seed means a repeatable random starting point. Update means one adjustment of the model's weights. Generalization means good performance on questions excluded from practice. Censoring means that the time lies beyond the observation limit; it is not a failed software run. In a hypothetical example, two independent attempts each have a 60 percent success chance, so both fail with chance 0.4 times 0.4, or 0.16. At least one succeeds with chance 0.84. To choose between that policy and one longer run, we also need the longer run's probability. This example is for explanation and is not a measured result.</a:t>
            </a:r>
          </a:p>
          <a:p xmlns:a="http://schemas.openxmlformats.org/drawingml/2006/main">
            <a:r>
              <a:t/>
            </a:r>
          </a:p>
          <a:p xmlns:a="http://schemas.openxmlformats.org/drawingml/2006/main">
            <a:r>
              <a:t>Sources:</a:t>
            </a:r>
          </a:p>
          <a:p xmlns:a="http://schemas.openxmlformats.org/drawingml/2006/main">
            <a:r>
              <a:t>[3] Streeter, Golovin and Smith (2007). Restart Schedules for Ensembles of Problem Instances. https://www.cs.cmu.edu/~dgolovin/papers/aaai07b.pdf</a:t>
            </a:r>
          </a:p>
          <a:p xmlns:a="http://schemas.openxmlformats.org/drawingml/2006/main">
            <a:r>
              <a:t>[4] BAMAT207 supplied official syllabus, version 1. Probability and Statistics: theory and embedded lab.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appendix; outside main timing.</a:t>
            </a:r>
          </a:p>
          <a:p xmlns:a="http://schemas.openxmlformats.org/drawingml/2006/main">
            <a:r>
              <a:t/>
            </a:r>
          </a:p>
          <a:p xmlns:a="http://schemas.openxmlformats.org/drawingml/2006/main">
            <a:r>
              <a:t>At 60 percent data, Pearson correlation between log decay and U is -0.715 and Spearman rank correlation is -0.866. One-way ANOVA p is about 3.69 times ten to the minus ten. For the two-factor analysis, fraction p is about 5.65 times ten to the minus 23, decay p about 7.09 times ten to the minus twelve, and interaction p 0.289. Residual-permutation sensitivity p values are 0.000999, 0.000999 and 0.308. The residual Shapiro-Wilk p is 0.000199, so the ordinary model assumptions are doubtful. Permutation requires exchangeable errors and does not cure unequal variances. Regression R-squared is 0.630; the fitted 40-to-60-percent difference is about minus 15986 updates, holding log decay fixed. It describes capped time U, not unrestricted T. Hypothesis tests and confidence intervals do not establish causality or universal optimality. An official institutional plagiarism score remains pending; the local phrase screen has a narrower scope.</a:t>
            </a:r>
          </a:p>
          <a:p xmlns:a="http://schemas.openxmlformats.org/drawingml/2006/main">
            <a:r>
              <a:t/>
            </a:r>
          </a:p>
          <a:p xmlns:a="http://schemas.openxmlformats.org/drawingml/2006/main">
            <a:r>
              <a:t>Sources:</a:t>
            </a:r>
          </a:p>
          <a:p xmlns:a="http://schemas.openxmlformats.org/drawingml/2006/main">
            <a:r>
              <a:t>[4] BAMAT207 supplied official syllabus, version 1. Probability and Statistics: theory and embedded lab. sources/</a:t>
            </a:r>
          </a:p>
          <a:p xmlns:a="http://schemas.openxmlformats.org/drawingml/2006/main">
            <a:r>
              <a:t>[5] Project final-study evidence. 120 main runs, fresh-seed validation and base-R outputs. data/summary.csv; data/policies.csv; output/review2/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bd3ab2499342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dbff930776548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5194d0b7e443e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7b657c930e42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e8313d5ed142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f30406ec1c44a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F9E7B8-6562-4F08-8F27-E5DC1BFB560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3564C51-1A08-4CCD-9ED8-8A476B6A4EB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4D82A3B-20C1-4C1D-A264-71CE5A54750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26A93C-1C0F-4FFC-916E-D495C7E7A7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1DEB8C3-5817-4FE4-9AF7-FA316EDAB0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37CBB4-BD8B-451D-A9BF-90AB441EB4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80E9ED-F95B-4A07-94F2-37101607769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0BD0901-15DE-4E4D-ACC3-9B58807E98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3EAAEB-880E-406F-8C68-C1B83C29B3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0E89DC-B393-459D-9720-7E87B216C2E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5f5ffe38204843" /><Relationship Type="http://schemas.openxmlformats.org/officeDocument/2006/relationships/slideLayout" Target="/ppt/slideLayouts/slideLayout1.xml" Id="Rac33fef1eb6f482c" /><Relationship Type="http://schemas.openxmlformats.org/officeDocument/2006/relationships/slideLayout" Target="/ppt/slideLayouts/slideLayout2.xml" Id="Ra837bfbe45b14e14" /><Relationship Type="http://schemas.openxmlformats.org/officeDocument/2006/relationships/slideLayout" Target="/ppt/slideLayouts/slideLayout3.xml" Id="R1b925de61a6842f6" /><Relationship Type="http://schemas.openxmlformats.org/officeDocument/2006/relationships/slideLayout" Target="/ppt/slideLayouts/slideLayout4.xml" Id="Raa10b52f69534b0b" /><Relationship Type="http://schemas.openxmlformats.org/officeDocument/2006/relationships/slideLayout" Target="/ppt/slideLayouts/slideLayout5.xml" Id="R0ca1e179836d4570" /><Relationship Type="http://schemas.openxmlformats.org/officeDocument/2006/relationships/slideLayout" Target="/ppt/slideLayouts/slideLayout6.xml" Id="R09460dcc714445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33fef1eb6f482c"/>
    <p:sldLayoutId xmlns:r="http://schemas.openxmlformats.org/officeDocument/2006/relationships" id="2147483650" r:id="Ra837bfbe45b14e14"/>
    <p:sldLayoutId xmlns:r="http://schemas.openxmlformats.org/officeDocument/2006/relationships" id="2147483651" r:id="R1b925de61a6842f6"/>
    <p:sldLayoutId xmlns:r="http://schemas.openxmlformats.org/officeDocument/2006/relationships" id="2147483652" r:id="Raa10b52f69534b0b"/>
    <p:sldLayoutId xmlns:r="http://schemas.openxmlformats.org/officeDocument/2006/relationships" id="2147483653" r:id="R0ca1e179836d4570"/>
    <p:sldLayoutId xmlns:r="http://schemas.openxmlformats.org/officeDocument/2006/relationships" id="2147483654" r:id="R09460dcc714445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95d4a2d1c0145af" /><Relationship Type="http://schemas.openxmlformats.org/officeDocument/2006/relationships/notesSlide" Target="/ppt/notesSlides/notesSlide1.xml" Id="Rcd1a78aaf2a043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8606d6e64e40e9" /><Relationship Type="http://schemas.openxmlformats.org/officeDocument/2006/relationships/notesSlide" Target="/ppt/notesSlides/notesSlide2.xml" Id="R52d3a4ff96c746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baeefec9d444ae" /><Relationship Type="http://schemas.openxmlformats.org/officeDocument/2006/relationships/notesSlide" Target="/ppt/notesSlides/notesSlide3.xml" Id="R923e49c8599043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8f232bdde534625" /><Relationship Type="http://schemas.openxmlformats.org/officeDocument/2006/relationships/notesSlide" Target="/ppt/notesSlides/notesSlide4.xml" Id="Rc3b5cb715e0749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9a433d7e684acb" /><Relationship Type="http://schemas.openxmlformats.org/officeDocument/2006/relationships/chart" Target="/ppt/slides/charts/chart1.xml" Id="R82934f17dcb644bb" /><Relationship Type="http://schemas.openxmlformats.org/officeDocument/2006/relationships/notesSlide" Target="/ppt/notesSlides/notesSlide5.xml" Id="R0d934f7155034e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302b156fbe34828" /><Relationship Type="http://schemas.openxmlformats.org/officeDocument/2006/relationships/chart" Target="/ppt/slides/charts/chart2.xml" Id="R7b614fc43a3247ff" /><Relationship Type="http://schemas.openxmlformats.org/officeDocument/2006/relationships/notesSlide" Target="/ppt/notesSlides/notesSlide6.xml" Id="R927f72fc3a1e4c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71fa048ed24585" /><Relationship Type="http://schemas.openxmlformats.org/officeDocument/2006/relationships/chart" Target="/ppt/slides/charts/chart3.xml" Id="Rc3d54e5ef97443db" /><Relationship Type="http://schemas.openxmlformats.org/officeDocument/2006/relationships/notesSlide" Target="/ppt/notesSlides/notesSlide7.xml" Id="R5c0dd285e6644a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ea79981ee084721" /><Relationship Type="http://schemas.openxmlformats.org/officeDocument/2006/relationships/notesSlide" Target="/ppt/notesSlides/notesSlide8.xml" Id="Ra7f2cf47f89949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1c86a94fdc44f50" /><Relationship Type="http://schemas.openxmlformats.org/officeDocument/2006/relationships/notesSlide" Target="/ppt/notesSlides/notesSlide9.xml" Id="R7e53fd9448d340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23b71c1bca14edb" /><Relationship Type="http://schemas.openxmlformats.org/officeDocument/2006/relationships/chart" Target="/ppt/slides/charts/chart4.xml" Id="Rea5e1f7a3d1f4a4b" /><Relationship Type="http://schemas.openxmlformats.org/officeDocument/2006/relationships/notesSlide" Target="/ppt/notesSlides/notesSlide10.xml" Id="R7bf6d2693b4a4a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e04db1e3b4a4d6d" /><Relationship Type="http://schemas.openxmlformats.org/officeDocument/2006/relationships/notesSlide" Target="/ppt/notesSlides/notesSlide11.xml" Id="R0c48fbed72e245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c0db0c2b3024337" /><Relationship Type="http://schemas.openxmlformats.org/officeDocument/2006/relationships/notesSlide" Target="/ppt/notesSlides/notesSlide12.xml" Id="R1ae30079f68d4d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2b37e17d0b643f3" /><Relationship Type="http://schemas.openxmlformats.org/officeDocument/2006/relationships/notesSlide" Target="/ppt/notesSlides/notesSlide13.xml" Id="R9d4d3d446af044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83f389202034da3" /><Relationship Type="http://schemas.openxmlformats.org/officeDocument/2006/relationships/notesSlide" Target="/ppt/notesSlides/notesSlide14.xml" Id="R4eee05e640224a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2e9c20bfc9046bd" /><Relationship Type="http://schemas.openxmlformats.org/officeDocument/2006/relationships/notesSlide" Target="/ppt/notesSlides/notesSlide15.xml" Id="R390bb623f15d4ef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Representative run (seed 11113)</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scatterChart>
        <c:scatterStyle val="line"/>
        <c:varyColors val="0"/>
        <c:ser>
          <c:idx val="0"/>
          <c:order val="0"/>
          <c:tx>
            <c:v>Practice questions</c:v>
          </c:tx>
          <c:spPr>
            <a:ln xmlns:a="http://schemas.openxmlformats.org/drawingml/2006/main" w="28575">
              <a:solidFill>
                <a:srgbClr val="175F96"/>
              </a:solidFill>
            </a:ln>
          </c:spPr>
          <c:marker>
            <c:symbol val="none"/>
          </c:marker>
          <c:xVal>
            <c:numRef>
              <c:f>'Chart Data'!$A$2:$A$262</c:f>
              <c:numCache>
                <c:formatCode>General</c:formatCode>
                <c:ptCount val="26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pt idx="41">
                  <c:v>1025</c:v>
                </c:pt>
                <c:pt idx="42">
                  <c:v>1050</c:v>
                </c:pt>
                <c:pt idx="43">
                  <c:v>1075</c:v>
                </c:pt>
                <c:pt idx="44">
                  <c:v>1100</c:v>
                </c:pt>
                <c:pt idx="45">
                  <c:v>1125</c:v>
                </c:pt>
                <c:pt idx="46">
                  <c:v>1150</c:v>
                </c:pt>
                <c:pt idx="47">
                  <c:v>1175</c:v>
                </c:pt>
                <c:pt idx="48">
                  <c:v>1200</c:v>
                </c:pt>
                <c:pt idx="49">
                  <c:v>1225</c:v>
                </c:pt>
                <c:pt idx="50">
                  <c:v>1250</c:v>
                </c:pt>
                <c:pt idx="51">
                  <c:v>1275</c:v>
                </c:pt>
                <c:pt idx="52">
                  <c:v>1300</c:v>
                </c:pt>
                <c:pt idx="53">
                  <c:v>1325</c:v>
                </c:pt>
                <c:pt idx="54">
                  <c:v>1350</c:v>
                </c:pt>
                <c:pt idx="55">
                  <c:v>1375</c:v>
                </c:pt>
                <c:pt idx="56">
                  <c:v>1400</c:v>
                </c:pt>
                <c:pt idx="57">
                  <c:v>1425</c:v>
                </c:pt>
                <c:pt idx="58">
                  <c:v>1450</c:v>
                </c:pt>
                <c:pt idx="59">
                  <c:v>1475</c:v>
                </c:pt>
                <c:pt idx="60">
                  <c:v>1500</c:v>
                </c:pt>
                <c:pt idx="61">
                  <c:v>1525</c:v>
                </c:pt>
                <c:pt idx="62">
                  <c:v>1550</c:v>
                </c:pt>
                <c:pt idx="63">
                  <c:v>1575</c:v>
                </c:pt>
                <c:pt idx="64">
                  <c:v>1600</c:v>
                </c:pt>
                <c:pt idx="65">
                  <c:v>1625</c:v>
                </c:pt>
                <c:pt idx="66">
                  <c:v>1650</c:v>
                </c:pt>
                <c:pt idx="67">
                  <c:v>1675</c:v>
                </c:pt>
                <c:pt idx="68">
                  <c:v>1700</c:v>
                </c:pt>
                <c:pt idx="69">
                  <c:v>1725</c:v>
                </c:pt>
                <c:pt idx="70">
                  <c:v>1750</c:v>
                </c:pt>
                <c:pt idx="71">
                  <c:v>1775</c:v>
                </c:pt>
                <c:pt idx="72">
                  <c:v>1800</c:v>
                </c:pt>
                <c:pt idx="73">
                  <c:v>1825</c:v>
                </c:pt>
                <c:pt idx="74">
                  <c:v>1850</c:v>
                </c:pt>
                <c:pt idx="75">
                  <c:v>1875</c:v>
                </c:pt>
                <c:pt idx="76">
                  <c:v>1900</c:v>
                </c:pt>
                <c:pt idx="77">
                  <c:v>1925</c:v>
                </c:pt>
                <c:pt idx="78">
                  <c:v>1950</c:v>
                </c:pt>
                <c:pt idx="79">
                  <c:v>1975</c:v>
                </c:pt>
                <c:pt idx="80">
                  <c:v>2000</c:v>
                </c:pt>
                <c:pt idx="81">
                  <c:v>2025</c:v>
                </c:pt>
                <c:pt idx="82">
                  <c:v>2050</c:v>
                </c:pt>
                <c:pt idx="83">
                  <c:v>2075</c:v>
                </c:pt>
                <c:pt idx="84">
                  <c:v>2100</c:v>
                </c:pt>
                <c:pt idx="85">
                  <c:v>2125</c:v>
                </c:pt>
                <c:pt idx="86">
                  <c:v>2150</c:v>
                </c:pt>
                <c:pt idx="87">
                  <c:v>2175</c:v>
                </c:pt>
                <c:pt idx="88">
                  <c:v>2200</c:v>
                </c:pt>
                <c:pt idx="89">
                  <c:v>2225</c:v>
                </c:pt>
                <c:pt idx="90">
                  <c:v>2250</c:v>
                </c:pt>
                <c:pt idx="91">
                  <c:v>2275</c:v>
                </c:pt>
                <c:pt idx="92">
                  <c:v>2300</c:v>
                </c:pt>
                <c:pt idx="93">
                  <c:v>2325</c:v>
                </c:pt>
                <c:pt idx="94">
                  <c:v>2350</c:v>
                </c:pt>
                <c:pt idx="95">
                  <c:v>2375</c:v>
                </c:pt>
                <c:pt idx="96">
                  <c:v>2400</c:v>
                </c:pt>
                <c:pt idx="97">
                  <c:v>2425</c:v>
                </c:pt>
                <c:pt idx="98">
                  <c:v>2450</c:v>
                </c:pt>
                <c:pt idx="99">
                  <c:v>2475</c:v>
                </c:pt>
                <c:pt idx="100">
                  <c:v>2500</c:v>
                </c:pt>
                <c:pt idx="101">
                  <c:v>2525</c:v>
                </c:pt>
                <c:pt idx="102">
                  <c:v>2550</c:v>
                </c:pt>
                <c:pt idx="103">
                  <c:v>2575</c:v>
                </c:pt>
                <c:pt idx="104">
                  <c:v>2600</c:v>
                </c:pt>
                <c:pt idx="105">
                  <c:v>2625</c:v>
                </c:pt>
                <c:pt idx="106">
                  <c:v>2650</c:v>
                </c:pt>
                <c:pt idx="107">
                  <c:v>2675</c:v>
                </c:pt>
                <c:pt idx="108">
                  <c:v>2700</c:v>
                </c:pt>
                <c:pt idx="109">
                  <c:v>2725</c:v>
                </c:pt>
                <c:pt idx="110">
                  <c:v>2750</c:v>
                </c:pt>
                <c:pt idx="111">
                  <c:v>2775</c:v>
                </c:pt>
                <c:pt idx="112">
                  <c:v>2800</c:v>
                </c:pt>
                <c:pt idx="113">
                  <c:v>2825</c:v>
                </c:pt>
                <c:pt idx="114">
                  <c:v>2850</c:v>
                </c:pt>
                <c:pt idx="115">
                  <c:v>2875</c:v>
                </c:pt>
                <c:pt idx="116">
                  <c:v>2900</c:v>
                </c:pt>
                <c:pt idx="117">
                  <c:v>2925</c:v>
                </c:pt>
                <c:pt idx="118">
                  <c:v>2950</c:v>
                </c:pt>
                <c:pt idx="119">
                  <c:v>2975</c:v>
                </c:pt>
                <c:pt idx="120">
                  <c:v>3000</c:v>
                </c:pt>
                <c:pt idx="121">
                  <c:v>3025</c:v>
                </c:pt>
                <c:pt idx="122">
                  <c:v>3050</c:v>
                </c:pt>
                <c:pt idx="123">
                  <c:v>3075</c:v>
                </c:pt>
                <c:pt idx="124">
                  <c:v>3100</c:v>
                </c:pt>
                <c:pt idx="125">
                  <c:v>3125</c:v>
                </c:pt>
                <c:pt idx="126">
                  <c:v>3150</c:v>
                </c:pt>
                <c:pt idx="127">
                  <c:v>3175</c:v>
                </c:pt>
                <c:pt idx="128">
                  <c:v>3200</c:v>
                </c:pt>
                <c:pt idx="129">
                  <c:v>3225</c:v>
                </c:pt>
                <c:pt idx="130">
                  <c:v>3250</c:v>
                </c:pt>
                <c:pt idx="131">
                  <c:v>3275</c:v>
                </c:pt>
                <c:pt idx="132">
                  <c:v>3300</c:v>
                </c:pt>
                <c:pt idx="133">
                  <c:v>3325</c:v>
                </c:pt>
                <c:pt idx="134">
                  <c:v>3350</c:v>
                </c:pt>
                <c:pt idx="135">
                  <c:v>3375</c:v>
                </c:pt>
                <c:pt idx="136">
                  <c:v>3400</c:v>
                </c:pt>
                <c:pt idx="137">
                  <c:v>3425</c:v>
                </c:pt>
                <c:pt idx="138">
                  <c:v>3450</c:v>
                </c:pt>
                <c:pt idx="139">
                  <c:v>3475</c:v>
                </c:pt>
                <c:pt idx="140">
                  <c:v>3500</c:v>
                </c:pt>
                <c:pt idx="141">
                  <c:v>3525</c:v>
                </c:pt>
                <c:pt idx="142">
                  <c:v>3550</c:v>
                </c:pt>
                <c:pt idx="143">
                  <c:v>3575</c:v>
                </c:pt>
                <c:pt idx="144">
                  <c:v>3600</c:v>
                </c:pt>
                <c:pt idx="145">
                  <c:v>3625</c:v>
                </c:pt>
                <c:pt idx="146">
                  <c:v>3650</c:v>
                </c:pt>
                <c:pt idx="147">
                  <c:v>3675</c:v>
                </c:pt>
                <c:pt idx="148">
                  <c:v>3700</c:v>
                </c:pt>
                <c:pt idx="149">
                  <c:v>3725</c:v>
                </c:pt>
                <c:pt idx="150">
                  <c:v>3750</c:v>
                </c:pt>
                <c:pt idx="151">
                  <c:v>3775</c:v>
                </c:pt>
                <c:pt idx="152">
                  <c:v>3800</c:v>
                </c:pt>
                <c:pt idx="153">
                  <c:v>3825</c:v>
                </c:pt>
                <c:pt idx="154">
                  <c:v>3850</c:v>
                </c:pt>
                <c:pt idx="155">
                  <c:v>3875</c:v>
                </c:pt>
                <c:pt idx="156">
                  <c:v>3900</c:v>
                </c:pt>
                <c:pt idx="157">
                  <c:v>3925</c:v>
                </c:pt>
                <c:pt idx="158">
                  <c:v>3950</c:v>
                </c:pt>
                <c:pt idx="159">
                  <c:v>3975</c:v>
                </c:pt>
                <c:pt idx="160">
                  <c:v>4000</c:v>
                </c:pt>
                <c:pt idx="161">
                  <c:v>4025</c:v>
                </c:pt>
                <c:pt idx="162">
                  <c:v>4050</c:v>
                </c:pt>
                <c:pt idx="163">
                  <c:v>4075</c:v>
                </c:pt>
                <c:pt idx="164">
                  <c:v>4100</c:v>
                </c:pt>
                <c:pt idx="165">
                  <c:v>4125</c:v>
                </c:pt>
                <c:pt idx="166">
                  <c:v>4150</c:v>
                </c:pt>
                <c:pt idx="167">
                  <c:v>4175</c:v>
                </c:pt>
                <c:pt idx="168">
                  <c:v>4200</c:v>
                </c:pt>
                <c:pt idx="169">
                  <c:v>4225</c:v>
                </c:pt>
                <c:pt idx="170">
                  <c:v>4250</c:v>
                </c:pt>
                <c:pt idx="171">
                  <c:v>4275</c:v>
                </c:pt>
                <c:pt idx="172">
                  <c:v>4300</c:v>
                </c:pt>
                <c:pt idx="173">
                  <c:v>4325</c:v>
                </c:pt>
                <c:pt idx="174">
                  <c:v>4350</c:v>
                </c:pt>
                <c:pt idx="175">
                  <c:v>4375</c:v>
                </c:pt>
                <c:pt idx="176">
                  <c:v>4400</c:v>
                </c:pt>
                <c:pt idx="177">
                  <c:v>4425</c:v>
                </c:pt>
                <c:pt idx="178">
                  <c:v>4450</c:v>
                </c:pt>
                <c:pt idx="179">
                  <c:v>4475</c:v>
                </c:pt>
                <c:pt idx="180">
                  <c:v>4500</c:v>
                </c:pt>
                <c:pt idx="181">
                  <c:v>4525</c:v>
                </c:pt>
                <c:pt idx="182">
                  <c:v>4550</c:v>
                </c:pt>
                <c:pt idx="183">
                  <c:v>4575</c:v>
                </c:pt>
                <c:pt idx="184">
                  <c:v>4600</c:v>
                </c:pt>
                <c:pt idx="185">
                  <c:v>4625</c:v>
                </c:pt>
                <c:pt idx="186">
                  <c:v>4650</c:v>
                </c:pt>
                <c:pt idx="187">
                  <c:v>4675</c:v>
                </c:pt>
                <c:pt idx="188">
                  <c:v>4700</c:v>
                </c:pt>
                <c:pt idx="189">
                  <c:v>4725</c:v>
                </c:pt>
                <c:pt idx="190">
                  <c:v>4750</c:v>
                </c:pt>
                <c:pt idx="191">
                  <c:v>4775</c:v>
                </c:pt>
                <c:pt idx="192">
                  <c:v>4800</c:v>
                </c:pt>
                <c:pt idx="193">
                  <c:v>4825</c:v>
                </c:pt>
                <c:pt idx="194">
                  <c:v>4850</c:v>
                </c:pt>
                <c:pt idx="195">
                  <c:v>4875</c:v>
                </c:pt>
                <c:pt idx="196">
                  <c:v>4900</c:v>
                </c:pt>
                <c:pt idx="197">
                  <c:v>4925</c:v>
                </c:pt>
                <c:pt idx="198">
                  <c:v>4950</c:v>
                </c:pt>
                <c:pt idx="199">
                  <c:v>4975</c:v>
                </c:pt>
                <c:pt idx="200">
                  <c:v>5000</c:v>
                </c:pt>
                <c:pt idx="201">
                  <c:v>5025</c:v>
                </c:pt>
                <c:pt idx="202">
                  <c:v>5050</c:v>
                </c:pt>
                <c:pt idx="203">
                  <c:v>5075</c:v>
                </c:pt>
                <c:pt idx="204">
                  <c:v>5100</c:v>
                </c:pt>
                <c:pt idx="205">
                  <c:v>5125</c:v>
                </c:pt>
                <c:pt idx="206">
                  <c:v>5150</c:v>
                </c:pt>
                <c:pt idx="207">
                  <c:v>5175</c:v>
                </c:pt>
                <c:pt idx="208">
                  <c:v>5200</c:v>
                </c:pt>
                <c:pt idx="209">
                  <c:v>5225</c:v>
                </c:pt>
                <c:pt idx="210">
                  <c:v>5250</c:v>
                </c:pt>
                <c:pt idx="211">
                  <c:v>5275</c:v>
                </c:pt>
                <c:pt idx="212">
                  <c:v>5300</c:v>
                </c:pt>
                <c:pt idx="213">
                  <c:v>5325</c:v>
                </c:pt>
                <c:pt idx="214">
                  <c:v>5350</c:v>
                </c:pt>
                <c:pt idx="215">
                  <c:v>5375</c:v>
                </c:pt>
                <c:pt idx="216">
                  <c:v>5400</c:v>
                </c:pt>
                <c:pt idx="217">
                  <c:v>5425</c:v>
                </c:pt>
                <c:pt idx="218">
                  <c:v>5450</c:v>
                </c:pt>
                <c:pt idx="219">
                  <c:v>5475</c:v>
                </c:pt>
                <c:pt idx="220">
                  <c:v>5500</c:v>
                </c:pt>
                <c:pt idx="221">
                  <c:v>5525</c:v>
                </c:pt>
                <c:pt idx="222">
                  <c:v>5550</c:v>
                </c:pt>
                <c:pt idx="223">
                  <c:v>5575</c:v>
                </c:pt>
                <c:pt idx="224">
                  <c:v>5600</c:v>
                </c:pt>
                <c:pt idx="225">
                  <c:v>5625</c:v>
                </c:pt>
                <c:pt idx="226">
                  <c:v>5650</c:v>
                </c:pt>
                <c:pt idx="227">
                  <c:v>5675</c:v>
                </c:pt>
                <c:pt idx="228">
                  <c:v>5700</c:v>
                </c:pt>
                <c:pt idx="229">
                  <c:v>5725</c:v>
                </c:pt>
                <c:pt idx="230">
                  <c:v>5750</c:v>
                </c:pt>
                <c:pt idx="231">
                  <c:v>5775</c:v>
                </c:pt>
                <c:pt idx="232">
                  <c:v>5800</c:v>
                </c:pt>
                <c:pt idx="233">
                  <c:v>5825</c:v>
                </c:pt>
                <c:pt idx="234">
                  <c:v>5850</c:v>
                </c:pt>
                <c:pt idx="235">
                  <c:v>5875</c:v>
                </c:pt>
                <c:pt idx="236">
                  <c:v>5900</c:v>
                </c:pt>
                <c:pt idx="237">
                  <c:v>5925</c:v>
                </c:pt>
                <c:pt idx="238">
                  <c:v>5950</c:v>
                </c:pt>
                <c:pt idx="239">
                  <c:v>5975</c:v>
                </c:pt>
                <c:pt idx="240">
                  <c:v>6000</c:v>
                </c:pt>
                <c:pt idx="241">
                  <c:v>6025</c:v>
                </c:pt>
                <c:pt idx="242">
                  <c:v>6050</c:v>
                </c:pt>
                <c:pt idx="243">
                  <c:v>6075</c:v>
                </c:pt>
                <c:pt idx="244">
                  <c:v>6100</c:v>
                </c:pt>
                <c:pt idx="245">
                  <c:v>6125</c:v>
                </c:pt>
                <c:pt idx="246">
                  <c:v>6150</c:v>
                </c:pt>
                <c:pt idx="247">
                  <c:v>6175</c:v>
                </c:pt>
                <c:pt idx="248">
                  <c:v>6200</c:v>
                </c:pt>
                <c:pt idx="249">
                  <c:v>6225</c:v>
                </c:pt>
                <c:pt idx="250">
                  <c:v>6250</c:v>
                </c:pt>
                <c:pt idx="251">
                  <c:v>6275</c:v>
                </c:pt>
                <c:pt idx="252">
                  <c:v>6300</c:v>
                </c:pt>
                <c:pt idx="253">
                  <c:v>6325</c:v>
                </c:pt>
                <c:pt idx="254">
                  <c:v>6350</c:v>
                </c:pt>
                <c:pt idx="255">
                  <c:v>6375</c:v>
                </c:pt>
                <c:pt idx="256">
                  <c:v>6400</c:v>
                </c:pt>
                <c:pt idx="257">
                  <c:v>6425</c:v>
                </c:pt>
                <c:pt idx="258">
                  <c:v>6450</c:v>
                </c:pt>
                <c:pt idx="259">
                  <c:v>6475</c:v>
                </c:pt>
                <c:pt idx="260">
                  <c:v>6500</c:v>
                </c:pt>
              </c:numCache>
            </c:numRef>
          </c:xVal>
          <c:yVal>
            <c:numRef>
              <c:f>'Chart Data'!$B$2:$B$262</c:f>
              <c:numCache>
                <c:formatCode>0%</c:formatCode>
                <c:ptCount val="261"/>
                <c:pt idx="0">
                  <c:v>0.03125</c:v>
                </c:pt>
                <c:pt idx="1">
                  <c:v>0.22916667</c:v>
                </c:pt>
                <c:pt idx="2">
                  <c:v>0.68402779</c:v>
                </c:pt>
                <c:pt idx="3">
                  <c:v>0.95833331</c:v>
                </c:pt>
                <c:pt idx="4">
                  <c:v>0.9704861</c:v>
                </c:pt>
                <c:pt idx="5">
                  <c:v>0.9826389</c:v>
                </c:pt>
                <c:pt idx="6">
                  <c:v>0.9861111</c:v>
                </c:pt>
                <c:pt idx="7">
                  <c:v>0.99131942</c:v>
                </c:pt>
                <c:pt idx="8">
                  <c:v>0.99305558</c:v>
                </c:pt>
                <c:pt idx="9">
                  <c:v>0.9982639</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0.99652779</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0.82291669</c:v>
                </c:pt>
                <c:pt idx="190">
                  <c:v>1</c:v>
                </c:pt>
                <c:pt idx="191">
                  <c:v>1</c:v>
                </c:pt>
                <c:pt idx="192">
                  <c:v>1</c:v>
                </c:pt>
                <c:pt idx="193">
                  <c:v>1</c:v>
                </c:pt>
                <c:pt idx="194">
                  <c:v>1</c:v>
                </c:pt>
                <c:pt idx="195">
                  <c:v>1</c:v>
                </c:pt>
                <c:pt idx="196">
                  <c:v>1</c:v>
                </c:pt>
                <c:pt idx="197">
                  <c:v>1</c:v>
                </c:pt>
                <c:pt idx="198">
                  <c:v>1</c:v>
                </c:pt>
                <c:pt idx="199">
                  <c:v>1</c:v>
                </c:pt>
                <c:pt idx="200">
                  <c:v>1</c:v>
                </c:pt>
                <c:pt idx="201">
                  <c:v>1</c:v>
                </c:pt>
                <c:pt idx="202">
                  <c:v>1</c:v>
                </c:pt>
                <c:pt idx="203">
                  <c:v>1</c:v>
                </c:pt>
                <c:pt idx="204">
                  <c:v>1</c:v>
                </c:pt>
                <c:pt idx="205">
                  <c:v>1</c:v>
                </c:pt>
                <c:pt idx="206">
                  <c:v>1</c:v>
                </c:pt>
                <c:pt idx="207">
                  <c:v>1</c:v>
                </c:pt>
                <c:pt idx="208">
                  <c:v>1</c:v>
                </c:pt>
                <c:pt idx="209">
                  <c:v>1</c:v>
                </c:pt>
                <c:pt idx="210">
                  <c:v>1</c:v>
                </c:pt>
                <c:pt idx="211">
                  <c:v>1</c:v>
                </c:pt>
                <c:pt idx="212">
                  <c:v>1</c:v>
                </c:pt>
                <c:pt idx="213">
                  <c:v>1</c:v>
                </c:pt>
                <c:pt idx="214">
                  <c:v>1</c:v>
                </c:pt>
                <c:pt idx="215">
                  <c:v>1</c:v>
                </c:pt>
                <c:pt idx="216">
                  <c:v>1</c:v>
                </c:pt>
                <c:pt idx="217">
                  <c:v>1</c:v>
                </c:pt>
                <c:pt idx="218">
                  <c:v>1</c:v>
                </c:pt>
                <c:pt idx="219">
                  <c:v>1</c:v>
                </c:pt>
                <c:pt idx="220">
                  <c:v>1</c:v>
                </c:pt>
                <c:pt idx="221">
                  <c:v>1</c:v>
                </c:pt>
                <c:pt idx="222">
                  <c:v>1</c:v>
                </c:pt>
                <c:pt idx="223">
                  <c:v>1</c:v>
                </c:pt>
                <c:pt idx="224">
                  <c:v>1</c:v>
                </c:pt>
                <c:pt idx="225">
                  <c:v>1</c:v>
                </c:pt>
                <c:pt idx="226">
                  <c:v>1</c:v>
                </c:pt>
                <c:pt idx="227">
                  <c:v>1</c:v>
                </c:pt>
                <c:pt idx="228">
                  <c:v>1</c:v>
                </c:pt>
                <c:pt idx="229">
                  <c:v>1</c:v>
                </c:pt>
                <c:pt idx="230">
                  <c:v>1</c:v>
                </c:pt>
                <c:pt idx="231">
                  <c:v>1</c:v>
                </c:pt>
                <c:pt idx="232">
                  <c:v>1</c:v>
                </c:pt>
                <c:pt idx="233">
                  <c:v>1</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1</c:v>
                </c:pt>
                <c:pt idx="248">
                  <c:v>1</c:v>
                </c:pt>
                <c:pt idx="249">
                  <c:v>1</c:v>
                </c:pt>
                <c:pt idx="250">
                  <c:v>1</c:v>
                </c:pt>
                <c:pt idx="251">
                  <c:v>1</c:v>
                </c:pt>
                <c:pt idx="252">
                  <c:v>1</c:v>
                </c:pt>
                <c:pt idx="253">
                  <c:v>1</c:v>
                </c:pt>
                <c:pt idx="254">
                  <c:v>1</c:v>
                </c:pt>
                <c:pt idx="255">
                  <c:v>1</c:v>
                </c:pt>
                <c:pt idx="256">
                  <c:v>1</c:v>
                </c:pt>
                <c:pt idx="257">
                  <c:v>1</c:v>
                </c:pt>
                <c:pt idx="258">
                  <c:v>1</c:v>
                </c:pt>
                <c:pt idx="259">
                  <c:v>1</c:v>
                </c:pt>
                <c:pt idx="260">
                  <c:v>1</c:v>
                </c:pt>
              </c:numCache>
            </c:numRef>
          </c:yVal>
        </c:ser>
        <c:ser>
          <c:idx val="1"/>
          <c:order val="1"/>
          <c:tx>
            <c:v>New questions</c:v>
          </c:tx>
          <c:spPr>
            <a:ln xmlns:a="http://schemas.openxmlformats.org/drawingml/2006/main" w="28575">
              <a:solidFill>
                <a:srgbClr val="A97924"/>
              </a:solidFill>
            </a:ln>
          </c:spPr>
          <c:marker>
            <c:symbol val="none"/>
          </c:marker>
          <c:xVal>
            <c:numRef>
              <c:f>'Chart Data'!$C$2:$C$262</c:f>
              <c:numCache>
                <c:formatCode>General</c:formatCode>
                <c:ptCount val="26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pt idx="41">
                  <c:v>1025</c:v>
                </c:pt>
                <c:pt idx="42">
                  <c:v>1050</c:v>
                </c:pt>
                <c:pt idx="43">
                  <c:v>1075</c:v>
                </c:pt>
                <c:pt idx="44">
                  <c:v>1100</c:v>
                </c:pt>
                <c:pt idx="45">
                  <c:v>1125</c:v>
                </c:pt>
                <c:pt idx="46">
                  <c:v>1150</c:v>
                </c:pt>
                <c:pt idx="47">
                  <c:v>1175</c:v>
                </c:pt>
                <c:pt idx="48">
                  <c:v>1200</c:v>
                </c:pt>
                <c:pt idx="49">
                  <c:v>1225</c:v>
                </c:pt>
                <c:pt idx="50">
                  <c:v>1250</c:v>
                </c:pt>
                <c:pt idx="51">
                  <c:v>1275</c:v>
                </c:pt>
                <c:pt idx="52">
                  <c:v>1300</c:v>
                </c:pt>
                <c:pt idx="53">
                  <c:v>1325</c:v>
                </c:pt>
                <c:pt idx="54">
                  <c:v>1350</c:v>
                </c:pt>
                <c:pt idx="55">
                  <c:v>1375</c:v>
                </c:pt>
                <c:pt idx="56">
                  <c:v>1400</c:v>
                </c:pt>
                <c:pt idx="57">
                  <c:v>1425</c:v>
                </c:pt>
                <c:pt idx="58">
                  <c:v>1450</c:v>
                </c:pt>
                <c:pt idx="59">
                  <c:v>1475</c:v>
                </c:pt>
                <c:pt idx="60">
                  <c:v>1500</c:v>
                </c:pt>
                <c:pt idx="61">
                  <c:v>1525</c:v>
                </c:pt>
                <c:pt idx="62">
                  <c:v>1550</c:v>
                </c:pt>
                <c:pt idx="63">
                  <c:v>1575</c:v>
                </c:pt>
                <c:pt idx="64">
                  <c:v>1600</c:v>
                </c:pt>
                <c:pt idx="65">
                  <c:v>1625</c:v>
                </c:pt>
                <c:pt idx="66">
                  <c:v>1650</c:v>
                </c:pt>
                <c:pt idx="67">
                  <c:v>1675</c:v>
                </c:pt>
                <c:pt idx="68">
                  <c:v>1700</c:v>
                </c:pt>
                <c:pt idx="69">
                  <c:v>1725</c:v>
                </c:pt>
                <c:pt idx="70">
                  <c:v>1750</c:v>
                </c:pt>
                <c:pt idx="71">
                  <c:v>1775</c:v>
                </c:pt>
                <c:pt idx="72">
                  <c:v>1800</c:v>
                </c:pt>
                <c:pt idx="73">
                  <c:v>1825</c:v>
                </c:pt>
                <c:pt idx="74">
                  <c:v>1850</c:v>
                </c:pt>
                <c:pt idx="75">
                  <c:v>1875</c:v>
                </c:pt>
                <c:pt idx="76">
                  <c:v>1900</c:v>
                </c:pt>
                <c:pt idx="77">
                  <c:v>1925</c:v>
                </c:pt>
                <c:pt idx="78">
                  <c:v>1950</c:v>
                </c:pt>
                <c:pt idx="79">
                  <c:v>1975</c:v>
                </c:pt>
                <c:pt idx="80">
                  <c:v>2000</c:v>
                </c:pt>
                <c:pt idx="81">
                  <c:v>2025</c:v>
                </c:pt>
                <c:pt idx="82">
                  <c:v>2050</c:v>
                </c:pt>
                <c:pt idx="83">
                  <c:v>2075</c:v>
                </c:pt>
                <c:pt idx="84">
                  <c:v>2100</c:v>
                </c:pt>
                <c:pt idx="85">
                  <c:v>2125</c:v>
                </c:pt>
                <c:pt idx="86">
                  <c:v>2150</c:v>
                </c:pt>
                <c:pt idx="87">
                  <c:v>2175</c:v>
                </c:pt>
                <c:pt idx="88">
                  <c:v>2200</c:v>
                </c:pt>
                <c:pt idx="89">
                  <c:v>2225</c:v>
                </c:pt>
                <c:pt idx="90">
                  <c:v>2250</c:v>
                </c:pt>
                <c:pt idx="91">
                  <c:v>2275</c:v>
                </c:pt>
                <c:pt idx="92">
                  <c:v>2300</c:v>
                </c:pt>
                <c:pt idx="93">
                  <c:v>2325</c:v>
                </c:pt>
                <c:pt idx="94">
                  <c:v>2350</c:v>
                </c:pt>
                <c:pt idx="95">
                  <c:v>2375</c:v>
                </c:pt>
                <c:pt idx="96">
                  <c:v>2400</c:v>
                </c:pt>
                <c:pt idx="97">
                  <c:v>2425</c:v>
                </c:pt>
                <c:pt idx="98">
                  <c:v>2450</c:v>
                </c:pt>
                <c:pt idx="99">
                  <c:v>2475</c:v>
                </c:pt>
                <c:pt idx="100">
                  <c:v>2500</c:v>
                </c:pt>
                <c:pt idx="101">
                  <c:v>2525</c:v>
                </c:pt>
                <c:pt idx="102">
                  <c:v>2550</c:v>
                </c:pt>
                <c:pt idx="103">
                  <c:v>2575</c:v>
                </c:pt>
                <c:pt idx="104">
                  <c:v>2600</c:v>
                </c:pt>
                <c:pt idx="105">
                  <c:v>2625</c:v>
                </c:pt>
                <c:pt idx="106">
                  <c:v>2650</c:v>
                </c:pt>
                <c:pt idx="107">
                  <c:v>2675</c:v>
                </c:pt>
                <c:pt idx="108">
                  <c:v>2700</c:v>
                </c:pt>
                <c:pt idx="109">
                  <c:v>2725</c:v>
                </c:pt>
                <c:pt idx="110">
                  <c:v>2750</c:v>
                </c:pt>
                <c:pt idx="111">
                  <c:v>2775</c:v>
                </c:pt>
                <c:pt idx="112">
                  <c:v>2800</c:v>
                </c:pt>
                <c:pt idx="113">
                  <c:v>2825</c:v>
                </c:pt>
                <c:pt idx="114">
                  <c:v>2850</c:v>
                </c:pt>
                <c:pt idx="115">
                  <c:v>2875</c:v>
                </c:pt>
                <c:pt idx="116">
                  <c:v>2900</c:v>
                </c:pt>
                <c:pt idx="117">
                  <c:v>2925</c:v>
                </c:pt>
                <c:pt idx="118">
                  <c:v>2950</c:v>
                </c:pt>
                <c:pt idx="119">
                  <c:v>2975</c:v>
                </c:pt>
                <c:pt idx="120">
                  <c:v>3000</c:v>
                </c:pt>
                <c:pt idx="121">
                  <c:v>3025</c:v>
                </c:pt>
                <c:pt idx="122">
                  <c:v>3050</c:v>
                </c:pt>
                <c:pt idx="123">
                  <c:v>3075</c:v>
                </c:pt>
                <c:pt idx="124">
                  <c:v>3100</c:v>
                </c:pt>
                <c:pt idx="125">
                  <c:v>3125</c:v>
                </c:pt>
                <c:pt idx="126">
                  <c:v>3150</c:v>
                </c:pt>
                <c:pt idx="127">
                  <c:v>3175</c:v>
                </c:pt>
                <c:pt idx="128">
                  <c:v>3200</c:v>
                </c:pt>
                <c:pt idx="129">
                  <c:v>3225</c:v>
                </c:pt>
                <c:pt idx="130">
                  <c:v>3250</c:v>
                </c:pt>
                <c:pt idx="131">
                  <c:v>3275</c:v>
                </c:pt>
                <c:pt idx="132">
                  <c:v>3300</c:v>
                </c:pt>
                <c:pt idx="133">
                  <c:v>3325</c:v>
                </c:pt>
                <c:pt idx="134">
                  <c:v>3350</c:v>
                </c:pt>
                <c:pt idx="135">
                  <c:v>3375</c:v>
                </c:pt>
                <c:pt idx="136">
                  <c:v>3400</c:v>
                </c:pt>
                <c:pt idx="137">
                  <c:v>3425</c:v>
                </c:pt>
                <c:pt idx="138">
                  <c:v>3450</c:v>
                </c:pt>
                <c:pt idx="139">
                  <c:v>3475</c:v>
                </c:pt>
                <c:pt idx="140">
                  <c:v>3500</c:v>
                </c:pt>
                <c:pt idx="141">
                  <c:v>3525</c:v>
                </c:pt>
                <c:pt idx="142">
                  <c:v>3550</c:v>
                </c:pt>
                <c:pt idx="143">
                  <c:v>3575</c:v>
                </c:pt>
                <c:pt idx="144">
                  <c:v>3600</c:v>
                </c:pt>
                <c:pt idx="145">
                  <c:v>3625</c:v>
                </c:pt>
                <c:pt idx="146">
                  <c:v>3650</c:v>
                </c:pt>
                <c:pt idx="147">
                  <c:v>3675</c:v>
                </c:pt>
                <c:pt idx="148">
                  <c:v>3700</c:v>
                </c:pt>
                <c:pt idx="149">
                  <c:v>3725</c:v>
                </c:pt>
                <c:pt idx="150">
                  <c:v>3750</c:v>
                </c:pt>
                <c:pt idx="151">
                  <c:v>3775</c:v>
                </c:pt>
                <c:pt idx="152">
                  <c:v>3800</c:v>
                </c:pt>
                <c:pt idx="153">
                  <c:v>3825</c:v>
                </c:pt>
                <c:pt idx="154">
                  <c:v>3850</c:v>
                </c:pt>
                <c:pt idx="155">
                  <c:v>3875</c:v>
                </c:pt>
                <c:pt idx="156">
                  <c:v>3900</c:v>
                </c:pt>
                <c:pt idx="157">
                  <c:v>3925</c:v>
                </c:pt>
                <c:pt idx="158">
                  <c:v>3950</c:v>
                </c:pt>
                <c:pt idx="159">
                  <c:v>3975</c:v>
                </c:pt>
                <c:pt idx="160">
                  <c:v>4000</c:v>
                </c:pt>
                <c:pt idx="161">
                  <c:v>4025</c:v>
                </c:pt>
                <c:pt idx="162">
                  <c:v>4050</c:v>
                </c:pt>
                <c:pt idx="163">
                  <c:v>4075</c:v>
                </c:pt>
                <c:pt idx="164">
                  <c:v>4100</c:v>
                </c:pt>
                <c:pt idx="165">
                  <c:v>4125</c:v>
                </c:pt>
                <c:pt idx="166">
                  <c:v>4150</c:v>
                </c:pt>
                <c:pt idx="167">
                  <c:v>4175</c:v>
                </c:pt>
                <c:pt idx="168">
                  <c:v>4200</c:v>
                </c:pt>
                <c:pt idx="169">
                  <c:v>4225</c:v>
                </c:pt>
                <c:pt idx="170">
                  <c:v>4250</c:v>
                </c:pt>
                <c:pt idx="171">
                  <c:v>4275</c:v>
                </c:pt>
                <c:pt idx="172">
                  <c:v>4300</c:v>
                </c:pt>
                <c:pt idx="173">
                  <c:v>4325</c:v>
                </c:pt>
                <c:pt idx="174">
                  <c:v>4350</c:v>
                </c:pt>
                <c:pt idx="175">
                  <c:v>4375</c:v>
                </c:pt>
                <c:pt idx="176">
                  <c:v>4400</c:v>
                </c:pt>
                <c:pt idx="177">
                  <c:v>4425</c:v>
                </c:pt>
                <c:pt idx="178">
                  <c:v>4450</c:v>
                </c:pt>
                <c:pt idx="179">
                  <c:v>4475</c:v>
                </c:pt>
                <c:pt idx="180">
                  <c:v>4500</c:v>
                </c:pt>
                <c:pt idx="181">
                  <c:v>4525</c:v>
                </c:pt>
                <c:pt idx="182">
                  <c:v>4550</c:v>
                </c:pt>
                <c:pt idx="183">
                  <c:v>4575</c:v>
                </c:pt>
                <c:pt idx="184">
                  <c:v>4600</c:v>
                </c:pt>
                <c:pt idx="185">
                  <c:v>4625</c:v>
                </c:pt>
                <c:pt idx="186">
                  <c:v>4650</c:v>
                </c:pt>
                <c:pt idx="187">
                  <c:v>4675</c:v>
                </c:pt>
                <c:pt idx="188">
                  <c:v>4700</c:v>
                </c:pt>
                <c:pt idx="189">
                  <c:v>4725</c:v>
                </c:pt>
                <c:pt idx="190">
                  <c:v>4750</c:v>
                </c:pt>
                <c:pt idx="191">
                  <c:v>4775</c:v>
                </c:pt>
                <c:pt idx="192">
                  <c:v>4800</c:v>
                </c:pt>
                <c:pt idx="193">
                  <c:v>4825</c:v>
                </c:pt>
                <c:pt idx="194">
                  <c:v>4850</c:v>
                </c:pt>
                <c:pt idx="195">
                  <c:v>4875</c:v>
                </c:pt>
                <c:pt idx="196">
                  <c:v>4900</c:v>
                </c:pt>
                <c:pt idx="197">
                  <c:v>4925</c:v>
                </c:pt>
                <c:pt idx="198">
                  <c:v>4950</c:v>
                </c:pt>
                <c:pt idx="199">
                  <c:v>4975</c:v>
                </c:pt>
                <c:pt idx="200">
                  <c:v>5000</c:v>
                </c:pt>
                <c:pt idx="201">
                  <c:v>5025</c:v>
                </c:pt>
                <c:pt idx="202">
                  <c:v>5050</c:v>
                </c:pt>
                <c:pt idx="203">
                  <c:v>5075</c:v>
                </c:pt>
                <c:pt idx="204">
                  <c:v>5100</c:v>
                </c:pt>
                <c:pt idx="205">
                  <c:v>5125</c:v>
                </c:pt>
                <c:pt idx="206">
                  <c:v>5150</c:v>
                </c:pt>
                <c:pt idx="207">
                  <c:v>5175</c:v>
                </c:pt>
                <c:pt idx="208">
                  <c:v>5200</c:v>
                </c:pt>
                <c:pt idx="209">
                  <c:v>5225</c:v>
                </c:pt>
                <c:pt idx="210">
                  <c:v>5250</c:v>
                </c:pt>
                <c:pt idx="211">
                  <c:v>5275</c:v>
                </c:pt>
                <c:pt idx="212">
                  <c:v>5300</c:v>
                </c:pt>
                <c:pt idx="213">
                  <c:v>5325</c:v>
                </c:pt>
                <c:pt idx="214">
                  <c:v>5350</c:v>
                </c:pt>
                <c:pt idx="215">
                  <c:v>5375</c:v>
                </c:pt>
                <c:pt idx="216">
                  <c:v>5400</c:v>
                </c:pt>
                <c:pt idx="217">
                  <c:v>5425</c:v>
                </c:pt>
                <c:pt idx="218">
                  <c:v>5450</c:v>
                </c:pt>
                <c:pt idx="219">
                  <c:v>5475</c:v>
                </c:pt>
                <c:pt idx="220">
                  <c:v>5500</c:v>
                </c:pt>
                <c:pt idx="221">
                  <c:v>5525</c:v>
                </c:pt>
                <c:pt idx="222">
                  <c:v>5550</c:v>
                </c:pt>
                <c:pt idx="223">
                  <c:v>5575</c:v>
                </c:pt>
                <c:pt idx="224">
                  <c:v>5600</c:v>
                </c:pt>
                <c:pt idx="225">
                  <c:v>5625</c:v>
                </c:pt>
                <c:pt idx="226">
                  <c:v>5650</c:v>
                </c:pt>
                <c:pt idx="227">
                  <c:v>5675</c:v>
                </c:pt>
                <c:pt idx="228">
                  <c:v>5700</c:v>
                </c:pt>
                <c:pt idx="229">
                  <c:v>5725</c:v>
                </c:pt>
                <c:pt idx="230">
                  <c:v>5750</c:v>
                </c:pt>
                <c:pt idx="231">
                  <c:v>5775</c:v>
                </c:pt>
                <c:pt idx="232">
                  <c:v>5800</c:v>
                </c:pt>
                <c:pt idx="233">
                  <c:v>5825</c:v>
                </c:pt>
                <c:pt idx="234">
                  <c:v>5850</c:v>
                </c:pt>
                <c:pt idx="235">
                  <c:v>5875</c:v>
                </c:pt>
                <c:pt idx="236">
                  <c:v>5900</c:v>
                </c:pt>
                <c:pt idx="237">
                  <c:v>5925</c:v>
                </c:pt>
                <c:pt idx="238">
                  <c:v>5950</c:v>
                </c:pt>
                <c:pt idx="239">
                  <c:v>5975</c:v>
                </c:pt>
                <c:pt idx="240">
                  <c:v>6000</c:v>
                </c:pt>
                <c:pt idx="241">
                  <c:v>6025</c:v>
                </c:pt>
                <c:pt idx="242">
                  <c:v>6050</c:v>
                </c:pt>
                <c:pt idx="243">
                  <c:v>6075</c:v>
                </c:pt>
                <c:pt idx="244">
                  <c:v>6100</c:v>
                </c:pt>
                <c:pt idx="245">
                  <c:v>6125</c:v>
                </c:pt>
                <c:pt idx="246">
                  <c:v>6150</c:v>
                </c:pt>
                <c:pt idx="247">
                  <c:v>6175</c:v>
                </c:pt>
                <c:pt idx="248">
                  <c:v>6200</c:v>
                </c:pt>
                <c:pt idx="249">
                  <c:v>6225</c:v>
                </c:pt>
                <c:pt idx="250">
                  <c:v>6250</c:v>
                </c:pt>
                <c:pt idx="251">
                  <c:v>6275</c:v>
                </c:pt>
                <c:pt idx="252">
                  <c:v>6300</c:v>
                </c:pt>
                <c:pt idx="253">
                  <c:v>6325</c:v>
                </c:pt>
                <c:pt idx="254">
                  <c:v>6350</c:v>
                </c:pt>
                <c:pt idx="255">
                  <c:v>6375</c:v>
                </c:pt>
                <c:pt idx="256">
                  <c:v>6400</c:v>
                </c:pt>
                <c:pt idx="257">
                  <c:v>6425</c:v>
                </c:pt>
                <c:pt idx="258">
                  <c:v>6450</c:v>
                </c:pt>
                <c:pt idx="259">
                  <c:v>6475</c:v>
                </c:pt>
                <c:pt idx="260">
                  <c:v>6500</c:v>
                </c:pt>
              </c:numCache>
            </c:numRef>
          </c:xVal>
          <c:yVal>
            <c:numRef>
              <c:f>'Chart Data'!$D$2:$D$262</c:f>
              <c:numCache>
                <c:formatCode>0%</c:formatCode>
                <c:ptCount val="261"/>
                <c:pt idx="0">
                  <c:v>0.03376623</c:v>
                </c:pt>
                <c:pt idx="1">
                  <c:v>0.00519481</c:v>
                </c:pt>
                <c:pt idx="2">
                  <c:v>0.13506493</c:v>
                </c:pt>
                <c:pt idx="3">
                  <c:v>0.51168829</c:v>
                </c:pt>
                <c:pt idx="4">
                  <c:v>0.5272727</c:v>
                </c:pt>
                <c:pt idx="5">
                  <c:v>0.51948053</c:v>
                </c:pt>
                <c:pt idx="6">
                  <c:v>0.51428574</c:v>
                </c:pt>
                <c:pt idx="7">
                  <c:v>0.5272727</c:v>
                </c:pt>
                <c:pt idx="8">
                  <c:v>0.52987015</c:v>
                </c:pt>
                <c:pt idx="9">
                  <c:v>0.51428574</c:v>
                </c:pt>
                <c:pt idx="10">
                  <c:v>0.51428574</c:v>
                </c:pt>
                <c:pt idx="11">
                  <c:v>0.51428574</c:v>
                </c:pt>
                <c:pt idx="12">
                  <c:v>0.51168829</c:v>
                </c:pt>
                <c:pt idx="13">
                  <c:v>0.51168829</c:v>
                </c:pt>
                <c:pt idx="14">
                  <c:v>0.51428574</c:v>
                </c:pt>
                <c:pt idx="15">
                  <c:v>0.51168829</c:v>
                </c:pt>
                <c:pt idx="16">
                  <c:v>0.51428574</c:v>
                </c:pt>
                <c:pt idx="17">
                  <c:v>0.51428574</c:v>
                </c:pt>
                <c:pt idx="18">
                  <c:v>0.51688313</c:v>
                </c:pt>
                <c:pt idx="19">
                  <c:v>0.51428574</c:v>
                </c:pt>
                <c:pt idx="20">
                  <c:v>0.51428574</c:v>
                </c:pt>
                <c:pt idx="21">
                  <c:v>0.5090909</c:v>
                </c:pt>
                <c:pt idx="22">
                  <c:v>0.51428574</c:v>
                </c:pt>
                <c:pt idx="23">
                  <c:v>0.5090909</c:v>
                </c:pt>
                <c:pt idx="24">
                  <c:v>0.5090909</c:v>
                </c:pt>
                <c:pt idx="25">
                  <c:v>0.5090909</c:v>
                </c:pt>
                <c:pt idx="26">
                  <c:v>0.5090909</c:v>
                </c:pt>
                <c:pt idx="27">
                  <c:v>0.50649351</c:v>
                </c:pt>
                <c:pt idx="28">
                  <c:v>0.5090909</c:v>
                </c:pt>
                <c:pt idx="29">
                  <c:v>0.50649351</c:v>
                </c:pt>
                <c:pt idx="30">
                  <c:v>0.51168829</c:v>
                </c:pt>
                <c:pt idx="31">
                  <c:v>0.51168829</c:v>
                </c:pt>
                <c:pt idx="32">
                  <c:v>0.51168829</c:v>
                </c:pt>
                <c:pt idx="33">
                  <c:v>0.51168829</c:v>
                </c:pt>
                <c:pt idx="34">
                  <c:v>0.5090909</c:v>
                </c:pt>
                <c:pt idx="35">
                  <c:v>0.51168829</c:v>
                </c:pt>
                <c:pt idx="36">
                  <c:v>0.51168829</c:v>
                </c:pt>
                <c:pt idx="37">
                  <c:v>0.5090909</c:v>
                </c:pt>
                <c:pt idx="38">
                  <c:v>0.51168829</c:v>
                </c:pt>
                <c:pt idx="39">
                  <c:v>0.5090909</c:v>
                </c:pt>
                <c:pt idx="40">
                  <c:v>0.50649351</c:v>
                </c:pt>
                <c:pt idx="41">
                  <c:v>0.50649351</c:v>
                </c:pt>
                <c:pt idx="42">
                  <c:v>0.50649351</c:v>
                </c:pt>
                <c:pt idx="43">
                  <c:v>0.5090909</c:v>
                </c:pt>
                <c:pt idx="44">
                  <c:v>0.51168829</c:v>
                </c:pt>
                <c:pt idx="45">
                  <c:v>0.51168829</c:v>
                </c:pt>
                <c:pt idx="46">
                  <c:v>0.51428574</c:v>
                </c:pt>
                <c:pt idx="47">
                  <c:v>0.51168829</c:v>
                </c:pt>
                <c:pt idx="48">
                  <c:v>0.51428574</c:v>
                </c:pt>
                <c:pt idx="49">
                  <c:v>0.51688313</c:v>
                </c:pt>
                <c:pt idx="50">
                  <c:v>0.51948053</c:v>
                </c:pt>
                <c:pt idx="51">
                  <c:v>0.51688313</c:v>
                </c:pt>
                <c:pt idx="52">
                  <c:v>0.51168829</c:v>
                </c:pt>
                <c:pt idx="53">
                  <c:v>0.51688313</c:v>
                </c:pt>
                <c:pt idx="54">
                  <c:v>0.51688313</c:v>
                </c:pt>
                <c:pt idx="55">
                  <c:v>0.51688313</c:v>
                </c:pt>
                <c:pt idx="56">
                  <c:v>0.51688313</c:v>
                </c:pt>
                <c:pt idx="57">
                  <c:v>0.51948053</c:v>
                </c:pt>
                <c:pt idx="58">
                  <c:v>0.51688313</c:v>
                </c:pt>
                <c:pt idx="59">
                  <c:v>0.52467531</c:v>
                </c:pt>
                <c:pt idx="60">
                  <c:v>0.5272727</c:v>
                </c:pt>
                <c:pt idx="61">
                  <c:v>0.5272727</c:v>
                </c:pt>
                <c:pt idx="62">
                  <c:v>0.52987015</c:v>
                </c:pt>
                <c:pt idx="63">
                  <c:v>0.52987015</c:v>
                </c:pt>
                <c:pt idx="64">
                  <c:v>0.52207792</c:v>
                </c:pt>
                <c:pt idx="65">
                  <c:v>0.51948053</c:v>
                </c:pt>
                <c:pt idx="66">
                  <c:v>0.48051947</c:v>
                </c:pt>
                <c:pt idx="67">
                  <c:v>0.51428574</c:v>
                </c:pt>
                <c:pt idx="68">
                  <c:v>0.5272727</c:v>
                </c:pt>
                <c:pt idx="69">
                  <c:v>0.52987015</c:v>
                </c:pt>
                <c:pt idx="70">
                  <c:v>0.51948053</c:v>
                </c:pt>
                <c:pt idx="71">
                  <c:v>0.5272727</c:v>
                </c:pt>
                <c:pt idx="72">
                  <c:v>0.53246754</c:v>
                </c:pt>
                <c:pt idx="73">
                  <c:v>0.53506494</c:v>
                </c:pt>
                <c:pt idx="74">
                  <c:v>0.53246754</c:v>
                </c:pt>
                <c:pt idx="75">
                  <c:v>0.53766233</c:v>
                </c:pt>
                <c:pt idx="76">
                  <c:v>0.54285717</c:v>
                </c:pt>
                <c:pt idx="77">
                  <c:v>0.54285717</c:v>
                </c:pt>
                <c:pt idx="78">
                  <c:v>0.54285717</c:v>
                </c:pt>
                <c:pt idx="79">
                  <c:v>0.53766233</c:v>
                </c:pt>
                <c:pt idx="80">
                  <c:v>0.54285717</c:v>
                </c:pt>
                <c:pt idx="81">
                  <c:v>0.54285717</c:v>
                </c:pt>
                <c:pt idx="82">
                  <c:v>0.54285717</c:v>
                </c:pt>
                <c:pt idx="83">
                  <c:v>0.54545456</c:v>
                </c:pt>
                <c:pt idx="84">
                  <c:v>0.54545456</c:v>
                </c:pt>
                <c:pt idx="85">
                  <c:v>0.54805195</c:v>
                </c:pt>
                <c:pt idx="86">
                  <c:v>0.54805195</c:v>
                </c:pt>
                <c:pt idx="87">
                  <c:v>0.55064934</c:v>
                </c:pt>
                <c:pt idx="88">
                  <c:v>0.55584413</c:v>
                </c:pt>
                <c:pt idx="89">
                  <c:v>0.56103897</c:v>
                </c:pt>
                <c:pt idx="90">
                  <c:v>0.55844158</c:v>
                </c:pt>
                <c:pt idx="91">
                  <c:v>0.56103897</c:v>
                </c:pt>
                <c:pt idx="92">
                  <c:v>0.56103897</c:v>
                </c:pt>
                <c:pt idx="93">
                  <c:v>0.56363636</c:v>
                </c:pt>
                <c:pt idx="94">
                  <c:v>0.56103897</c:v>
                </c:pt>
                <c:pt idx="95">
                  <c:v>0.56363636</c:v>
                </c:pt>
                <c:pt idx="96">
                  <c:v>0.56103897</c:v>
                </c:pt>
                <c:pt idx="97">
                  <c:v>0.56103897</c:v>
                </c:pt>
                <c:pt idx="98">
                  <c:v>0.56103897</c:v>
                </c:pt>
                <c:pt idx="99">
                  <c:v>0.56103897</c:v>
                </c:pt>
                <c:pt idx="100">
                  <c:v>0.56103897</c:v>
                </c:pt>
                <c:pt idx="101">
                  <c:v>0.56103897</c:v>
                </c:pt>
                <c:pt idx="102">
                  <c:v>0.56103897</c:v>
                </c:pt>
                <c:pt idx="103">
                  <c:v>0.56103897</c:v>
                </c:pt>
                <c:pt idx="104">
                  <c:v>0.56103897</c:v>
                </c:pt>
                <c:pt idx="105">
                  <c:v>0.56363636</c:v>
                </c:pt>
                <c:pt idx="106">
                  <c:v>0.56363636</c:v>
                </c:pt>
                <c:pt idx="107">
                  <c:v>0.56623375</c:v>
                </c:pt>
                <c:pt idx="108">
                  <c:v>0.56623375</c:v>
                </c:pt>
                <c:pt idx="109">
                  <c:v>0.5714286</c:v>
                </c:pt>
                <c:pt idx="110">
                  <c:v>0.57402599</c:v>
                </c:pt>
                <c:pt idx="111">
                  <c:v>0.57402599</c:v>
                </c:pt>
                <c:pt idx="112">
                  <c:v>0.57402599</c:v>
                </c:pt>
                <c:pt idx="113">
                  <c:v>0.57402599</c:v>
                </c:pt>
                <c:pt idx="114">
                  <c:v>0.57662338</c:v>
                </c:pt>
                <c:pt idx="115">
                  <c:v>0.57662338</c:v>
                </c:pt>
                <c:pt idx="116">
                  <c:v>0.57662338</c:v>
                </c:pt>
                <c:pt idx="117">
                  <c:v>0.57662338</c:v>
                </c:pt>
                <c:pt idx="118">
                  <c:v>0.57662338</c:v>
                </c:pt>
                <c:pt idx="119">
                  <c:v>0.57922077</c:v>
                </c:pt>
                <c:pt idx="120">
                  <c:v>0.57922077</c:v>
                </c:pt>
                <c:pt idx="121">
                  <c:v>0.57922077</c:v>
                </c:pt>
                <c:pt idx="122">
                  <c:v>0.58181816</c:v>
                </c:pt>
                <c:pt idx="123">
                  <c:v>0.58181816</c:v>
                </c:pt>
                <c:pt idx="124">
                  <c:v>0.58181816</c:v>
                </c:pt>
                <c:pt idx="125">
                  <c:v>0.58181816</c:v>
                </c:pt>
                <c:pt idx="126">
                  <c:v>0.57922077</c:v>
                </c:pt>
                <c:pt idx="127">
                  <c:v>0.57922077</c:v>
                </c:pt>
                <c:pt idx="128">
                  <c:v>0.58441556</c:v>
                </c:pt>
                <c:pt idx="129">
                  <c:v>0.58701301</c:v>
                </c:pt>
                <c:pt idx="130">
                  <c:v>0.57922077</c:v>
                </c:pt>
                <c:pt idx="131">
                  <c:v>0.56623375</c:v>
                </c:pt>
                <c:pt idx="132">
                  <c:v>0.58181816</c:v>
                </c:pt>
                <c:pt idx="133">
                  <c:v>0.59220779</c:v>
                </c:pt>
                <c:pt idx="134">
                  <c:v>0.5896104</c:v>
                </c:pt>
                <c:pt idx="135">
                  <c:v>0.60000002</c:v>
                </c:pt>
                <c:pt idx="136">
                  <c:v>0.60259742</c:v>
                </c:pt>
                <c:pt idx="137">
                  <c:v>0.60259742</c:v>
                </c:pt>
                <c:pt idx="138">
                  <c:v>0.6077922</c:v>
                </c:pt>
                <c:pt idx="139">
                  <c:v>0.61298704</c:v>
                </c:pt>
                <c:pt idx="140">
                  <c:v>0.61818182</c:v>
                </c:pt>
                <c:pt idx="141">
                  <c:v>0.62337661</c:v>
                </c:pt>
                <c:pt idx="142">
                  <c:v>0.625974</c:v>
                </c:pt>
                <c:pt idx="143">
                  <c:v>0.63636363</c:v>
                </c:pt>
                <c:pt idx="144">
                  <c:v>0.63376623</c:v>
                </c:pt>
                <c:pt idx="145">
                  <c:v>0.65714288</c:v>
                </c:pt>
                <c:pt idx="146">
                  <c:v>0.6701299</c:v>
                </c:pt>
                <c:pt idx="147">
                  <c:v>0.70129871</c:v>
                </c:pt>
                <c:pt idx="148">
                  <c:v>0.7064935</c:v>
                </c:pt>
                <c:pt idx="149">
                  <c:v>0.70909089</c:v>
                </c:pt>
                <c:pt idx="150">
                  <c:v>0.73246753</c:v>
                </c:pt>
                <c:pt idx="151">
                  <c:v>0.75064933</c:v>
                </c:pt>
                <c:pt idx="152">
                  <c:v>0.76623374</c:v>
                </c:pt>
                <c:pt idx="153">
                  <c:v>0.77662337</c:v>
                </c:pt>
                <c:pt idx="154">
                  <c:v>0.78961039</c:v>
                </c:pt>
                <c:pt idx="155">
                  <c:v>0.8025974</c:v>
                </c:pt>
                <c:pt idx="156">
                  <c:v>0.81298703</c:v>
                </c:pt>
                <c:pt idx="157">
                  <c:v>0.82857144</c:v>
                </c:pt>
                <c:pt idx="158">
                  <c:v>0.83896106</c:v>
                </c:pt>
                <c:pt idx="159">
                  <c:v>0.85454547</c:v>
                </c:pt>
                <c:pt idx="160">
                  <c:v>0.87532467</c:v>
                </c:pt>
                <c:pt idx="161">
                  <c:v>0.87532467</c:v>
                </c:pt>
                <c:pt idx="162">
                  <c:v>0.8831169</c:v>
                </c:pt>
                <c:pt idx="163">
                  <c:v>0.89350647</c:v>
                </c:pt>
                <c:pt idx="164">
                  <c:v>0.90909094</c:v>
                </c:pt>
                <c:pt idx="165">
                  <c:v>0.91688311</c:v>
                </c:pt>
                <c:pt idx="166">
                  <c:v>0.92727274</c:v>
                </c:pt>
                <c:pt idx="167">
                  <c:v>0.93246752</c:v>
                </c:pt>
                <c:pt idx="168">
                  <c:v>0.92987013</c:v>
                </c:pt>
                <c:pt idx="169">
                  <c:v>0.93506491</c:v>
                </c:pt>
                <c:pt idx="170">
                  <c:v>0.93766236</c:v>
                </c:pt>
                <c:pt idx="171">
                  <c:v>0.94025975</c:v>
                </c:pt>
                <c:pt idx="172">
                  <c:v>0.94285715</c:v>
                </c:pt>
                <c:pt idx="173">
                  <c:v>0.95584416</c:v>
                </c:pt>
                <c:pt idx="174">
                  <c:v>0.96103895</c:v>
                </c:pt>
                <c:pt idx="175">
                  <c:v>0.96363634</c:v>
                </c:pt>
                <c:pt idx="176">
                  <c:v>0.97142857</c:v>
                </c:pt>
                <c:pt idx="177">
                  <c:v>0.97402596</c:v>
                </c:pt>
                <c:pt idx="178">
                  <c:v>0.97922081</c:v>
                </c:pt>
                <c:pt idx="179">
                  <c:v>0.9818182</c:v>
                </c:pt>
                <c:pt idx="180">
                  <c:v>0.98441559</c:v>
                </c:pt>
                <c:pt idx="181">
                  <c:v>0.98441559</c:v>
                </c:pt>
                <c:pt idx="182">
                  <c:v>0.98441559</c:v>
                </c:pt>
                <c:pt idx="183">
                  <c:v>0.99220777</c:v>
                </c:pt>
                <c:pt idx="184">
                  <c:v>0.99220777</c:v>
                </c:pt>
                <c:pt idx="185">
                  <c:v>0.99220777</c:v>
                </c:pt>
                <c:pt idx="186">
                  <c:v>0.98961037</c:v>
                </c:pt>
                <c:pt idx="187">
                  <c:v>0.99220777</c:v>
                </c:pt>
                <c:pt idx="188">
                  <c:v>0.99220777</c:v>
                </c:pt>
                <c:pt idx="189">
                  <c:v>0.79220778</c:v>
                </c:pt>
                <c:pt idx="190">
                  <c:v>0.95064932</c:v>
                </c:pt>
                <c:pt idx="191">
                  <c:v>0.97662336</c:v>
                </c:pt>
                <c:pt idx="192">
                  <c:v>0.98701298</c:v>
                </c:pt>
                <c:pt idx="193">
                  <c:v>0.99220777</c:v>
                </c:pt>
                <c:pt idx="194">
                  <c:v>0.99740261</c:v>
                </c:pt>
                <c:pt idx="195">
                  <c:v>0.99220777</c:v>
                </c:pt>
                <c:pt idx="196">
                  <c:v>0.99220777</c:v>
                </c:pt>
                <c:pt idx="197">
                  <c:v>0.99220777</c:v>
                </c:pt>
                <c:pt idx="198">
                  <c:v>0.99480522</c:v>
                </c:pt>
                <c:pt idx="199">
                  <c:v>0.99480522</c:v>
                </c:pt>
                <c:pt idx="200">
                  <c:v>0.99480522</c:v>
                </c:pt>
                <c:pt idx="201">
                  <c:v>0.99480522</c:v>
                </c:pt>
                <c:pt idx="202">
                  <c:v>0.99480522</c:v>
                </c:pt>
                <c:pt idx="203">
                  <c:v>0.99480522</c:v>
                </c:pt>
                <c:pt idx="204">
                  <c:v>0.99740261</c:v>
                </c:pt>
                <c:pt idx="205">
                  <c:v>1</c:v>
                </c:pt>
                <c:pt idx="206">
                  <c:v>1</c:v>
                </c:pt>
                <c:pt idx="207">
                  <c:v>1</c:v>
                </c:pt>
                <c:pt idx="208">
                  <c:v>1</c:v>
                </c:pt>
                <c:pt idx="209">
                  <c:v>1</c:v>
                </c:pt>
                <c:pt idx="210">
                  <c:v>1</c:v>
                </c:pt>
                <c:pt idx="211">
                  <c:v>1</c:v>
                </c:pt>
                <c:pt idx="212">
                  <c:v>1</c:v>
                </c:pt>
                <c:pt idx="213">
                  <c:v>1</c:v>
                </c:pt>
                <c:pt idx="214">
                  <c:v>1</c:v>
                </c:pt>
                <c:pt idx="215">
                  <c:v>0.99480522</c:v>
                </c:pt>
                <c:pt idx="216">
                  <c:v>0.99480522</c:v>
                </c:pt>
                <c:pt idx="217">
                  <c:v>0.99480522</c:v>
                </c:pt>
                <c:pt idx="218">
                  <c:v>0.99480522</c:v>
                </c:pt>
                <c:pt idx="219">
                  <c:v>0.99480522</c:v>
                </c:pt>
                <c:pt idx="220">
                  <c:v>0.99480522</c:v>
                </c:pt>
                <c:pt idx="221">
                  <c:v>0.99480522</c:v>
                </c:pt>
                <c:pt idx="222">
                  <c:v>0.99480522</c:v>
                </c:pt>
                <c:pt idx="223">
                  <c:v>0.99480522</c:v>
                </c:pt>
                <c:pt idx="224">
                  <c:v>0.99480522</c:v>
                </c:pt>
                <c:pt idx="225">
                  <c:v>0.99480522</c:v>
                </c:pt>
                <c:pt idx="226">
                  <c:v>0.99480522</c:v>
                </c:pt>
                <c:pt idx="227">
                  <c:v>0.99480522</c:v>
                </c:pt>
                <c:pt idx="228">
                  <c:v>1</c:v>
                </c:pt>
                <c:pt idx="229">
                  <c:v>1</c:v>
                </c:pt>
                <c:pt idx="230">
                  <c:v>1</c:v>
                </c:pt>
                <c:pt idx="231">
                  <c:v>1</c:v>
                </c:pt>
                <c:pt idx="232">
                  <c:v>1</c:v>
                </c:pt>
                <c:pt idx="233">
                  <c:v>1</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0.97922081</c:v>
                </c:pt>
                <c:pt idx="248">
                  <c:v>0.99220777</c:v>
                </c:pt>
                <c:pt idx="249">
                  <c:v>0.99480522</c:v>
                </c:pt>
                <c:pt idx="250">
                  <c:v>0.99480522</c:v>
                </c:pt>
                <c:pt idx="251">
                  <c:v>1</c:v>
                </c:pt>
                <c:pt idx="252">
                  <c:v>1</c:v>
                </c:pt>
                <c:pt idx="253">
                  <c:v>1</c:v>
                </c:pt>
                <c:pt idx="254">
                  <c:v>1</c:v>
                </c:pt>
                <c:pt idx="255">
                  <c:v>1</c:v>
                </c:pt>
                <c:pt idx="256">
                  <c:v>1</c:v>
                </c:pt>
                <c:pt idx="257">
                  <c:v>1</c:v>
                </c:pt>
                <c:pt idx="258">
                  <c:v>1</c:v>
                </c:pt>
                <c:pt idx="259">
                  <c:v>1</c:v>
                </c:pt>
                <c:pt idx="260">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Correct answers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majorUnit val="0.25"/>
      </c:valAx>
      <c:valAx>
        <c:axId val="48650112"/>
        <c:scaling>
          <c:orientation val="minMax"/>
          <c:max val="6500"/>
          <c:min val="0"/>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Learning steps (updates)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72768"/>
        <c:majorUnit val="2000"/>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Mean U; 20 attempts per group</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barChart>
        <c:barDir val="col"/>
        <c:varyColors val="0"/>
        <c:ser>
          <c:idx val="0"/>
          <c:order val="0"/>
          <c:tx>
            <c:v>40% practice data</c:v>
          </c:tx>
          <c:spPr>
            <a:solidFill xmlns:a="http://schemas.openxmlformats.org/drawingml/2006/main">
              <a:srgbClr val="A97924"/>
            </a:solidFill>
          </c:spPr>
          <c:invertIfNegative val="0"/>
          <c:cat>
            <c:numRef>
              <c:f>'Chart Data'!$A$2:$A$4</c:f>
              <c:numCache>
                <c:formatCode>0</c:formatCode>
                <c:ptCount val="3"/>
                <c:pt idx="0">
                  <c:v>0.3</c:v>
                </c:pt>
                <c:pt idx="1">
                  <c:v>1</c:v>
                </c:pt>
                <c:pt idx="2">
                  <c:v>3</c:v>
                </c:pt>
              </c:numCache>
            </c:numRef>
          </c:cat>
          <c:val>
            <c:numRef>
              <c:f>'Chart Data'!$B$2:$B$4</c:f>
              <c:numCache>
                <c:formatCode>0</c:formatCode>
                <c:ptCount val="3"/>
                <c:pt idx="0">
                  <c:v>30000</c:v>
                </c:pt>
                <c:pt idx="1">
                  <c:v>19822.5</c:v>
                </c:pt>
                <c:pt idx="2">
                  <c:v>20282.5</c:v>
                </c:pt>
              </c:numCache>
            </c:numRef>
          </c:val>
        </c:ser>
        <c:ser>
          <c:idx val="1"/>
          <c:order val="1"/>
          <c:tx>
            <c:v>60% practice data</c:v>
          </c:tx>
          <c:spPr>
            <a:solidFill xmlns:a="http://schemas.openxmlformats.org/drawingml/2006/main">
              <a:srgbClr val="175F96"/>
            </a:solidFill>
          </c:spPr>
          <c:invertIfNegative val="0"/>
          <c:cat>
            <c:numRef>
              <c:f>'Chart Data'!$C$2:$C$4</c:f>
              <c:numCache>
                <c:formatCode>0</c:formatCode>
                <c:ptCount val="3"/>
                <c:pt idx="0">
                  <c:v>0.3</c:v>
                </c:pt>
                <c:pt idx="1">
                  <c:v>1</c:v>
                </c:pt>
                <c:pt idx="2">
                  <c:v>3</c:v>
                </c:pt>
              </c:numCache>
            </c:numRef>
          </c:cat>
          <c:val>
            <c:numRef>
              <c:f>'Chart Data'!$D$2:$D$4</c:f>
              <c:numCache>
                <c:formatCode>0</c:formatCode>
                <c:ptCount val="3"/>
                <c:pt idx="0">
                  <c:v>15235</c:v>
                </c:pt>
                <c:pt idx="1">
                  <c:v>5481.25</c:v>
                </c:pt>
                <c:pt idx="2">
                  <c:v>1430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Weight decay</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72768"/>
      </c:catAx>
      <c:valAx>
        <c:axId val="48672768"/>
        <c:scaling>
          <c:orientation val="minMax"/>
          <c:max val="30000"/>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Mean capped updates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crossBetween val="between"/>
        <c:majorUnit val="10000"/>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172B3A"/>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60% data, decay 1 (n = 20)</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barChart>
        <c:barDir val="col"/>
        <c:varyColors val="0"/>
        <c:ser>
          <c:idx val="0"/>
          <c:order val="0"/>
          <c:tx>
            <c:v>Attempts</c:v>
          </c:tx>
          <c:spPr>
            <a:solidFill xmlns:a="http://schemas.openxmlformats.org/drawingml/2006/main">
              <a:srgbClr val="175F96"/>
            </a:solidFill>
          </c:spPr>
          <c:invertIfNegative val="0"/>
          <c:cat>
            <c:strRef>
              <c:f>'Chart Data'!$A$2:$A$7</c:f>
              <c:strCache>
                <c:ptCount val="6"/>
                <c:pt idx="0">
                  <c:v>0-5k</c:v>
                </c:pt>
                <c:pt idx="1">
                  <c:v>5-10k</c:v>
                </c:pt>
                <c:pt idx="2">
                  <c:v>10-15k</c:v>
                </c:pt>
                <c:pt idx="3">
                  <c:v>15-20k</c:v>
                </c:pt>
                <c:pt idx="4">
                  <c:v>20-25k</c:v>
                </c:pt>
                <c:pt idx="5">
                  <c:v>25-30k</c:v>
                </c:pt>
              </c:strCache>
            </c:strRef>
          </c:cat>
          <c:val>
            <c:numRef>
              <c:f>'Chart Data'!$B$2:$B$7</c:f>
              <c:numCache>
                <c:formatCode>0</c:formatCode>
                <c:ptCount val="6"/>
                <c:pt idx="0">
                  <c:v>13</c:v>
                </c:pt>
                <c:pt idx="1">
                  <c:v>5</c:v>
                </c:pt>
                <c:pt idx="2">
                  <c:v>1</c:v>
                </c:pt>
                <c:pt idx="3">
                  <c:v>0</c:v>
                </c:pt>
                <c:pt idx="4">
                  <c:v>0</c:v>
                </c:pt>
                <c:pt idx="5">
                  <c:v>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Generalization time (updates)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500">
                <a:solidFill>
                  <a:srgbClr val="172B3A"/>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Number of attempts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crossBetween val="between"/>
        <c:majorUnit val="3"/>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Predicted success with equal total budgets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scatterChart>
        <c:scatterStyle val="line"/>
        <c:varyColors val="0"/>
        <c:ser>
          <c:idx val="0"/>
          <c:order val="0"/>
          <c:tx>
            <c:v>1 start</c:v>
          </c:tx>
          <c:spPr>
            <a:ln xmlns:a="http://schemas.openxmlformats.org/drawingml/2006/main" w="28575">
              <a:solidFill>
                <a:srgbClr val="175F96"/>
              </a:solidFill>
            </a:ln>
          </c:spPr>
          <c:marker>
            <c:symbol val="none"/>
          </c:marker>
          <c:xVal>
            <c:numRef>
              <c:f>'Chart Data'!$A$2:$A$602</c:f>
              <c:numCache>
                <c:formatCode>General</c:formatCode>
                <c:ptCount val="601"/>
                <c:pt idx="0">
                  <c:v>0</c:v>
                </c:pt>
                <c:pt idx="1">
                  <c:v>100</c:v>
                </c:pt>
                <c:pt idx="2">
                  <c:v>100</c:v>
                </c:pt>
                <c:pt idx="3">
                  <c:v>200</c:v>
                </c:pt>
                <c:pt idx="4">
                  <c:v>200</c:v>
                </c:pt>
                <c:pt idx="5">
                  <c:v>300</c:v>
                </c:pt>
                <c:pt idx="6">
                  <c:v>300</c:v>
                </c:pt>
                <c:pt idx="7">
                  <c:v>400</c:v>
                </c:pt>
                <c:pt idx="8">
                  <c:v>400</c:v>
                </c:pt>
                <c:pt idx="9">
                  <c:v>500</c:v>
                </c:pt>
                <c:pt idx="10">
                  <c:v>500</c:v>
                </c:pt>
                <c:pt idx="11">
                  <c:v>600</c:v>
                </c:pt>
                <c:pt idx="12">
                  <c:v>600</c:v>
                </c:pt>
                <c:pt idx="13">
                  <c:v>700</c:v>
                </c:pt>
                <c:pt idx="14">
                  <c:v>700</c:v>
                </c:pt>
                <c:pt idx="15">
                  <c:v>800</c:v>
                </c:pt>
                <c:pt idx="16">
                  <c:v>800</c:v>
                </c:pt>
                <c:pt idx="17">
                  <c:v>900</c:v>
                </c:pt>
                <c:pt idx="18">
                  <c:v>900</c:v>
                </c:pt>
                <c:pt idx="19">
                  <c:v>1000</c:v>
                </c:pt>
                <c:pt idx="20">
                  <c:v>1000</c:v>
                </c:pt>
                <c:pt idx="21">
                  <c:v>1100</c:v>
                </c:pt>
                <c:pt idx="22">
                  <c:v>1100</c:v>
                </c:pt>
                <c:pt idx="23">
                  <c:v>1200</c:v>
                </c:pt>
                <c:pt idx="24">
                  <c:v>1200</c:v>
                </c:pt>
                <c:pt idx="25">
                  <c:v>1300</c:v>
                </c:pt>
                <c:pt idx="26">
                  <c:v>1300</c:v>
                </c:pt>
                <c:pt idx="27">
                  <c:v>1400</c:v>
                </c:pt>
                <c:pt idx="28">
                  <c:v>1400</c:v>
                </c:pt>
                <c:pt idx="29">
                  <c:v>1500</c:v>
                </c:pt>
                <c:pt idx="30">
                  <c:v>1500</c:v>
                </c:pt>
                <c:pt idx="31">
                  <c:v>1600</c:v>
                </c:pt>
                <c:pt idx="32">
                  <c:v>1600</c:v>
                </c:pt>
                <c:pt idx="33">
                  <c:v>1700</c:v>
                </c:pt>
                <c:pt idx="34">
                  <c:v>1700</c:v>
                </c:pt>
                <c:pt idx="35">
                  <c:v>1800</c:v>
                </c:pt>
                <c:pt idx="36">
                  <c:v>1800</c:v>
                </c:pt>
                <c:pt idx="37">
                  <c:v>1900</c:v>
                </c:pt>
                <c:pt idx="38">
                  <c:v>1900</c:v>
                </c:pt>
                <c:pt idx="39">
                  <c:v>2000</c:v>
                </c:pt>
                <c:pt idx="40">
                  <c:v>2000</c:v>
                </c:pt>
                <c:pt idx="41">
                  <c:v>2100</c:v>
                </c:pt>
                <c:pt idx="42">
                  <c:v>2100</c:v>
                </c:pt>
                <c:pt idx="43">
                  <c:v>2200</c:v>
                </c:pt>
                <c:pt idx="44">
                  <c:v>2200</c:v>
                </c:pt>
                <c:pt idx="45">
                  <c:v>2300</c:v>
                </c:pt>
                <c:pt idx="46">
                  <c:v>2300</c:v>
                </c:pt>
                <c:pt idx="47">
                  <c:v>2400</c:v>
                </c:pt>
                <c:pt idx="48">
                  <c:v>2400</c:v>
                </c:pt>
                <c:pt idx="49">
                  <c:v>2500</c:v>
                </c:pt>
                <c:pt idx="50">
                  <c:v>2500</c:v>
                </c:pt>
                <c:pt idx="51">
                  <c:v>2600</c:v>
                </c:pt>
                <c:pt idx="52">
                  <c:v>2600</c:v>
                </c:pt>
                <c:pt idx="53">
                  <c:v>2700</c:v>
                </c:pt>
                <c:pt idx="54">
                  <c:v>2700</c:v>
                </c:pt>
                <c:pt idx="55">
                  <c:v>2800</c:v>
                </c:pt>
                <c:pt idx="56">
                  <c:v>2800</c:v>
                </c:pt>
                <c:pt idx="57">
                  <c:v>2900</c:v>
                </c:pt>
                <c:pt idx="58">
                  <c:v>2900</c:v>
                </c:pt>
                <c:pt idx="59">
                  <c:v>3000</c:v>
                </c:pt>
                <c:pt idx="60">
                  <c:v>3000</c:v>
                </c:pt>
                <c:pt idx="61">
                  <c:v>3100</c:v>
                </c:pt>
                <c:pt idx="62">
                  <c:v>3100</c:v>
                </c:pt>
                <c:pt idx="63">
                  <c:v>3200</c:v>
                </c:pt>
                <c:pt idx="64">
                  <c:v>3200</c:v>
                </c:pt>
                <c:pt idx="65">
                  <c:v>3300</c:v>
                </c:pt>
                <c:pt idx="66">
                  <c:v>3300</c:v>
                </c:pt>
                <c:pt idx="67">
                  <c:v>3400</c:v>
                </c:pt>
                <c:pt idx="68">
                  <c:v>3400</c:v>
                </c:pt>
                <c:pt idx="69">
                  <c:v>3500</c:v>
                </c:pt>
                <c:pt idx="70">
                  <c:v>3500</c:v>
                </c:pt>
                <c:pt idx="71">
                  <c:v>3600</c:v>
                </c:pt>
                <c:pt idx="72">
                  <c:v>3600</c:v>
                </c:pt>
                <c:pt idx="73">
                  <c:v>3700</c:v>
                </c:pt>
                <c:pt idx="74">
                  <c:v>3700</c:v>
                </c:pt>
                <c:pt idx="75">
                  <c:v>3800</c:v>
                </c:pt>
                <c:pt idx="76">
                  <c:v>3800</c:v>
                </c:pt>
                <c:pt idx="77">
                  <c:v>3900</c:v>
                </c:pt>
                <c:pt idx="78">
                  <c:v>3900</c:v>
                </c:pt>
                <c:pt idx="79">
                  <c:v>4000</c:v>
                </c:pt>
                <c:pt idx="80">
                  <c:v>4000</c:v>
                </c:pt>
                <c:pt idx="81">
                  <c:v>4100</c:v>
                </c:pt>
                <c:pt idx="82">
                  <c:v>4100</c:v>
                </c:pt>
                <c:pt idx="83">
                  <c:v>4200</c:v>
                </c:pt>
                <c:pt idx="84">
                  <c:v>4200</c:v>
                </c:pt>
                <c:pt idx="85">
                  <c:v>4300</c:v>
                </c:pt>
                <c:pt idx="86">
                  <c:v>4300</c:v>
                </c:pt>
                <c:pt idx="87">
                  <c:v>4400</c:v>
                </c:pt>
                <c:pt idx="88">
                  <c:v>4400</c:v>
                </c:pt>
                <c:pt idx="89">
                  <c:v>4500</c:v>
                </c:pt>
                <c:pt idx="90">
                  <c:v>4500</c:v>
                </c:pt>
                <c:pt idx="91">
                  <c:v>4600</c:v>
                </c:pt>
                <c:pt idx="92">
                  <c:v>4600</c:v>
                </c:pt>
                <c:pt idx="93">
                  <c:v>4700</c:v>
                </c:pt>
                <c:pt idx="94">
                  <c:v>4700</c:v>
                </c:pt>
                <c:pt idx="95">
                  <c:v>4800</c:v>
                </c:pt>
                <c:pt idx="96">
                  <c:v>4800</c:v>
                </c:pt>
                <c:pt idx="97">
                  <c:v>4900</c:v>
                </c:pt>
                <c:pt idx="98">
                  <c:v>4900</c:v>
                </c:pt>
                <c:pt idx="99">
                  <c:v>5000</c:v>
                </c:pt>
                <c:pt idx="100">
                  <c:v>5000</c:v>
                </c:pt>
                <c:pt idx="101">
                  <c:v>5100</c:v>
                </c:pt>
                <c:pt idx="102">
                  <c:v>5100</c:v>
                </c:pt>
                <c:pt idx="103">
                  <c:v>5200</c:v>
                </c:pt>
                <c:pt idx="104">
                  <c:v>5200</c:v>
                </c:pt>
                <c:pt idx="105">
                  <c:v>5300</c:v>
                </c:pt>
                <c:pt idx="106">
                  <c:v>5300</c:v>
                </c:pt>
                <c:pt idx="107">
                  <c:v>5400</c:v>
                </c:pt>
                <c:pt idx="108">
                  <c:v>5400</c:v>
                </c:pt>
                <c:pt idx="109">
                  <c:v>5500</c:v>
                </c:pt>
                <c:pt idx="110">
                  <c:v>5500</c:v>
                </c:pt>
                <c:pt idx="111">
                  <c:v>5600</c:v>
                </c:pt>
                <c:pt idx="112">
                  <c:v>5600</c:v>
                </c:pt>
                <c:pt idx="113">
                  <c:v>5700</c:v>
                </c:pt>
                <c:pt idx="114">
                  <c:v>5700</c:v>
                </c:pt>
                <c:pt idx="115">
                  <c:v>5800</c:v>
                </c:pt>
                <c:pt idx="116">
                  <c:v>5800</c:v>
                </c:pt>
                <c:pt idx="117">
                  <c:v>5900</c:v>
                </c:pt>
                <c:pt idx="118">
                  <c:v>5900</c:v>
                </c:pt>
                <c:pt idx="119">
                  <c:v>6000</c:v>
                </c:pt>
                <c:pt idx="120">
                  <c:v>6000</c:v>
                </c:pt>
                <c:pt idx="121">
                  <c:v>6100</c:v>
                </c:pt>
                <c:pt idx="122">
                  <c:v>6100</c:v>
                </c:pt>
                <c:pt idx="123">
                  <c:v>6200</c:v>
                </c:pt>
                <c:pt idx="124">
                  <c:v>6200</c:v>
                </c:pt>
                <c:pt idx="125">
                  <c:v>6300</c:v>
                </c:pt>
                <c:pt idx="126">
                  <c:v>6300</c:v>
                </c:pt>
                <c:pt idx="127">
                  <c:v>6400</c:v>
                </c:pt>
                <c:pt idx="128">
                  <c:v>6400</c:v>
                </c:pt>
                <c:pt idx="129">
                  <c:v>6500</c:v>
                </c:pt>
                <c:pt idx="130">
                  <c:v>6500</c:v>
                </c:pt>
                <c:pt idx="131">
                  <c:v>6600</c:v>
                </c:pt>
                <c:pt idx="132">
                  <c:v>6600</c:v>
                </c:pt>
                <c:pt idx="133">
                  <c:v>6700</c:v>
                </c:pt>
                <c:pt idx="134">
                  <c:v>6700</c:v>
                </c:pt>
                <c:pt idx="135">
                  <c:v>6800</c:v>
                </c:pt>
                <c:pt idx="136">
                  <c:v>6800</c:v>
                </c:pt>
                <c:pt idx="137">
                  <c:v>6900</c:v>
                </c:pt>
                <c:pt idx="138">
                  <c:v>6900</c:v>
                </c:pt>
                <c:pt idx="139">
                  <c:v>7000</c:v>
                </c:pt>
                <c:pt idx="140">
                  <c:v>7000</c:v>
                </c:pt>
                <c:pt idx="141">
                  <c:v>7100</c:v>
                </c:pt>
                <c:pt idx="142">
                  <c:v>7100</c:v>
                </c:pt>
                <c:pt idx="143">
                  <c:v>7200</c:v>
                </c:pt>
                <c:pt idx="144">
                  <c:v>7200</c:v>
                </c:pt>
                <c:pt idx="145">
                  <c:v>7300</c:v>
                </c:pt>
                <c:pt idx="146">
                  <c:v>7300</c:v>
                </c:pt>
                <c:pt idx="147">
                  <c:v>7400</c:v>
                </c:pt>
                <c:pt idx="148">
                  <c:v>7400</c:v>
                </c:pt>
                <c:pt idx="149">
                  <c:v>7500</c:v>
                </c:pt>
                <c:pt idx="150">
                  <c:v>7500</c:v>
                </c:pt>
                <c:pt idx="151">
                  <c:v>7600</c:v>
                </c:pt>
                <c:pt idx="152">
                  <c:v>7600</c:v>
                </c:pt>
                <c:pt idx="153">
                  <c:v>7700</c:v>
                </c:pt>
                <c:pt idx="154">
                  <c:v>7700</c:v>
                </c:pt>
                <c:pt idx="155">
                  <c:v>7800</c:v>
                </c:pt>
                <c:pt idx="156">
                  <c:v>7800</c:v>
                </c:pt>
                <c:pt idx="157">
                  <c:v>7900</c:v>
                </c:pt>
                <c:pt idx="158">
                  <c:v>7900</c:v>
                </c:pt>
                <c:pt idx="159">
                  <c:v>8000</c:v>
                </c:pt>
                <c:pt idx="160">
                  <c:v>8000</c:v>
                </c:pt>
                <c:pt idx="161">
                  <c:v>8100</c:v>
                </c:pt>
                <c:pt idx="162">
                  <c:v>8100</c:v>
                </c:pt>
                <c:pt idx="163">
                  <c:v>8200</c:v>
                </c:pt>
                <c:pt idx="164">
                  <c:v>8200</c:v>
                </c:pt>
                <c:pt idx="165">
                  <c:v>8300</c:v>
                </c:pt>
                <c:pt idx="166">
                  <c:v>8300</c:v>
                </c:pt>
                <c:pt idx="167">
                  <c:v>8400</c:v>
                </c:pt>
                <c:pt idx="168">
                  <c:v>8400</c:v>
                </c:pt>
                <c:pt idx="169">
                  <c:v>8500</c:v>
                </c:pt>
                <c:pt idx="170">
                  <c:v>8500</c:v>
                </c:pt>
                <c:pt idx="171">
                  <c:v>8600</c:v>
                </c:pt>
                <c:pt idx="172">
                  <c:v>8600</c:v>
                </c:pt>
                <c:pt idx="173">
                  <c:v>8700</c:v>
                </c:pt>
                <c:pt idx="174">
                  <c:v>8700</c:v>
                </c:pt>
                <c:pt idx="175">
                  <c:v>8800</c:v>
                </c:pt>
                <c:pt idx="176">
                  <c:v>8800</c:v>
                </c:pt>
                <c:pt idx="177">
                  <c:v>8900</c:v>
                </c:pt>
                <c:pt idx="178">
                  <c:v>8900</c:v>
                </c:pt>
                <c:pt idx="179">
                  <c:v>9000</c:v>
                </c:pt>
                <c:pt idx="180">
                  <c:v>9000</c:v>
                </c:pt>
                <c:pt idx="181">
                  <c:v>9100</c:v>
                </c:pt>
                <c:pt idx="182">
                  <c:v>9100</c:v>
                </c:pt>
                <c:pt idx="183">
                  <c:v>9200</c:v>
                </c:pt>
                <c:pt idx="184">
                  <c:v>9200</c:v>
                </c:pt>
                <c:pt idx="185">
                  <c:v>9300</c:v>
                </c:pt>
                <c:pt idx="186">
                  <c:v>9300</c:v>
                </c:pt>
                <c:pt idx="187">
                  <c:v>9400</c:v>
                </c:pt>
                <c:pt idx="188">
                  <c:v>9400</c:v>
                </c:pt>
                <c:pt idx="189">
                  <c:v>9500</c:v>
                </c:pt>
                <c:pt idx="190">
                  <c:v>9500</c:v>
                </c:pt>
                <c:pt idx="191">
                  <c:v>9600</c:v>
                </c:pt>
                <c:pt idx="192">
                  <c:v>9600</c:v>
                </c:pt>
                <c:pt idx="193">
                  <c:v>9700</c:v>
                </c:pt>
                <c:pt idx="194">
                  <c:v>9700</c:v>
                </c:pt>
                <c:pt idx="195">
                  <c:v>9800</c:v>
                </c:pt>
                <c:pt idx="196">
                  <c:v>9800</c:v>
                </c:pt>
                <c:pt idx="197">
                  <c:v>9900</c:v>
                </c:pt>
                <c:pt idx="198">
                  <c:v>9900</c:v>
                </c:pt>
                <c:pt idx="199">
                  <c:v>10000</c:v>
                </c:pt>
                <c:pt idx="200">
                  <c:v>10000</c:v>
                </c:pt>
                <c:pt idx="201">
                  <c:v>10100</c:v>
                </c:pt>
                <c:pt idx="202">
                  <c:v>10100</c:v>
                </c:pt>
                <c:pt idx="203">
                  <c:v>10200</c:v>
                </c:pt>
                <c:pt idx="204">
                  <c:v>10200</c:v>
                </c:pt>
                <c:pt idx="205">
                  <c:v>10300</c:v>
                </c:pt>
                <c:pt idx="206">
                  <c:v>10300</c:v>
                </c:pt>
                <c:pt idx="207">
                  <c:v>10400</c:v>
                </c:pt>
                <c:pt idx="208">
                  <c:v>10400</c:v>
                </c:pt>
                <c:pt idx="209">
                  <c:v>10500</c:v>
                </c:pt>
                <c:pt idx="210">
                  <c:v>10500</c:v>
                </c:pt>
                <c:pt idx="211">
                  <c:v>10600</c:v>
                </c:pt>
                <c:pt idx="212">
                  <c:v>10600</c:v>
                </c:pt>
                <c:pt idx="213">
                  <c:v>10700</c:v>
                </c:pt>
                <c:pt idx="214">
                  <c:v>10700</c:v>
                </c:pt>
                <c:pt idx="215">
                  <c:v>10800</c:v>
                </c:pt>
                <c:pt idx="216">
                  <c:v>10800</c:v>
                </c:pt>
                <c:pt idx="217">
                  <c:v>10900</c:v>
                </c:pt>
                <c:pt idx="218">
                  <c:v>10900</c:v>
                </c:pt>
                <c:pt idx="219">
                  <c:v>11000</c:v>
                </c:pt>
                <c:pt idx="220">
                  <c:v>11000</c:v>
                </c:pt>
                <c:pt idx="221">
                  <c:v>11100</c:v>
                </c:pt>
                <c:pt idx="222">
                  <c:v>11100</c:v>
                </c:pt>
                <c:pt idx="223">
                  <c:v>11200</c:v>
                </c:pt>
                <c:pt idx="224">
                  <c:v>11200</c:v>
                </c:pt>
                <c:pt idx="225">
                  <c:v>11300</c:v>
                </c:pt>
                <c:pt idx="226">
                  <c:v>11300</c:v>
                </c:pt>
                <c:pt idx="227">
                  <c:v>11400</c:v>
                </c:pt>
                <c:pt idx="228">
                  <c:v>11400</c:v>
                </c:pt>
                <c:pt idx="229">
                  <c:v>11500</c:v>
                </c:pt>
                <c:pt idx="230">
                  <c:v>11500</c:v>
                </c:pt>
                <c:pt idx="231">
                  <c:v>11600</c:v>
                </c:pt>
                <c:pt idx="232">
                  <c:v>11600</c:v>
                </c:pt>
                <c:pt idx="233">
                  <c:v>11700</c:v>
                </c:pt>
                <c:pt idx="234">
                  <c:v>11700</c:v>
                </c:pt>
                <c:pt idx="235">
                  <c:v>11800</c:v>
                </c:pt>
                <c:pt idx="236">
                  <c:v>11800</c:v>
                </c:pt>
                <c:pt idx="237">
                  <c:v>11900</c:v>
                </c:pt>
                <c:pt idx="238">
                  <c:v>11900</c:v>
                </c:pt>
                <c:pt idx="239">
                  <c:v>12000</c:v>
                </c:pt>
                <c:pt idx="240">
                  <c:v>12000</c:v>
                </c:pt>
                <c:pt idx="241">
                  <c:v>12100</c:v>
                </c:pt>
                <c:pt idx="242">
                  <c:v>12100</c:v>
                </c:pt>
                <c:pt idx="243">
                  <c:v>12200</c:v>
                </c:pt>
                <c:pt idx="244">
                  <c:v>12200</c:v>
                </c:pt>
                <c:pt idx="245">
                  <c:v>12300</c:v>
                </c:pt>
                <c:pt idx="246">
                  <c:v>12300</c:v>
                </c:pt>
                <c:pt idx="247">
                  <c:v>12400</c:v>
                </c:pt>
                <c:pt idx="248">
                  <c:v>12400</c:v>
                </c:pt>
                <c:pt idx="249">
                  <c:v>12500</c:v>
                </c:pt>
                <c:pt idx="250">
                  <c:v>12500</c:v>
                </c:pt>
                <c:pt idx="251">
                  <c:v>12600</c:v>
                </c:pt>
                <c:pt idx="252">
                  <c:v>12600</c:v>
                </c:pt>
                <c:pt idx="253">
                  <c:v>12700</c:v>
                </c:pt>
                <c:pt idx="254">
                  <c:v>12700</c:v>
                </c:pt>
                <c:pt idx="255">
                  <c:v>12800</c:v>
                </c:pt>
                <c:pt idx="256">
                  <c:v>12800</c:v>
                </c:pt>
                <c:pt idx="257">
                  <c:v>12900</c:v>
                </c:pt>
                <c:pt idx="258">
                  <c:v>12900</c:v>
                </c:pt>
                <c:pt idx="259">
                  <c:v>13000</c:v>
                </c:pt>
                <c:pt idx="260">
                  <c:v>13000</c:v>
                </c:pt>
                <c:pt idx="261">
                  <c:v>13100</c:v>
                </c:pt>
                <c:pt idx="262">
                  <c:v>13100</c:v>
                </c:pt>
                <c:pt idx="263">
                  <c:v>13200</c:v>
                </c:pt>
                <c:pt idx="264">
                  <c:v>13200</c:v>
                </c:pt>
                <c:pt idx="265">
                  <c:v>13300</c:v>
                </c:pt>
                <c:pt idx="266">
                  <c:v>13300</c:v>
                </c:pt>
                <c:pt idx="267">
                  <c:v>13400</c:v>
                </c:pt>
                <c:pt idx="268">
                  <c:v>13400</c:v>
                </c:pt>
                <c:pt idx="269">
                  <c:v>13500</c:v>
                </c:pt>
                <c:pt idx="270">
                  <c:v>13500</c:v>
                </c:pt>
                <c:pt idx="271">
                  <c:v>13600</c:v>
                </c:pt>
                <c:pt idx="272">
                  <c:v>13600</c:v>
                </c:pt>
                <c:pt idx="273">
                  <c:v>13700</c:v>
                </c:pt>
                <c:pt idx="274">
                  <c:v>13700</c:v>
                </c:pt>
                <c:pt idx="275">
                  <c:v>13800</c:v>
                </c:pt>
                <c:pt idx="276">
                  <c:v>13800</c:v>
                </c:pt>
                <c:pt idx="277">
                  <c:v>13900</c:v>
                </c:pt>
                <c:pt idx="278">
                  <c:v>13900</c:v>
                </c:pt>
                <c:pt idx="279">
                  <c:v>14000</c:v>
                </c:pt>
                <c:pt idx="280">
                  <c:v>14000</c:v>
                </c:pt>
                <c:pt idx="281">
                  <c:v>14100</c:v>
                </c:pt>
                <c:pt idx="282">
                  <c:v>14100</c:v>
                </c:pt>
                <c:pt idx="283">
                  <c:v>14200</c:v>
                </c:pt>
                <c:pt idx="284">
                  <c:v>14200</c:v>
                </c:pt>
                <c:pt idx="285">
                  <c:v>14300</c:v>
                </c:pt>
                <c:pt idx="286">
                  <c:v>14300</c:v>
                </c:pt>
                <c:pt idx="287">
                  <c:v>14400</c:v>
                </c:pt>
                <c:pt idx="288">
                  <c:v>14400</c:v>
                </c:pt>
                <c:pt idx="289">
                  <c:v>14500</c:v>
                </c:pt>
                <c:pt idx="290">
                  <c:v>14500</c:v>
                </c:pt>
                <c:pt idx="291">
                  <c:v>14600</c:v>
                </c:pt>
                <c:pt idx="292">
                  <c:v>14600</c:v>
                </c:pt>
                <c:pt idx="293">
                  <c:v>14700</c:v>
                </c:pt>
                <c:pt idx="294">
                  <c:v>14700</c:v>
                </c:pt>
                <c:pt idx="295">
                  <c:v>14800</c:v>
                </c:pt>
                <c:pt idx="296">
                  <c:v>14800</c:v>
                </c:pt>
                <c:pt idx="297">
                  <c:v>14900</c:v>
                </c:pt>
                <c:pt idx="298">
                  <c:v>14900</c:v>
                </c:pt>
                <c:pt idx="299">
                  <c:v>15000</c:v>
                </c:pt>
                <c:pt idx="300">
                  <c:v>15000</c:v>
                </c:pt>
                <c:pt idx="301">
                  <c:v>15100</c:v>
                </c:pt>
                <c:pt idx="302">
                  <c:v>15100</c:v>
                </c:pt>
                <c:pt idx="303">
                  <c:v>15200</c:v>
                </c:pt>
                <c:pt idx="304">
                  <c:v>15200</c:v>
                </c:pt>
                <c:pt idx="305">
                  <c:v>15300</c:v>
                </c:pt>
                <c:pt idx="306">
                  <c:v>15300</c:v>
                </c:pt>
                <c:pt idx="307">
                  <c:v>15400</c:v>
                </c:pt>
                <c:pt idx="308">
                  <c:v>15400</c:v>
                </c:pt>
                <c:pt idx="309">
                  <c:v>15500</c:v>
                </c:pt>
                <c:pt idx="310">
                  <c:v>15500</c:v>
                </c:pt>
                <c:pt idx="311">
                  <c:v>15600</c:v>
                </c:pt>
                <c:pt idx="312">
                  <c:v>15600</c:v>
                </c:pt>
                <c:pt idx="313">
                  <c:v>15700</c:v>
                </c:pt>
                <c:pt idx="314">
                  <c:v>15700</c:v>
                </c:pt>
                <c:pt idx="315">
                  <c:v>15800</c:v>
                </c:pt>
                <c:pt idx="316">
                  <c:v>15800</c:v>
                </c:pt>
                <c:pt idx="317">
                  <c:v>15900</c:v>
                </c:pt>
                <c:pt idx="318">
                  <c:v>15900</c:v>
                </c:pt>
                <c:pt idx="319">
                  <c:v>16000</c:v>
                </c:pt>
                <c:pt idx="320">
                  <c:v>16000</c:v>
                </c:pt>
                <c:pt idx="321">
                  <c:v>16100</c:v>
                </c:pt>
                <c:pt idx="322">
                  <c:v>16100</c:v>
                </c:pt>
                <c:pt idx="323">
                  <c:v>16200</c:v>
                </c:pt>
                <c:pt idx="324">
                  <c:v>16200</c:v>
                </c:pt>
                <c:pt idx="325">
                  <c:v>16300</c:v>
                </c:pt>
                <c:pt idx="326">
                  <c:v>16300</c:v>
                </c:pt>
                <c:pt idx="327">
                  <c:v>16400</c:v>
                </c:pt>
                <c:pt idx="328">
                  <c:v>16400</c:v>
                </c:pt>
                <c:pt idx="329">
                  <c:v>16500</c:v>
                </c:pt>
                <c:pt idx="330">
                  <c:v>16500</c:v>
                </c:pt>
                <c:pt idx="331">
                  <c:v>16600</c:v>
                </c:pt>
                <c:pt idx="332">
                  <c:v>16600</c:v>
                </c:pt>
                <c:pt idx="333">
                  <c:v>16700</c:v>
                </c:pt>
                <c:pt idx="334">
                  <c:v>16700</c:v>
                </c:pt>
                <c:pt idx="335">
                  <c:v>16800</c:v>
                </c:pt>
                <c:pt idx="336">
                  <c:v>16800</c:v>
                </c:pt>
                <c:pt idx="337">
                  <c:v>16900</c:v>
                </c:pt>
                <c:pt idx="338">
                  <c:v>16900</c:v>
                </c:pt>
                <c:pt idx="339">
                  <c:v>17000</c:v>
                </c:pt>
                <c:pt idx="340">
                  <c:v>17000</c:v>
                </c:pt>
                <c:pt idx="341">
                  <c:v>17100</c:v>
                </c:pt>
                <c:pt idx="342">
                  <c:v>17100</c:v>
                </c:pt>
                <c:pt idx="343">
                  <c:v>17200</c:v>
                </c:pt>
                <c:pt idx="344">
                  <c:v>17200</c:v>
                </c:pt>
                <c:pt idx="345">
                  <c:v>17300</c:v>
                </c:pt>
                <c:pt idx="346">
                  <c:v>17300</c:v>
                </c:pt>
                <c:pt idx="347">
                  <c:v>17400</c:v>
                </c:pt>
                <c:pt idx="348">
                  <c:v>17400</c:v>
                </c:pt>
                <c:pt idx="349">
                  <c:v>17500</c:v>
                </c:pt>
                <c:pt idx="350">
                  <c:v>17500</c:v>
                </c:pt>
                <c:pt idx="351">
                  <c:v>17600</c:v>
                </c:pt>
                <c:pt idx="352">
                  <c:v>17600</c:v>
                </c:pt>
                <c:pt idx="353">
                  <c:v>17700</c:v>
                </c:pt>
                <c:pt idx="354">
                  <c:v>17700</c:v>
                </c:pt>
                <c:pt idx="355">
                  <c:v>17800</c:v>
                </c:pt>
                <c:pt idx="356">
                  <c:v>17800</c:v>
                </c:pt>
                <c:pt idx="357">
                  <c:v>17900</c:v>
                </c:pt>
                <c:pt idx="358">
                  <c:v>17900</c:v>
                </c:pt>
                <c:pt idx="359">
                  <c:v>18000</c:v>
                </c:pt>
                <c:pt idx="360">
                  <c:v>18000</c:v>
                </c:pt>
                <c:pt idx="361">
                  <c:v>18100</c:v>
                </c:pt>
                <c:pt idx="362">
                  <c:v>18100</c:v>
                </c:pt>
                <c:pt idx="363">
                  <c:v>18200</c:v>
                </c:pt>
                <c:pt idx="364">
                  <c:v>18200</c:v>
                </c:pt>
                <c:pt idx="365">
                  <c:v>18300</c:v>
                </c:pt>
                <c:pt idx="366">
                  <c:v>18300</c:v>
                </c:pt>
                <c:pt idx="367">
                  <c:v>18400</c:v>
                </c:pt>
                <c:pt idx="368">
                  <c:v>18400</c:v>
                </c:pt>
                <c:pt idx="369">
                  <c:v>18500</c:v>
                </c:pt>
                <c:pt idx="370">
                  <c:v>18500</c:v>
                </c:pt>
                <c:pt idx="371">
                  <c:v>18600</c:v>
                </c:pt>
                <c:pt idx="372">
                  <c:v>18600</c:v>
                </c:pt>
                <c:pt idx="373">
                  <c:v>18700</c:v>
                </c:pt>
                <c:pt idx="374">
                  <c:v>18700</c:v>
                </c:pt>
                <c:pt idx="375">
                  <c:v>18800</c:v>
                </c:pt>
                <c:pt idx="376">
                  <c:v>18800</c:v>
                </c:pt>
                <c:pt idx="377">
                  <c:v>18900</c:v>
                </c:pt>
                <c:pt idx="378">
                  <c:v>18900</c:v>
                </c:pt>
                <c:pt idx="379">
                  <c:v>19000</c:v>
                </c:pt>
                <c:pt idx="380">
                  <c:v>19000</c:v>
                </c:pt>
                <c:pt idx="381">
                  <c:v>19100</c:v>
                </c:pt>
                <c:pt idx="382">
                  <c:v>19100</c:v>
                </c:pt>
                <c:pt idx="383">
                  <c:v>19200</c:v>
                </c:pt>
                <c:pt idx="384">
                  <c:v>19200</c:v>
                </c:pt>
                <c:pt idx="385">
                  <c:v>19300</c:v>
                </c:pt>
                <c:pt idx="386">
                  <c:v>19300</c:v>
                </c:pt>
                <c:pt idx="387">
                  <c:v>19400</c:v>
                </c:pt>
                <c:pt idx="388">
                  <c:v>19400</c:v>
                </c:pt>
                <c:pt idx="389">
                  <c:v>19500</c:v>
                </c:pt>
                <c:pt idx="390">
                  <c:v>19500</c:v>
                </c:pt>
                <c:pt idx="391">
                  <c:v>19600</c:v>
                </c:pt>
                <c:pt idx="392">
                  <c:v>19600</c:v>
                </c:pt>
                <c:pt idx="393">
                  <c:v>19700</c:v>
                </c:pt>
                <c:pt idx="394">
                  <c:v>19700</c:v>
                </c:pt>
                <c:pt idx="395">
                  <c:v>19800</c:v>
                </c:pt>
                <c:pt idx="396">
                  <c:v>19800</c:v>
                </c:pt>
                <c:pt idx="397">
                  <c:v>19900</c:v>
                </c:pt>
                <c:pt idx="398">
                  <c:v>19900</c:v>
                </c:pt>
                <c:pt idx="399">
                  <c:v>20000</c:v>
                </c:pt>
                <c:pt idx="400">
                  <c:v>20000</c:v>
                </c:pt>
                <c:pt idx="401">
                  <c:v>20100</c:v>
                </c:pt>
                <c:pt idx="402">
                  <c:v>20100</c:v>
                </c:pt>
                <c:pt idx="403">
                  <c:v>20200</c:v>
                </c:pt>
                <c:pt idx="404">
                  <c:v>20200</c:v>
                </c:pt>
                <c:pt idx="405">
                  <c:v>20300</c:v>
                </c:pt>
                <c:pt idx="406">
                  <c:v>20300</c:v>
                </c:pt>
                <c:pt idx="407">
                  <c:v>20400</c:v>
                </c:pt>
                <c:pt idx="408">
                  <c:v>20400</c:v>
                </c:pt>
                <c:pt idx="409">
                  <c:v>20500</c:v>
                </c:pt>
                <c:pt idx="410">
                  <c:v>20500</c:v>
                </c:pt>
                <c:pt idx="411">
                  <c:v>20600</c:v>
                </c:pt>
                <c:pt idx="412">
                  <c:v>20600</c:v>
                </c:pt>
                <c:pt idx="413">
                  <c:v>20700</c:v>
                </c:pt>
                <c:pt idx="414">
                  <c:v>20700</c:v>
                </c:pt>
                <c:pt idx="415">
                  <c:v>20800</c:v>
                </c:pt>
                <c:pt idx="416">
                  <c:v>20800</c:v>
                </c:pt>
                <c:pt idx="417">
                  <c:v>20900</c:v>
                </c:pt>
                <c:pt idx="418">
                  <c:v>20900</c:v>
                </c:pt>
                <c:pt idx="419">
                  <c:v>21000</c:v>
                </c:pt>
                <c:pt idx="420">
                  <c:v>21000</c:v>
                </c:pt>
                <c:pt idx="421">
                  <c:v>21100</c:v>
                </c:pt>
                <c:pt idx="422">
                  <c:v>21100</c:v>
                </c:pt>
                <c:pt idx="423">
                  <c:v>21200</c:v>
                </c:pt>
                <c:pt idx="424">
                  <c:v>21200</c:v>
                </c:pt>
                <c:pt idx="425">
                  <c:v>21300</c:v>
                </c:pt>
                <c:pt idx="426">
                  <c:v>21300</c:v>
                </c:pt>
                <c:pt idx="427">
                  <c:v>21400</c:v>
                </c:pt>
                <c:pt idx="428">
                  <c:v>21400</c:v>
                </c:pt>
                <c:pt idx="429">
                  <c:v>21500</c:v>
                </c:pt>
                <c:pt idx="430">
                  <c:v>21500</c:v>
                </c:pt>
                <c:pt idx="431">
                  <c:v>21600</c:v>
                </c:pt>
                <c:pt idx="432">
                  <c:v>21600</c:v>
                </c:pt>
                <c:pt idx="433">
                  <c:v>21700</c:v>
                </c:pt>
                <c:pt idx="434">
                  <c:v>21700</c:v>
                </c:pt>
                <c:pt idx="435">
                  <c:v>21800</c:v>
                </c:pt>
                <c:pt idx="436">
                  <c:v>21800</c:v>
                </c:pt>
                <c:pt idx="437">
                  <c:v>21900</c:v>
                </c:pt>
                <c:pt idx="438">
                  <c:v>21900</c:v>
                </c:pt>
                <c:pt idx="439">
                  <c:v>22000</c:v>
                </c:pt>
                <c:pt idx="440">
                  <c:v>22000</c:v>
                </c:pt>
                <c:pt idx="441">
                  <c:v>22100</c:v>
                </c:pt>
                <c:pt idx="442">
                  <c:v>22100</c:v>
                </c:pt>
                <c:pt idx="443">
                  <c:v>22200</c:v>
                </c:pt>
                <c:pt idx="444">
                  <c:v>22200</c:v>
                </c:pt>
                <c:pt idx="445">
                  <c:v>22300</c:v>
                </c:pt>
                <c:pt idx="446">
                  <c:v>22300</c:v>
                </c:pt>
                <c:pt idx="447">
                  <c:v>22400</c:v>
                </c:pt>
                <c:pt idx="448">
                  <c:v>22400</c:v>
                </c:pt>
                <c:pt idx="449">
                  <c:v>22500</c:v>
                </c:pt>
                <c:pt idx="450">
                  <c:v>22500</c:v>
                </c:pt>
                <c:pt idx="451">
                  <c:v>22600</c:v>
                </c:pt>
                <c:pt idx="452">
                  <c:v>22600</c:v>
                </c:pt>
                <c:pt idx="453">
                  <c:v>22700</c:v>
                </c:pt>
                <c:pt idx="454">
                  <c:v>22700</c:v>
                </c:pt>
                <c:pt idx="455">
                  <c:v>22800</c:v>
                </c:pt>
                <c:pt idx="456">
                  <c:v>22800</c:v>
                </c:pt>
                <c:pt idx="457">
                  <c:v>22900</c:v>
                </c:pt>
                <c:pt idx="458">
                  <c:v>22900</c:v>
                </c:pt>
                <c:pt idx="459">
                  <c:v>23000</c:v>
                </c:pt>
                <c:pt idx="460">
                  <c:v>23000</c:v>
                </c:pt>
                <c:pt idx="461">
                  <c:v>23100</c:v>
                </c:pt>
                <c:pt idx="462">
                  <c:v>23100</c:v>
                </c:pt>
                <c:pt idx="463">
                  <c:v>23200</c:v>
                </c:pt>
                <c:pt idx="464">
                  <c:v>23200</c:v>
                </c:pt>
                <c:pt idx="465">
                  <c:v>23300</c:v>
                </c:pt>
                <c:pt idx="466">
                  <c:v>23300</c:v>
                </c:pt>
                <c:pt idx="467">
                  <c:v>23400</c:v>
                </c:pt>
                <c:pt idx="468">
                  <c:v>23400</c:v>
                </c:pt>
                <c:pt idx="469">
                  <c:v>23500</c:v>
                </c:pt>
                <c:pt idx="470">
                  <c:v>23500</c:v>
                </c:pt>
                <c:pt idx="471">
                  <c:v>23600</c:v>
                </c:pt>
                <c:pt idx="472">
                  <c:v>23600</c:v>
                </c:pt>
                <c:pt idx="473">
                  <c:v>23700</c:v>
                </c:pt>
                <c:pt idx="474">
                  <c:v>23700</c:v>
                </c:pt>
                <c:pt idx="475">
                  <c:v>23800</c:v>
                </c:pt>
                <c:pt idx="476">
                  <c:v>23800</c:v>
                </c:pt>
                <c:pt idx="477">
                  <c:v>23900</c:v>
                </c:pt>
                <c:pt idx="478">
                  <c:v>23900</c:v>
                </c:pt>
                <c:pt idx="479">
                  <c:v>24000</c:v>
                </c:pt>
                <c:pt idx="480">
                  <c:v>24000</c:v>
                </c:pt>
                <c:pt idx="481">
                  <c:v>24100</c:v>
                </c:pt>
                <c:pt idx="482">
                  <c:v>24100</c:v>
                </c:pt>
                <c:pt idx="483">
                  <c:v>24200</c:v>
                </c:pt>
                <c:pt idx="484">
                  <c:v>24200</c:v>
                </c:pt>
                <c:pt idx="485">
                  <c:v>24300</c:v>
                </c:pt>
                <c:pt idx="486">
                  <c:v>24300</c:v>
                </c:pt>
                <c:pt idx="487">
                  <c:v>24400</c:v>
                </c:pt>
                <c:pt idx="488">
                  <c:v>24400</c:v>
                </c:pt>
                <c:pt idx="489">
                  <c:v>24500</c:v>
                </c:pt>
                <c:pt idx="490">
                  <c:v>24500</c:v>
                </c:pt>
                <c:pt idx="491">
                  <c:v>24600</c:v>
                </c:pt>
                <c:pt idx="492">
                  <c:v>24600</c:v>
                </c:pt>
                <c:pt idx="493">
                  <c:v>24700</c:v>
                </c:pt>
                <c:pt idx="494">
                  <c:v>24700</c:v>
                </c:pt>
                <c:pt idx="495">
                  <c:v>24800</c:v>
                </c:pt>
                <c:pt idx="496">
                  <c:v>24800</c:v>
                </c:pt>
                <c:pt idx="497">
                  <c:v>24900</c:v>
                </c:pt>
                <c:pt idx="498">
                  <c:v>24900</c:v>
                </c:pt>
                <c:pt idx="499">
                  <c:v>25000</c:v>
                </c:pt>
                <c:pt idx="500">
                  <c:v>25000</c:v>
                </c:pt>
                <c:pt idx="501">
                  <c:v>25100</c:v>
                </c:pt>
                <c:pt idx="502">
                  <c:v>25100</c:v>
                </c:pt>
                <c:pt idx="503">
                  <c:v>25200</c:v>
                </c:pt>
                <c:pt idx="504">
                  <c:v>25200</c:v>
                </c:pt>
                <c:pt idx="505">
                  <c:v>25300</c:v>
                </c:pt>
                <c:pt idx="506">
                  <c:v>25300</c:v>
                </c:pt>
                <c:pt idx="507">
                  <c:v>25400</c:v>
                </c:pt>
                <c:pt idx="508">
                  <c:v>25400</c:v>
                </c:pt>
                <c:pt idx="509">
                  <c:v>25500</c:v>
                </c:pt>
                <c:pt idx="510">
                  <c:v>25500</c:v>
                </c:pt>
                <c:pt idx="511">
                  <c:v>25600</c:v>
                </c:pt>
                <c:pt idx="512">
                  <c:v>25600</c:v>
                </c:pt>
                <c:pt idx="513">
                  <c:v>25700</c:v>
                </c:pt>
                <c:pt idx="514">
                  <c:v>25700</c:v>
                </c:pt>
                <c:pt idx="515">
                  <c:v>25800</c:v>
                </c:pt>
                <c:pt idx="516">
                  <c:v>25800</c:v>
                </c:pt>
                <c:pt idx="517">
                  <c:v>25900</c:v>
                </c:pt>
                <c:pt idx="518">
                  <c:v>25900</c:v>
                </c:pt>
                <c:pt idx="519">
                  <c:v>26000</c:v>
                </c:pt>
                <c:pt idx="520">
                  <c:v>26000</c:v>
                </c:pt>
                <c:pt idx="521">
                  <c:v>26100</c:v>
                </c:pt>
                <c:pt idx="522">
                  <c:v>26100</c:v>
                </c:pt>
                <c:pt idx="523">
                  <c:v>26200</c:v>
                </c:pt>
                <c:pt idx="524">
                  <c:v>26200</c:v>
                </c:pt>
                <c:pt idx="525">
                  <c:v>26300</c:v>
                </c:pt>
                <c:pt idx="526">
                  <c:v>26300</c:v>
                </c:pt>
                <c:pt idx="527">
                  <c:v>26400</c:v>
                </c:pt>
                <c:pt idx="528">
                  <c:v>26400</c:v>
                </c:pt>
                <c:pt idx="529">
                  <c:v>26500</c:v>
                </c:pt>
                <c:pt idx="530">
                  <c:v>26500</c:v>
                </c:pt>
                <c:pt idx="531">
                  <c:v>26600</c:v>
                </c:pt>
                <c:pt idx="532">
                  <c:v>26600</c:v>
                </c:pt>
                <c:pt idx="533">
                  <c:v>26700</c:v>
                </c:pt>
                <c:pt idx="534">
                  <c:v>26700</c:v>
                </c:pt>
                <c:pt idx="535">
                  <c:v>26800</c:v>
                </c:pt>
                <c:pt idx="536">
                  <c:v>26800</c:v>
                </c:pt>
                <c:pt idx="537">
                  <c:v>26900</c:v>
                </c:pt>
                <c:pt idx="538">
                  <c:v>26900</c:v>
                </c:pt>
                <c:pt idx="539">
                  <c:v>27000</c:v>
                </c:pt>
                <c:pt idx="540">
                  <c:v>27000</c:v>
                </c:pt>
                <c:pt idx="541">
                  <c:v>27100</c:v>
                </c:pt>
                <c:pt idx="542">
                  <c:v>27100</c:v>
                </c:pt>
                <c:pt idx="543">
                  <c:v>27200</c:v>
                </c:pt>
                <c:pt idx="544">
                  <c:v>27200</c:v>
                </c:pt>
                <c:pt idx="545">
                  <c:v>27300</c:v>
                </c:pt>
                <c:pt idx="546">
                  <c:v>27300</c:v>
                </c:pt>
                <c:pt idx="547">
                  <c:v>27400</c:v>
                </c:pt>
                <c:pt idx="548">
                  <c:v>27400</c:v>
                </c:pt>
                <c:pt idx="549">
                  <c:v>27500</c:v>
                </c:pt>
                <c:pt idx="550">
                  <c:v>27500</c:v>
                </c:pt>
                <c:pt idx="551">
                  <c:v>27600</c:v>
                </c:pt>
                <c:pt idx="552">
                  <c:v>27600</c:v>
                </c:pt>
                <c:pt idx="553">
                  <c:v>27700</c:v>
                </c:pt>
                <c:pt idx="554">
                  <c:v>27700</c:v>
                </c:pt>
                <c:pt idx="555">
                  <c:v>27800</c:v>
                </c:pt>
                <c:pt idx="556">
                  <c:v>27800</c:v>
                </c:pt>
                <c:pt idx="557">
                  <c:v>27900</c:v>
                </c:pt>
                <c:pt idx="558">
                  <c:v>27900</c:v>
                </c:pt>
                <c:pt idx="559">
                  <c:v>28000</c:v>
                </c:pt>
                <c:pt idx="560">
                  <c:v>28000</c:v>
                </c:pt>
                <c:pt idx="561">
                  <c:v>28100</c:v>
                </c:pt>
                <c:pt idx="562">
                  <c:v>28100</c:v>
                </c:pt>
                <c:pt idx="563">
                  <c:v>28200</c:v>
                </c:pt>
                <c:pt idx="564">
                  <c:v>28200</c:v>
                </c:pt>
                <c:pt idx="565">
                  <c:v>28300</c:v>
                </c:pt>
                <c:pt idx="566">
                  <c:v>28300</c:v>
                </c:pt>
                <c:pt idx="567">
                  <c:v>28400</c:v>
                </c:pt>
                <c:pt idx="568">
                  <c:v>28400</c:v>
                </c:pt>
                <c:pt idx="569">
                  <c:v>28500</c:v>
                </c:pt>
                <c:pt idx="570">
                  <c:v>28500</c:v>
                </c:pt>
                <c:pt idx="571">
                  <c:v>28600</c:v>
                </c:pt>
                <c:pt idx="572">
                  <c:v>28600</c:v>
                </c:pt>
                <c:pt idx="573">
                  <c:v>28700</c:v>
                </c:pt>
                <c:pt idx="574">
                  <c:v>28700</c:v>
                </c:pt>
                <c:pt idx="575">
                  <c:v>28800</c:v>
                </c:pt>
                <c:pt idx="576">
                  <c:v>28800</c:v>
                </c:pt>
                <c:pt idx="577">
                  <c:v>28900</c:v>
                </c:pt>
                <c:pt idx="578">
                  <c:v>28900</c:v>
                </c:pt>
                <c:pt idx="579">
                  <c:v>29000</c:v>
                </c:pt>
                <c:pt idx="580">
                  <c:v>29000</c:v>
                </c:pt>
                <c:pt idx="581">
                  <c:v>29100</c:v>
                </c:pt>
                <c:pt idx="582">
                  <c:v>29100</c:v>
                </c:pt>
                <c:pt idx="583">
                  <c:v>29200</c:v>
                </c:pt>
                <c:pt idx="584">
                  <c:v>29200</c:v>
                </c:pt>
                <c:pt idx="585">
                  <c:v>29300</c:v>
                </c:pt>
                <c:pt idx="586">
                  <c:v>29300</c:v>
                </c:pt>
                <c:pt idx="587">
                  <c:v>29400</c:v>
                </c:pt>
                <c:pt idx="588">
                  <c:v>29400</c:v>
                </c:pt>
                <c:pt idx="589">
                  <c:v>29500</c:v>
                </c:pt>
                <c:pt idx="590">
                  <c:v>29500</c:v>
                </c:pt>
                <c:pt idx="591">
                  <c:v>29600</c:v>
                </c:pt>
                <c:pt idx="592">
                  <c:v>29600</c:v>
                </c:pt>
                <c:pt idx="593">
                  <c:v>29700</c:v>
                </c:pt>
                <c:pt idx="594">
                  <c:v>29700</c:v>
                </c:pt>
                <c:pt idx="595">
                  <c:v>29800</c:v>
                </c:pt>
                <c:pt idx="596">
                  <c:v>29800</c:v>
                </c:pt>
                <c:pt idx="597">
                  <c:v>29900</c:v>
                </c:pt>
                <c:pt idx="598">
                  <c:v>29900</c:v>
                </c:pt>
                <c:pt idx="599">
                  <c:v>30000</c:v>
                </c:pt>
                <c:pt idx="600">
                  <c:v>30000</c:v>
                </c:pt>
              </c:numCache>
            </c:numRef>
          </c:xVal>
          <c:yVal>
            <c:numRef>
              <c:f>'Chart Data'!$B$2:$B$602</c:f>
              <c:numCache>
                <c:formatCode>0%</c:formatCode>
                <c:ptCount val="6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0.05</c:v>
                </c:pt>
                <c:pt idx="39">
                  <c:v>0.05</c:v>
                </c:pt>
                <c:pt idx="40">
                  <c:v>0.1</c:v>
                </c:pt>
                <c:pt idx="41">
                  <c:v>0.1</c:v>
                </c:pt>
                <c:pt idx="42">
                  <c:v>0.1</c:v>
                </c:pt>
                <c:pt idx="43">
                  <c:v>0.1</c:v>
                </c:pt>
                <c:pt idx="44">
                  <c:v>0.15</c:v>
                </c:pt>
                <c:pt idx="45">
                  <c:v>0.15</c:v>
                </c:pt>
                <c:pt idx="46">
                  <c:v>0.2</c:v>
                </c:pt>
                <c:pt idx="47">
                  <c:v>0.2</c:v>
                </c:pt>
                <c:pt idx="48">
                  <c:v>0.2</c:v>
                </c:pt>
                <c:pt idx="49">
                  <c:v>0.2</c:v>
                </c:pt>
                <c:pt idx="50">
                  <c:v>0.2</c:v>
                </c:pt>
                <c:pt idx="51">
                  <c:v>0.2</c:v>
                </c:pt>
                <c:pt idx="52">
                  <c:v>0.2</c:v>
                </c:pt>
                <c:pt idx="53">
                  <c:v>0.2</c:v>
                </c:pt>
                <c:pt idx="54">
                  <c:v>0.25</c:v>
                </c:pt>
                <c:pt idx="55">
                  <c:v>0.25</c:v>
                </c:pt>
                <c:pt idx="56">
                  <c:v>0.25</c:v>
                </c:pt>
                <c:pt idx="57">
                  <c:v>0.25</c:v>
                </c:pt>
                <c:pt idx="58">
                  <c:v>0.3</c:v>
                </c:pt>
                <c:pt idx="59">
                  <c:v>0.3</c:v>
                </c:pt>
                <c:pt idx="60">
                  <c:v>0.35</c:v>
                </c:pt>
                <c:pt idx="61">
                  <c:v>0.35</c:v>
                </c:pt>
                <c:pt idx="62">
                  <c:v>0.35</c:v>
                </c:pt>
                <c:pt idx="63">
                  <c:v>0.35</c:v>
                </c:pt>
                <c:pt idx="64">
                  <c:v>0.4</c:v>
                </c:pt>
                <c:pt idx="65">
                  <c:v>0.4</c:v>
                </c:pt>
                <c:pt idx="66">
                  <c:v>0.4</c:v>
                </c:pt>
                <c:pt idx="67">
                  <c:v>0.4</c:v>
                </c:pt>
                <c:pt idx="68">
                  <c:v>0.4</c:v>
                </c:pt>
                <c:pt idx="69">
                  <c:v>0.4</c:v>
                </c:pt>
                <c:pt idx="70">
                  <c:v>0.45</c:v>
                </c:pt>
                <c:pt idx="71">
                  <c:v>0.45</c:v>
                </c:pt>
                <c:pt idx="72">
                  <c:v>0.45</c:v>
                </c:pt>
                <c:pt idx="73">
                  <c:v>0.45</c:v>
                </c:pt>
                <c:pt idx="74">
                  <c:v>0.5</c:v>
                </c:pt>
                <c:pt idx="75">
                  <c:v>0.5</c:v>
                </c:pt>
                <c:pt idx="76">
                  <c:v>0.5</c:v>
                </c:pt>
                <c:pt idx="77">
                  <c:v>0.5</c:v>
                </c:pt>
                <c:pt idx="78">
                  <c:v>0.5</c:v>
                </c:pt>
                <c:pt idx="79">
                  <c:v>0.5</c:v>
                </c:pt>
                <c:pt idx="80">
                  <c:v>0.5</c:v>
                </c:pt>
                <c:pt idx="81">
                  <c:v>0.5</c:v>
                </c:pt>
                <c:pt idx="82">
                  <c:v>0.5</c:v>
                </c:pt>
                <c:pt idx="83">
                  <c:v>0.5</c:v>
                </c:pt>
                <c:pt idx="84">
                  <c:v>0.5</c:v>
                </c:pt>
                <c:pt idx="85">
                  <c:v>0.5</c:v>
                </c:pt>
                <c:pt idx="86">
                  <c:v>0.5</c:v>
                </c:pt>
                <c:pt idx="87">
                  <c:v>0.5</c:v>
                </c:pt>
                <c:pt idx="88">
                  <c:v>0.6</c:v>
                </c:pt>
                <c:pt idx="89">
                  <c:v>0.6</c:v>
                </c:pt>
                <c:pt idx="90">
                  <c:v>0.6</c:v>
                </c:pt>
                <c:pt idx="91">
                  <c:v>0.6</c:v>
                </c:pt>
                <c:pt idx="92">
                  <c:v>0.6</c:v>
                </c:pt>
                <c:pt idx="93">
                  <c:v>0.6</c:v>
                </c:pt>
                <c:pt idx="94">
                  <c:v>0.6</c:v>
                </c:pt>
                <c:pt idx="95">
                  <c:v>0.6</c:v>
                </c:pt>
                <c:pt idx="96">
                  <c:v>0.6</c:v>
                </c:pt>
                <c:pt idx="97">
                  <c:v>0.6</c:v>
                </c:pt>
                <c:pt idx="98">
                  <c:v>0.6</c:v>
                </c:pt>
                <c:pt idx="99">
                  <c:v>0.6</c:v>
                </c:pt>
                <c:pt idx="100">
                  <c:v>0.65</c:v>
                </c:pt>
                <c:pt idx="101">
                  <c:v>0.65</c:v>
                </c:pt>
                <c:pt idx="102">
                  <c:v>0.65</c:v>
                </c:pt>
                <c:pt idx="103">
                  <c:v>0.65</c:v>
                </c:pt>
                <c:pt idx="104">
                  <c:v>0.65</c:v>
                </c:pt>
                <c:pt idx="105">
                  <c:v>0.65</c:v>
                </c:pt>
                <c:pt idx="106">
                  <c:v>0.65</c:v>
                </c:pt>
                <c:pt idx="107">
                  <c:v>0.65</c:v>
                </c:pt>
                <c:pt idx="108">
                  <c:v>0.7</c:v>
                </c:pt>
                <c:pt idx="109">
                  <c:v>0.7</c:v>
                </c:pt>
                <c:pt idx="110">
                  <c:v>0.7</c:v>
                </c:pt>
                <c:pt idx="111">
                  <c:v>0.7</c:v>
                </c:pt>
                <c:pt idx="112">
                  <c:v>0.7</c:v>
                </c:pt>
                <c:pt idx="113">
                  <c:v>0.7</c:v>
                </c:pt>
                <c:pt idx="114">
                  <c:v>0.7</c:v>
                </c:pt>
                <c:pt idx="115">
                  <c:v>0.7</c:v>
                </c:pt>
                <c:pt idx="116">
                  <c:v>0.75</c:v>
                </c:pt>
                <c:pt idx="117">
                  <c:v>0.75</c:v>
                </c:pt>
                <c:pt idx="118">
                  <c:v>0.75</c:v>
                </c:pt>
                <c:pt idx="119">
                  <c:v>0.75</c:v>
                </c:pt>
                <c:pt idx="120">
                  <c:v>0.8</c:v>
                </c:pt>
                <c:pt idx="121">
                  <c:v>0.8</c:v>
                </c:pt>
                <c:pt idx="122">
                  <c:v>0.8</c:v>
                </c:pt>
                <c:pt idx="123">
                  <c:v>0.8</c:v>
                </c:pt>
                <c:pt idx="124">
                  <c:v>0.8</c:v>
                </c:pt>
                <c:pt idx="125">
                  <c:v>0.8</c:v>
                </c:pt>
                <c:pt idx="126">
                  <c:v>0.8</c:v>
                </c:pt>
                <c:pt idx="127">
                  <c:v>0.8</c:v>
                </c:pt>
                <c:pt idx="128">
                  <c:v>0.8</c:v>
                </c:pt>
                <c:pt idx="129">
                  <c:v>0.8</c:v>
                </c:pt>
                <c:pt idx="130">
                  <c:v>0.8</c:v>
                </c:pt>
                <c:pt idx="131">
                  <c:v>0.8</c:v>
                </c:pt>
                <c:pt idx="132">
                  <c:v>0.8</c:v>
                </c:pt>
                <c:pt idx="133">
                  <c:v>0.8</c:v>
                </c:pt>
                <c:pt idx="134">
                  <c:v>0.8</c:v>
                </c:pt>
                <c:pt idx="135">
                  <c:v>0.8</c:v>
                </c:pt>
                <c:pt idx="136">
                  <c:v>0.8</c:v>
                </c:pt>
                <c:pt idx="137">
                  <c:v>0.8</c:v>
                </c:pt>
                <c:pt idx="138">
                  <c:v>0.85</c:v>
                </c:pt>
                <c:pt idx="139">
                  <c:v>0.85</c:v>
                </c:pt>
                <c:pt idx="140">
                  <c:v>0.85</c:v>
                </c:pt>
                <c:pt idx="141">
                  <c:v>0.85</c:v>
                </c:pt>
                <c:pt idx="142">
                  <c:v>0.85</c:v>
                </c:pt>
                <c:pt idx="143">
                  <c:v>0.85</c:v>
                </c:pt>
                <c:pt idx="144">
                  <c:v>0.85</c:v>
                </c:pt>
                <c:pt idx="145">
                  <c:v>0.85</c:v>
                </c:pt>
                <c:pt idx="146">
                  <c:v>0.85</c:v>
                </c:pt>
                <c:pt idx="147">
                  <c:v>0.85</c:v>
                </c:pt>
                <c:pt idx="148">
                  <c:v>0.85</c:v>
                </c:pt>
                <c:pt idx="149">
                  <c:v>0.85</c:v>
                </c:pt>
                <c:pt idx="150">
                  <c:v>0.85</c:v>
                </c:pt>
                <c:pt idx="151">
                  <c:v>0.85</c:v>
                </c:pt>
                <c:pt idx="152">
                  <c:v>0.9</c:v>
                </c:pt>
                <c:pt idx="153">
                  <c:v>0.9</c:v>
                </c:pt>
                <c:pt idx="154">
                  <c:v>0.9</c:v>
                </c:pt>
                <c:pt idx="155">
                  <c:v>0.9</c:v>
                </c:pt>
                <c:pt idx="156">
                  <c:v>0.9</c:v>
                </c:pt>
                <c:pt idx="157">
                  <c:v>0.9</c:v>
                </c:pt>
                <c:pt idx="158">
                  <c:v>0.9</c:v>
                </c:pt>
                <c:pt idx="159">
                  <c:v>0.9</c:v>
                </c:pt>
                <c:pt idx="160">
                  <c:v>0.9</c:v>
                </c:pt>
                <c:pt idx="161">
                  <c:v>0.9</c:v>
                </c:pt>
                <c:pt idx="162">
                  <c:v>0.9</c:v>
                </c:pt>
                <c:pt idx="163">
                  <c:v>0.9</c:v>
                </c:pt>
                <c:pt idx="164">
                  <c:v>0.9</c:v>
                </c:pt>
                <c:pt idx="165">
                  <c:v>0.9</c:v>
                </c:pt>
                <c:pt idx="166">
                  <c:v>0.9</c:v>
                </c:pt>
                <c:pt idx="167">
                  <c:v>0.9</c:v>
                </c:pt>
                <c:pt idx="168">
                  <c:v>0.9</c:v>
                </c:pt>
                <c:pt idx="169">
                  <c:v>0.9</c:v>
                </c:pt>
                <c:pt idx="170">
                  <c:v>0.9</c:v>
                </c:pt>
                <c:pt idx="171">
                  <c:v>0.9</c:v>
                </c:pt>
                <c:pt idx="172">
                  <c:v>0.9</c:v>
                </c:pt>
                <c:pt idx="173">
                  <c:v>0.9</c:v>
                </c:pt>
                <c:pt idx="174">
                  <c:v>0.9</c:v>
                </c:pt>
                <c:pt idx="175">
                  <c:v>0.9</c:v>
                </c:pt>
                <c:pt idx="176">
                  <c:v>0.9</c:v>
                </c:pt>
                <c:pt idx="177">
                  <c:v>0.9</c:v>
                </c:pt>
                <c:pt idx="178">
                  <c:v>0.9</c:v>
                </c:pt>
                <c:pt idx="179">
                  <c:v>0.9</c:v>
                </c:pt>
                <c:pt idx="180">
                  <c:v>0.9</c:v>
                </c:pt>
                <c:pt idx="181">
                  <c:v>0.9</c:v>
                </c:pt>
                <c:pt idx="182">
                  <c:v>0.9</c:v>
                </c:pt>
                <c:pt idx="183">
                  <c:v>0.9</c:v>
                </c:pt>
                <c:pt idx="184">
                  <c:v>0.9</c:v>
                </c:pt>
                <c:pt idx="185">
                  <c:v>0.9</c:v>
                </c:pt>
                <c:pt idx="186">
                  <c:v>0.9</c:v>
                </c:pt>
                <c:pt idx="187">
                  <c:v>0.9</c:v>
                </c:pt>
                <c:pt idx="188">
                  <c:v>0.9</c:v>
                </c:pt>
                <c:pt idx="189">
                  <c:v>0.9</c:v>
                </c:pt>
                <c:pt idx="190">
                  <c:v>0.9</c:v>
                </c:pt>
                <c:pt idx="191">
                  <c:v>0.9</c:v>
                </c:pt>
                <c:pt idx="192">
                  <c:v>0.9</c:v>
                </c:pt>
                <c:pt idx="193">
                  <c:v>0.9</c:v>
                </c:pt>
                <c:pt idx="194">
                  <c:v>0.9</c:v>
                </c:pt>
                <c:pt idx="195">
                  <c:v>0.9</c:v>
                </c:pt>
                <c:pt idx="196">
                  <c:v>0.9</c:v>
                </c:pt>
                <c:pt idx="197">
                  <c:v>0.9</c:v>
                </c:pt>
                <c:pt idx="198">
                  <c:v>0.9</c:v>
                </c:pt>
                <c:pt idx="199">
                  <c:v>0.9</c:v>
                </c:pt>
                <c:pt idx="200">
                  <c:v>0.9</c:v>
                </c:pt>
                <c:pt idx="201">
                  <c:v>0.9</c:v>
                </c:pt>
                <c:pt idx="202">
                  <c:v>0.9</c:v>
                </c:pt>
                <c:pt idx="203">
                  <c:v>0.9</c:v>
                </c:pt>
                <c:pt idx="204">
                  <c:v>0.9</c:v>
                </c:pt>
                <c:pt idx="205">
                  <c:v>0.9</c:v>
                </c:pt>
                <c:pt idx="206">
                  <c:v>0.9</c:v>
                </c:pt>
                <c:pt idx="207">
                  <c:v>0.9</c:v>
                </c:pt>
                <c:pt idx="208">
                  <c:v>0.95</c:v>
                </c:pt>
                <c:pt idx="209">
                  <c:v>0.95</c:v>
                </c:pt>
                <c:pt idx="210">
                  <c:v>0.95</c:v>
                </c:pt>
                <c:pt idx="211">
                  <c:v>0.95</c:v>
                </c:pt>
                <c:pt idx="212">
                  <c:v>0.95</c:v>
                </c:pt>
                <c:pt idx="213">
                  <c:v>0.95</c:v>
                </c:pt>
                <c:pt idx="214">
                  <c:v>0.95</c:v>
                </c:pt>
                <c:pt idx="215">
                  <c:v>0.95</c:v>
                </c:pt>
                <c:pt idx="216">
                  <c:v>0.95</c:v>
                </c:pt>
                <c:pt idx="217">
                  <c:v>0.95</c:v>
                </c:pt>
                <c:pt idx="218">
                  <c:v>0.95</c:v>
                </c:pt>
                <c:pt idx="219">
                  <c:v>0.95</c:v>
                </c:pt>
                <c:pt idx="220">
                  <c:v>0.95</c:v>
                </c:pt>
                <c:pt idx="221">
                  <c:v>0.95</c:v>
                </c:pt>
                <c:pt idx="222">
                  <c:v>0.95</c:v>
                </c:pt>
                <c:pt idx="223">
                  <c:v>0.95</c:v>
                </c:pt>
                <c:pt idx="224">
                  <c:v>0.95</c:v>
                </c:pt>
                <c:pt idx="225">
                  <c:v>0.95</c:v>
                </c:pt>
                <c:pt idx="226">
                  <c:v>0.95</c:v>
                </c:pt>
                <c:pt idx="227">
                  <c:v>0.95</c:v>
                </c:pt>
                <c:pt idx="228">
                  <c:v>0.95</c:v>
                </c:pt>
                <c:pt idx="229">
                  <c:v>0.95</c:v>
                </c:pt>
                <c:pt idx="230">
                  <c:v>0.95</c:v>
                </c:pt>
                <c:pt idx="231">
                  <c:v>0.95</c:v>
                </c:pt>
                <c:pt idx="232">
                  <c:v>0.95</c:v>
                </c:pt>
                <c:pt idx="233">
                  <c:v>0.95</c:v>
                </c:pt>
                <c:pt idx="234">
                  <c:v>0.95</c:v>
                </c:pt>
                <c:pt idx="235">
                  <c:v>0.95</c:v>
                </c:pt>
                <c:pt idx="236">
                  <c:v>0.95</c:v>
                </c:pt>
                <c:pt idx="237">
                  <c:v>0.95</c:v>
                </c:pt>
                <c:pt idx="238">
                  <c:v>0.95</c:v>
                </c:pt>
                <c:pt idx="239">
                  <c:v>0.95</c:v>
                </c:pt>
                <c:pt idx="240">
                  <c:v>0.95</c:v>
                </c:pt>
                <c:pt idx="241">
                  <c:v>0.95</c:v>
                </c:pt>
                <c:pt idx="242">
                  <c:v>0.95</c:v>
                </c:pt>
                <c:pt idx="243">
                  <c:v>0.95</c:v>
                </c:pt>
                <c:pt idx="244">
                  <c:v>0.95</c:v>
                </c:pt>
                <c:pt idx="245">
                  <c:v>0.95</c:v>
                </c:pt>
                <c:pt idx="246">
                  <c:v>0.95</c:v>
                </c:pt>
                <c:pt idx="247">
                  <c:v>0.95</c:v>
                </c:pt>
                <c:pt idx="248">
                  <c:v>0.95</c:v>
                </c:pt>
                <c:pt idx="249">
                  <c:v>0.95</c:v>
                </c:pt>
                <c:pt idx="250">
                  <c:v>0.95</c:v>
                </c:pt>
                <c:pt idx="251">
                  <c:v>0.95</c:v>
                </c:pt>
                <c:pt idx="252">
                  <c:v>0.95</c:v>
                </c:pt>
                <c:pt idx="253">
                  <c:v>0.95</c:v>
                </c:pt>
                <c:pt idx="254">
                  <c:v>0.95</c:v>
                </c:pt>
                <c:pt idx="255">
                  <c:v>0.95</c:v>
                </c:pt>
                <c:pt idx="256">
                  <c:v>0.95</c:v>
                </c:pt>
                <c:pt idx="257">
                  <c:v>0.95</c:v>
                </c:pt>
                <c:pt idx="258">
                  <c:v>0.95</c:v>
                </c:pt>
                <c:pt idx="259">
                  <c:v>0.95</c:v>
                </c:pt>
                <c:pt idx="260">
                  <c:v>0.95</c:v>
                </c:pt>
                <c:pt idx="261">
                  <c:v>0.95</c:v>
                </c:pt>
                <c:pt idx="262">
                  <c:v>0.95</c:v>
                </c:pt>
                <c:pt idx="263">
                  <c:v>0.95</c:v>
                </c:pt>
                <c:pt idx="264">
                  <c:v>0.95</c:v>
                </c:pt>
                <c:pt idx="265">
                  <c:v>0.95</c:v>
                </c:pt>
                <c:pt idx="266">
                  <c:v>0.95</c:v>
                </c:pt>
                <c:pt idx="267">
                  <c:v>0.95</c:v>
                </c:pt>
                <c:pt idx="268">
                  <c:v>0.95</c:v>
                </c:pt>
                <c:pt idx="269">
                  <c:v>0.95</c:v>
                </c:pt>
                <c:pt idx="270">
                  <c:v>0.95</c:v>
                </c:pt>
                <c:pt idx="271">
                  <c:v>0.95</c:v>
                </c:pt>
                <c:pt idx="272">
                  <c:v>0.95</c:v>
                </c:pt>
                <c:pt idx="273">
                  <c:v>0.95</c:v>
                </c:pt>
                <c:pt idx="274">
                  <c:v>0.95</c:v>
                </c:pt>
                <c:pt idx="275">
                  <c:v>0.95</c:v>
                </c:pt>
                <c:pt idx="276">
                  <c:v>0.95</c:v>
                </c:pt>
                <c:pt idx="277">
                  <c:v>0.95</c:v>
                </c:pt>
                <c:pt idx="278">
                  <c:v>0.95</c:v>
                </c:pt>
                <c:pt idx="279">
                  <c:v>0.95</c:v>
                </c:pt>
                <c:pt idx="280">
                  <c:v>0.95</c:v>
                </c:pt>
                <c:pt idx="281">
                  <c:v>0.95</c:v>
                </c:pt>
                <c:pt idx="282">
                  <c:v>0.95</c:v>
                </c:pt>
                <c:pt idx="283">
                  <c:v>0.95</c:v>
                </c:pt>
                <c:pt idx="284">
                  <c:v>0.95</c:v>
                </c:pt>
                <c:pt idx="285">
                  <c:v>0.95</c:v>
                </c:pt>
                <c:pt idx="286">
                  <c:v>0.95</c:v>
                </c:pt>
                <c:pt idx="287">
                  <c:v>0.95</c:v>
                </c:pt>
                <c:pt idx="288">
                  <c:v>0.95</c:v>
                </c:pt>
                <c:pt idx="289">
                  <c:v>0.95</c:v>
                </c:pt>
                <c:pt idx="290">
                  <c:v>0.95</c:v>
                </c:pt>
                <c:pt idx="291">
                  <c:v>0.95</c:v>
                </c:pt>
                <c:pt idx="292">
                  <c:v>0.95</c:v>
                </c:pt>
                <c:pt idx="293">
                  <c:v>0.95</c:v>
                </c:pt>
                <c:pt idx="294">
                  <c:v>0.95</c:v>
                </c:pt>
                <c:pt idx="295">
                  <c:v>0.95</c:v>
                </c:pt>
                <c:pt idx="296">
                  <c:v>0.95</c:v>
                </c:pt>
                <c:pt idx="297">
                  <c:v>0.95</c:v>
                </c:pt>
                <c:pt idx="298">
                  <c:v>0.95</c:v>
                </c:pt>
                <c:pt idx="299">
                  <c:v>0.95</c:v>
                </c:pt>
                <c:pt idx="300">
                  <c:v>0.95</c:v>
                </c:pt>
                <c:pt idx="301">
                  <c:v>0.95</c:v>
                </c:pt>
                <c:pt idx="302">
                  <c:v>0.95</c:v>
                </c:pt>
                <c:pt idx="303">
                  <c:v>0.95</c:v>
                </c:pt>
                <c:pt idx="304">
                  <c:v>0.95</c:v>
                </c:pt>
                <c:pt idx="305">
                  <c:v>0.95</c:v>
                </c:pt>
                <c:pt idx="306">
                  <c:v>0.95</c:v>
                </c:pt>
                <c:pt idx="307">
                  <c:v>0.95</c:v>
                </c:pt>
                <c:pt idx="308">
                  <c:v>0.95</c:v>
                </c:pt>
                <c:pt idx="309">
                  <c:v>0.95</c:v>
                </c:pt>
                <c:pt idx="310">
                  <c:v>0.95</c:v>
                </c:pt>
                <c:pt idx="311">
                  <c:v>0.95</c:v>
                </c:pt>
                <c:pt idx="312">
                  <c:v>0.95</c:v>
                </c:pt>
                <c:pt idx="313">
                  <c:v>0.95</c:v>
                </c:pt>
                <c:pt idx="314">
                  <c:v>0.95</c:v>
                </c:pt>
                <c:pt idx="315">
                  <c:v>0.95</c:v>
                </c:pt>
                <c:pt idx="316">
                  <c:v>0.95</c:v>
                </c:pt>
                <c:pt idx="317">
                  <c:v>0.95</c:v>
                </c:pt>
                <c:pt idx="318">
                  <c:v>0.95</c:v>
                </c:pt>
                <c:pt idx="319">
                  <c:v>0.95</c:v>
                </c:pt>
                <c:pt idx="320">
                  <c:v>0.95</c:v>
                </c:pt>
                <c:pt idx="321">
                  <c:v>0.95</c:v>
                </c:pt>
                <c:pt idx="322">
                  <c:v>0.95</c:v>
                </c:pt>
                <c:pt idx="323">
                  <c:v>0.95</c:v>
                </c:pt>
                <c:pt idx="324">
                  <c:v>0.95</c:v>
                </c:pt>
                <c:pt idx="325">
                  <c:v>0.95</c:v>
                </c:pt>
                <c:pt idx="326">
                  <c:v>0.95</c:v>
                </c:pt>
                <c:pt idx="327">
                  <c:v>0.95</c:v>
                </c:pt>
                <c:pt idx="328">
                  <c:v>0.95</c:v>
                </c:pt>
                <c:pt idx="329">
                  <c:v>0.95</c:v>
                </c:pt>
                <c:pt idx="330">
                  <c:v>0.95</c:v>
                </c:pt>
                <c:pt idx="331">
                  <c:v>0.95</c:v>
                </c:pt>
                <c:pt idx="332">
                  <c:v>0.95</c:v>
                </c:pt>
                <c:pt idx="333">
                  <c:v>0.95</c:v>
                </c:pt>
                <c:pt idx="334">
                  <c:v>0.95</c:v>
                </c:pt>
                <c:pt idx="335">
                  <c:v>0.95</c:v>
                </c:pt>
                <c:pt idx="336">
                  <c:v>0.95</c:v>
                </c:pt>
                <c:pt idx="337">
                  <c:v>0.95</c:v>
                </c:pt>
                <c:pt idx="338">
                  <c:v>0.95</c:v>
                </c:pt>
                <c:pt idx="339">
                  <c:v>0.95</c:v>
                </c:pt>
                <c:pt idx="340">
                  <c:v>0.95</c:v>
                </c:pt>
                <c:pt idx="341">
                  <c:v>0.95</c:v>
                </c:pt>
                <c:pt idx="342">
                  <c:v>0.95</c:v>
                </c:pt>
                <c:pt idx="343">
                  <c:v>0.95</c:v>
                </c:pt>
                <c:pt idx="344">
                  <c:v>0.95</c:v>
                </c:pt>
                <c:pt idx="345">
                  <c:v>0.95</c:v>
                </c:pt>
                <c:pt idx="346">
                  <c:v>0.95</c:v>
                </c:pt>
                <c:pt idx="347">
                  <c:v>0.95</c:v>
                </c:pt>
                <c:pt idx="348">
                  <c:v>0.95</c:v>
                </c:pt>
                <c:pt idx="349">
                  <c:v>0.95</c:v>
                </c:pt>
                <c:pt idx="350">
                  <c:v>0.95</c:v>
                </c:pt>
                <c:pt idx="351">
                  <c:v>0.95</c:v>
                </c:pt>
                <c:pt idx="352">
                  <c:v>0.95</c:v>
                </c:pt>
                <c:pt idx="353">
                  <c:v>0.95</c:v>
                </c:pt>
                <c:pt idx="354">
                  <c:v>0.95</c:v>
                </c:pt>
                <c:pt idx="355">
                  <c:v>0.95</c:v>
                </c:pt>
                <c:pt idx="356">
                  <c:v>0.95</c:v>
                </c:pt>
                <c:pt idx="357">
                  <c:v>0.95</c:v>
                </c:pt>
                <c:pt idx="358">
                  <c:v>0.95</c:v>
                </c:pt>
                <c:pt idx="359">
                  <c:v>0.95</c:v>
                </c:pt>
                <c:pt idx="360">
                  <c:v>0.95</c:v>
                </c:pt>
                <c:pt idx="361">
                  <c:v>0.95</c:v>
                </c:pt>
                <c:pt idx="362">
                  <c:v>0.95</c:v>
                </c:pt>
                <c:pt idx="363">
                  <c:v>0.95</c:v>
                </c:pt>
                <c:pt idx="364">
                  <c:v>0.95</c:v>
                </c:pt>
                <c:pt idx="365">
                  <c:v>0.95</c:v>
                </c:pt>
                <c:pt idx="366">
                  <c:v>0.95</c:v>
                </c:pt>
                <c:pt idx="367">
                  <c:v>0.95</c:v>
                </c:pt>
                <c:pt idx="368">
                  <c:v>0.95</c:v>
                </c:pt>
                <c:pt idx="369">
                  <c:v>0.95</c:v>
                </c:pt>
                <c:pt idx="370">
                  <c:v>0.95</c:v>
                </c:pt>
                <c:pt idx="371">
                  <c:v>0.95</c:v>
                </c:pt>
                <c:pt idx="372">
                  <c:v>0.95</c:v>
                </c:pt>
                <c:pt idx="373">
                  <c:v>0.95</c:v>
                </c:pt>
                <c:pt idx="374">
                  <c:v>0.95</c:v>
                </c:pt>
                <c:pt idx="375">
                  <c:v>0.95</c:v>
                </c:pt>
                <c:pt idx="376">
                  <c:v>0.95</c:v>
                </c:pt>
                <c:pt idx="377">
                  <c:v>0.95</c:v>
                </c:pt>
                <c:pt idx="378">
                  <c:v>0.95</c:v>
                </c:pt>
                <c:pt idx="379">
                  <c:v>0.95</c:v>
                </c:pt>
                <c:pt idx="380">
                  <c:v>0.95</c:v>
                </c:pt>
                <c:pt idx="381">
                  <c:v>0.95</c:v>
                </c:pt>
                <c:pt idx="382">
                  <c:v>0.95</c:v>
                </c:pt>
                <c:pt idx="383">
                  <c:v>0.95</c:v>
                </c:pt>
                <c:pt idx="384">
                  <c:v>0.95</c:v>
                </c:pt>
                <c:pt idx="385">
                  <c:v>0.95</c:v>
                </c:pt>
                <c:pt idx="386">
                  <c:v>0.95</c:v>
                </c:pt>
                <c:pt idx="387">
                  <c:v>0.95</c:v>
                </c:pt>
                <c:pt idx="388">
                  <c:v>0.95</c:v>
                </c:pt>
                <c:pt idx="389">
                  <c:v>0.95</c:v>
                </c:pt>
                <c:pt idx="390">
                  <c:v>0.95</c:v>
                </c:pt>
                <c:pt idx="391">
                  <c:v>0.95</c:v>
                </c:pt>
                <c:pt idx="392">
                  <c:v>0.95</c:v>
                </c:pt>
                <c:pt idx="393">
                  <c:v>0.95</c:v>
                </c:pt>
                <c:pt idx="394">
                  <c:v>0.95</c:v>
                </c:pt>
                <c:pt idx="395">
                  <c:v>0.95</c:v>
                </c:pt>
                <c:pt idx="396">
                  <c:v>0.95</c:v>
                </c:pt>
                <c:pt idx="397">
                  <c:v>0.95</c:v>
                </c:pt>
                <c:pt idx="398">
                  <c:v>0.95</c:v>
                </c:pt>
                <c:pt idx="399">
                  <c:v>0.95</c:v>
                </c:pt>
                <c:pt idx="400">
                  <c:v>0.95</c:v>
                </c:pt>
                <c:pt idx="401">
                  <c:v>0.95</c:v>
                </c:pt>
                <c:pt idx="402">
                  <c:v>0.95</c:v>
                </c:pt>
                <c:pt idx="403">
                  <c:v>0.95</c:v>
                </c:pt>
                <c:pt idx="404">
                  <c:v>0.95</c:v>
                </c:pt>
                <c:pt idx="405">
                  <c:v>0.95</c:v>
                </c:pt>
                <c:pt idx="406">
                  <c:v>0.95</c:v>
                </c:pt>
                <c:pt idx="407">
                  <c:v>0.95</c:v>
                </c:pt>
                <c:pt idx="408">
                  <c:v>0.95</c:v>
                </c:pt>
                <c:pt idx="409">
                  <c:v>0.95</c:v>
                </c:pt>
                <c:pt idx="410">
                  <c:v>0.95</c:v>
                </c:pt>
                <c:pt idx="411">
                  <c:v>0.95</c:v>
                </c:pt>
                <c:pt idx="412">
                  <c:v>0.95</c:v>
                </c:pt>
                <c:pt idx="413">
                  <c:v>0.95</c:v>
                </c:pt>
                <c:pt idx="414">
                  <c:v>0.95</c:v>
                </c:pt>
                <c:pt idx="415">
                  <c:v>0.95</c:v>
                </c:pt>
                <c:pt idx="416">
                  <c:v>0.95</c:v>
                </c:pt>
                <c:pt idx="417">
                  <c:v>0.95</c:v>
                </c:pt>
                <c:pt idx="418">
                  <c:v>0.95</c:v>
                </c:pt>
                <c:pt idx="419">
                  <c:v>0.95</c:v>
                </c:pt>
                <c:pt idx="420">
                  <c:v>0.95</c:v>
                </c:pt>
                <c:pt idx="421">
                  <c:v>0.95</c:v>
                </c:pt>
                <c:pt idx="422">
                  <c:v>0.95</c:v>
                </c:pt>
                <c:pt idx="423">
                  <c:v>0.95</c:v>
                </c:pt>
                <c:pt idx="424">
                  <c:v>0.95</c:v>
                </c:pt>
                <c:pt idx="425">
                  <c:v>0.95</c:v>
                </c:pt>
                <c:pt idx="426">
                  <c:v>0.95</c:v>
                </c:pt>
                <c:pt idx="427">
                  <c:v>0.95</c:v>
                </c:pt>
                <c:pt idx="428">
                  <c:v>0.95</c:v>
                </c:pt>
                <c:pt idx="429">
                  <c:v>0.95</c:v>
                </c:pt>
                <c:pt idx="430">
                  <c:v>0.95</c:v>
                </c:pt>
                <c:pt idx="431">
                  <c:v>0.95</c:v>
                </c:pt>
                <c:pt idx="432">
                  <c:v>0.95</c:v>
                </c:pt>
                <c:pt idx="433">
                  <c:v>0.95</c:v>
                </c:pt>
                <c:pt idx="434">
                  <c:v>0.95</c:v>
                </c:pt>
                <c:pt idx="435">
                  <c:v>0.95</c:v>
                </c:pt>
                <c:pt idx="436">
                  <c:v>0.95</c:v>
                </c:pt>
                <c:pt idx="437">
                  <c:v>0.95</c:v>
                </c:pt>
                <c:pt idx="438">
                  <c:v>0.95</c:v>
                </c:pt>
                <c:pt idx="439">
                  <c:v>0.95</c:v>
                </c:pt>
                <c:pt idx="440">
                  <c:v>0.95</c:v>
                </c:pt>
                <c:pt idx="441">
                  <c:v>0.95</c:v>
                </c:pt>
                <c:pt idx="442">
                  <c:v>0.95</c:v>
                </c:pt>
                <c:pt idx="443">
                  <c:v>0.95</c:v>
                </c:pt>
                <c:pt idx="444">
                  <c:v>0.95</c:v>
                </c:pt>
                <c:pt idx="445">
                  <c:v>0.95</c:v>
                </c:pt>
                <c:pt idx="446">
                  <c:v>0.95</c:v>
                </c:pt>
                <c:pt idx="447">
                  <c:v>0.95</c:v>
                </c:pt>
                <c:pt idx="448">
                  <c:v>0.95</c:v>
                </c:pt>
                <c:pt idx="449">
                  <c:v>0.95</c:v>
                </c:pt>
                <c:pt idx="450">
                  <c:v>0.95</c:v>
                </c:pt>
                <c:pt idx="451">
                  <c:v>0.95</c:v>
                </c:pt>
                <c:pt idx="452">
                  <c:v>0.95</c:v>
                </c:pt>
                <c:pt idx="453">
                  <c:v>0.95</c:v>
                </c:pt>
                <c:pt idx="454">
                  <c:v>0.95</c:v>
                </c:pt>
                <c:pt idx="455">
                  <c:v>0.95</c:v>
                </c:pt>
                <c:pt idx="456">
                  <c:v>0.95</c:v>
                </c:pt>
                <c:pt idx="457">
                  <c:v>0.95</c:v>
                </c:pt>
                <c:pt idx="458">
                  <c:v>0.95</c:v>
                </c:pt>
                <c:pt idx="459">
                  <c:v>0.95</c:v>
                </c:pt>
                <c:pt idx="460">
                  <c:v>0.95</c:v>
                </c:pt>
                <c:pt idx="461">
                  <c:v>0.95</c:v>
                </c:pt>
                <c:pt idx="462">
                  <c:v>0.95</c:v>
                </c:pt>
                <c:pt idx="463">
                  <c:v>0.95</c:v>
                </c:pt>
                <c:pt idx="464">
                  <c:v>0.95</c:v>
                </c:pt>
                <c:pt idx="465">
                  <c:v>0.95</c:v>
                </c:pt>
                <c:pt idx="466">
                  <c:v>0.95</c:v>
                </c:pt>
                <c:pt idx="467">
                  <c:v>0.95</c:v>
                </c:pt>
                <c:pt idx="468">
                  <c:v>0.95</c:v>
                </c:pt>
                <c:pt idx="469">
                  <c:v>0.95</c:v>
                </c:pt>
                <c:pt idx="470">
                  <c:v>0.95</c:v>
                </c:pt>
                <c:pt idx="471">
                  <c:v>0.95</c:v>
                </c:pt>
                <c:pt idx="472">
                  <c:v>0.95</c:v>
                </c:pt>
                <c:pt idx="473">
                  <c:v>0.95</c:v>
                </c:pt>
                <c:pt idx="474">
                  <c:v>0.95</c:v>
                </c:pt>
                <c:pt idx="475">
                  <c:v>0.95</c:v>
                </c:pt>
                <c:pt idx="476">
                  <c:v>0.95</c:v>
                </c:pt>
                <c:pt idx="477">
                  <c:v>0.95</c:v>
                </c:pt>
                <c:pt idx="478">
                  <c:v>0.95</c:v>
                </c:pt>
                <c:pt idx="479">
                  <c:v>0.95</c:v>
                </c:pt>
                <c:pt idx="480">
                  <c:v>0.95</c:v>
                </c:pt>
                <c:pt idx="481">
                  <c:v>0.95</c:v>
                </c:pt>
                <c:pt idx="482">
                  <c:v>0.95</c:v>
                </c:pt>
                <c:pt idx="483">
                  <c:v>0.95</c:v>
                </c:pt>
                <c:pt idx="484">
                  <c:v>0.95</c:v>
                </c:pt>
                <c:pt idx="485">
                  <c:v>0.95</c:v>
                </c:pt>
                <c:pt idx="486">
                  <c:v>0.95</c:v>
                </c:pt>
                <c:pt idx="487">
                  <c:v>0.95</c:v>
                </c:pt>
                <c:pt idx="488">
                  <c:v>0.95</c:v>
                </c:pt>
                <c:pt idx="489">
                  <c:v>0.95</c:v>
                </c:pt>
                <c:pt idx="490">
                  <c:v>0.95</c:v>
                </c:pt>
                <c:pt idx="491">
                  <c:v>0.95</c:v>
                </c:pt>
                <c:pt idx="492">
                  <c:v>0.95</c:v>
                </c:pt>
                <c:pt idx="493">
                  <c:v>0.95</c:v>
                </c:pt>
                <c:pt idx="494">
                  <c:v>0.95</c:v>
                </c:pt>
                <c:pt idx="495">
                  <c:v>0.95</c:v>
                </c:pt>
                <c:pt idx="496">
                  <c:v>0.95</c:v>
                </c:pt>
                <c:pt idx="497">
                  <c:v>0.95</c:v>
                </c:pt>
                <c:pt idx="498">
                  <c:v>0.95</c:v>
                </c:pt>
                <c:pt idx="499">
                  <c:v>0.95</c:v>
                </c:pt>
                <c:pt idx="500">
                  <c:v>0.95</c:v>
                </c:pt>
                <c:pt idx="501">
                  <c:v>0.95</c:v>
                </c:pt>
                <c:pt idx="502">
                  <c:v>0.95</c:v>
                </c:pt>
                <c:pt idx="503">
                  <c:v>0.95</c:v>
                </c:pt>
                <c:pt idx="504">
                  <c:v>0.95</c:v>
                </c:pt>
                <c:pt idx="505">
                  <c:v>0.95</c:v>
                </c:pt>
                <c:pt idx="506">
                  <c:v>0.95</c:v>
                </c:pt>
                <c:pt idx="507">
                  <c:v>0.95</c:v>
                </c:pt>
                <c:pt idx="508">
                  <c:v>0.95</c:v>
                </c:pt>
                <c:pt idx="509">
                  <c:v>0.95</c:v>
                </c:pt>
                <c:pt idx="510">
                  <c:v>0.95</c:v>
                </c:pt>
                <c:pt idx="511">
                  <c:v>0.95</c:v>
                </c:pt>
                <c:pt idx="512">
                  <c:v>0.95</c:v>
                </c:pt>
                <c:pt idx="513">
                  <c:v>0.95</c:v>
                </c:pt>
                <c:pt idx="514">
                  <c:v>0.95</c:v>
                </c:pt>
                <c:pt idx="515">
                  <c:v>0.95</c:v>
                </c:pt>
                <c:pt idx="516">
                  <c:v>0.95</c:v>
                </c:pt>
                <c:pt idx="517">
                  <c:v>0.95</c:v>
                </c:pt>
                <c:pt idx="518">
                  <c:v>0.95</c:v>
                </c:pt>
                <c:pt idx="519">
                  <c:v>0.95</c:v>
                </c:pt>
                <c:pt idx="520">
                  <c:v>0.95</c:v>
                </c:pt>
                <c:pt idx="521">
                  <c:v>0.95</c:v>
                </c:pt>
                <c:pt idx="522">
                  <c:v>0.95</c:v>
                </c:pt>
                <c:pt idx="523">
                  <c:v>0.95</c:v>
                </c:pt>
                <c:pt idx="524">
                  <c:v>0.95</c:v>
                </c:pt>
                <c:pt idx="525">
                  <c:v>0.95</c:v>
                </c:pt>
                <c:pt idx="526">
                  <c:v>0.95</c:v>
                </c:pt>
                <c:pt idx="527">
                  <c:v>0.95</c:v>
                </c:pt>
                <c:pt idx="528">
                  <c:v>0.95</c:v>
                </c:pt>
                <c:pt idx="529">
                  <c:v>0.95</c:v>
                </c:pt>
                <c:pt idx="530">
                  <c:v>0.95</c:v>
                </c:pt>
                <c:pt idx="531">
                  <c:v>0.95</c:v>
                </c:pt>
                <c:pt idx="532">
                  <c:v>0.95</c:v>
                </c:pt>
                <c:pt idx="533">
                  <c:v>0.95</c:v>
                </c:pt>
                <c:pt idx="534">
                  <c:v>0.95</c:v>
                </c:pt>
                <c:pt idx="535">
                  <c:v>0.95</c:v>
                </c:pt>
                <c:pt idx="536">
                  <c:v>0.95</c:v>
                </c:pt>
                <c:pt idx="537">
                  <c:v>0.95</c:v>
                </c:pt>
                <c:pt idx="538">
                  <c:v>0.95</c:v>
                </c:pt>
                <c:pt idx="539">
                  <c:v>0.95</c:v>
                </c:pt>
                <c:pt idx="540">
                  <c:v>0.95</c:v>
                </c:pt>
                <c:pt idx="541">
                  <c:v>0.95</c:v>
                </c:pt>
                <c:pt idx="542">
                  <c:v>0.95</c:v>
                </c:pt>
                <c:pt idx="543">
                  <c:v>0.95</c:v>
                </c:pt>
                <c:pt idx="544">
                  <c:v>1</c:v>
                </c:pt>
                <c:pt idx="545">
                  <c:v>1</c:v>
                </c:pt>
                <c:pt idx="546">
                  <c:v>1</c:v>
                </c:pt>
                <c:pt idx="547">
                  <c:v>1</c:v>
                </c:pt>
                <c:pt idx="548">
                  <c:v>1</c:v>
                </c:pt>
                <c:pt idx="549">
                  <c:v>1</c:v>
                </c:pt>
                <c:pt idx="550">
                  <c:v>1</c:v>
                </c:pt>
                <c:pt idx="551">
                  <c:v>1</c:v>
                </c:pt>
                <c:pt idx="552">
                  <c:v>1</c:v>
                </c:pt>
                <c:pt idx="553">
                  <c:v>1</c:v>
                </c:pt>
                <c:pt idx="554">
                  <c:v>1</c:v>
                </c:pt>
                <c:pt idx="555">
                  <c:v>1</c:v>
                </c:pt>
                <c:pt idx="556">
                  <c:v>1</c:v>
                </c:pt>
                <c:pt idx="557">
                  <c:v>1</c:v>
                </c:pt>
                <c:pt idx="558">
                  <c:v>1</c:v>
                </c:pt>
                <c:pt idx="559">
                  <c:v>1</c:v>
                </c:pt>
                <c:pt idx="560">
                  <c:v>1</c:v>
                </c:pt>
                <c:pt idx="561">
                  <c:v>1</c:v>
                </c:pt>
                <c:pt idx="562">
                  <c:v>1</c:v>
                </c:pt>
                <c:pt idx="563">
                  <c:v>1</c:v>
                </c:pt>
                <c:pt idx="564">
                  <c:v>1</c:v>
                </c:pt>
                <c:pt idx="565">
                  <c:v>1</c:v>
                </c:pt>
                <c:pt idx="566">
                  <c:v>1</c:v>
                </c:pt>
                <c:pt idx="567">
                  <c:v>1</c:v>
                </c:pt>
                <c:pt idx="568">
                  <c:v>1</c:v>
                </c:pt>
                <c:pt idx="569">
                  <c:v>1</c:v>
                </c:pt>
                <c:pt idx="570">
                  <c:v>1</c:v>
                </c:pt>
                <c:pt idx="571">
                  <c:v>1</c:v>
                </c:pt>
                <c:pt idx="572">
                  <c:v>1</c:v>
                </c:pt>
                <c:pt idx="573">
                  <c:v>1</c:v>
                </c:pt>
                <c:pt idx="574">
                  <c:v>1</c:v>
                </c:pt>
                <c:pt idx="575">
                  <c:v>1</c:v>
                </c:pt>
                <c:pt idx="576">
                  <c:v>1</c:v>
                </c:pt>
                <c:pt idx="577">
                  <c:v>1</c:v>
                </c:pt>
                <c:pt idx="578">
                  <c:v>1</c:v>
                </c:pt>
                <c:pt idx="579">
                  <c:v>1</c:v>
                </c:pt>
                <c:pt idx="580">
                  <c:v>1</c:v>
                </c:pt>
                <c:pt idx="581">
                  <c:v>1</c:v>
                </c:pt>
                <c:pt idx="582">
                  <c:v>1</c:v>
                </c:pt>
                <c:pt idx="583">
                  <c:v>1</c:v>
                </c:pt>
                <c:pt idx="584">
                  <c:v>1</c:v>
                </c:pt>
                <c:pt idx="585">
                  <c:v>1</c:v>
                </c:pt>
                <c:pt idx="586">
                  <c:v>1</c:v>
                </c:pt>
                <c:pt idx="587">
                  <c:v>1</c:v>
                </c:pt>
                <c:pt idx="588">
                  <c:v>1</c:v>
                </c:pt>
                <c:pt idx="589">
                  <c:v>1</c:v>
                </c:pt>
                <c:pt idx="590">
                  <c:v>1</c:v>
                </c:pt>
                <c:pt idx="591">
                  <c:v>1</c:v>
                </c:pt>
                <c:pt idx="592">
                  <c:v>1</c:v>
                </c:pt>
                <c:pt idx="593">
                  <c:v>1</c:v>
                </c:pt>
                <c:pt idx="594">
                  <c:v>1</c:v>
                </c:pt>
                <c:pt idx="595">
                  <c:v>1</c:v>
                </c:pt>
                <c:pt idx="596">
                  <c:v>1</c:v>
                </c:pt>
                <c:pt idx="597">
                  <c:v>1</c:v>
                </c:pt>
                <c:pt idx="598">
                  <c:v>1</c:v>
                </c:pt>
                <c:pt idx="599">
                  <c:v>1</c:v>
                </c:pt>
                <c:pt idx="600">
                  <c:v>1</c:v>
                </c:pt>
              </c:numCache>
            </c:numRef>
          </c:yVal>
        </c:ser>
        <c:ser>
          <c:idx val="1"/>
          <c:order val="1"/>
          <c:tx>
            <c:v>2 starts</c:v>
          </c:tx>
          <c:spPr>
            <a:ln xmlns:a="http://schemas.openxmlformats.org/drawingml/2006/main" w="28575">
              <a:solidFill>
                <a:srgbClr val="A97924"/>
              </a:solidFill>
            </a:ln>
          </c:spPr>
          <c:marker>
            <c:symbol val="none"/>
          </c:marker>
          <c:xVal>
            <c:numRef>
              <c:f>'Chart Data'!$C$2:$C$602</c:f>
              <c:numCache>
                <c:formatCode>General</c:formatCode>
                <c:ptCount val="601"/>
                <c:pt idx="0">
                  <c:v>0</c:v>
                </c:pt>
                <c:pt idx="1">
                  <c:v>100</c:v>
                </c:pt>
                <c:pt idx="2">
                  <c:v>100</c:v>
                </c:pt>
                <c:pt idx="3">
                  <c:v>200</c:v>
                </c:pt>
                <c:pt idx="4">
                  <c:v>200</c:v>
                </c:pt>
                <c:pt idx="5">
                  <c:v>300</c:v>
                </c:pt>
                <c:pt idx="6">
                  <c:v>300</c:v>
                </c:pt>
                <c:pt idx="7">
                  <c:v>400</c:v>
                </c:pt>
                <c:pt idx="8">
                  <c:v>400</c:v>
                </c:pt>
                <c:pt idx="9">
                  <c:v>500</c:v>
                </c:pt>
                <c:pt idx="10">
                  <c:v>500</c:v>
                </c:pt>
                <c:pt idx="11">
                  <c:v>600</c:v>
                </c:pt>
                <c:pt idx="12">
                  <c:v>600</c:v>
                </c:pt>
                <c:pt idx="13">
                  <c:v>700</c:v>
                </c:pt>
                <c:pt idx="14">
                  <c:v>700</c:v>
                </c:pt>
                <c:pt idx="15">
                  <c:v>800</c:v>
                </c:pt>
                <c:pt idx="16">
                  <c:v>800</c:v>
                </c:pt>
                <c:pt idx="17">
                  <c:v>900</c:v>
                </c:pt>
                <c:pt idx="18">
                  <c:v>900</c:v>
                </c:pt>
                <c:pt idx="19">
                  <c:v>1000</c:v>
                </c:pt>
                <c:pt idx="20">
                  <c:v>1000</c:v>
                </c:pt>
                <c:pt idx="21">
                  <c:v>1100</c:v>
                </c:pt>
                <c:pt idx="22">
                  <c:v>1100</c:v>
                </c:pt>
                <c:pt idx="23">
                  <c:v>1200</c:v>
                </c:pt>
                <c:pt idx="24">
                  <c:v>1200</c:v>
                </c:pt>
                <c:pt idx="25">
                  <c:v>1300</c:v>
                </c:pt>
                <c:pt idx="26">
                  <c:v>1300</c:v>
                </c:pt>
                <c:pt idx="27">
                  <c:v>1400</c:v>
                </c:pt>
                <c:pt idx="28">
                  <c:v>1400</c:v>
                </c:pt>
                <c:pt idx="29">
                  <c:v>1500</c:v>
                </c:pt>
                <c:pt idx="30">
                  <c:v>1500</c:v>
                </c:pt>
                <c:pt idx="31">
                  <c:v>1600</c:v>
                </c:pt>
                <c:pt idx="32">
                  <c:v>1600</c:v>
                </c:pt>
                <c:pt idx="33">
                  <c:v>1700</c:v>
                </c:pt>
                <c:pt idx="34">
                  <c:v>1700</c:v>
                </c:pt>
                <c:pt idx="35">
                  <c:v>1800</c:v>
                </c:pt>
                <c:pt idx="36">
                  <c:v>1800</c:v>
                </c:pt>
                <c:pt idx="37">
                  <c:v>1900</c:v>
                </c:pt>
                <c:pt idx="38">
                  <c:v>1900</c:v>
                </c:pt>
                <c:pt idx="39">
                  <c:v>2000</c:v>
                </c:pt>
                <c:pt idx="40">
                  <c:v>2000</c:v>
                </c:pt>
                <c:pt idx="41">
                  <c:v>2100</c:v>
                </c:pt>
                <c:pt idx="42">
                  <c:v>2100</c:v>
                </c:pt>
                <c:pt idx="43">
                  <c:v>2200</c:v>
                </c:pt>
                <c:pt idx="44">
                  <c:v>2200</c:v>
                </c:pt>
                <c:pt idx="45">
                  <c:v>2300</c:v>
                </c:pt>
                <c:pt idx="46">
                  <c:v>2300</c:v>
                </c:pt>
                <c:pt idx="47">
                  <c:v>2400</c:v>
                </c:pt>
                <c:pt idx="48">
                  <c:v>2400</c:v>
                </c:pt>
                <c:pt idx="49">
                  <c:v>2500</c:v>
                </c:pt>
                <c:pt idx="50">
                  <c:v>2500</c:v>
                </c:pt>
                <c:pt idx="51">
                  <c:v>2600</c:v>
                </c:pt>
                <c:pt idx="52">
                  <c:v>2600</c:v>
                </c:pt>
                <c:pt idx="53">
                  <c:v>2700</c:v>
                </c:pt>
                <c:pt idx="54">
                  <c:v>2700</c:v>
                </c:pt>
                <c:pt idx="55">
                  <c:v>2800</c:v>
                </c:pt>
                <c:pt idx="56">
                  <c:v>2800</c:v>
                </c:pt>
                <c:pt idx="57">
                  <c:v>2900</c:v>
                </c:pt>
                <c:pt idx="58">
                  <c:v>2900</c:v>
                </c:pt>
                <c:pt idx="59">
                  <c:v>3000</c:v>
                </c:pt>
                <c:pt idx="60">
                  <c:v>3000</c:v>
                </c:pt>
                <c:pt idx="61">
                  <c:v>3100</c:v>
                </c:pt>
                <c:pt idx="62">
                  <c:v>3100</c:v>
                </c:pt>
                <c:pt idx="63">
                  <c:v>3200</c:v>
                </c:pt>
                <c:pt idx="64">
                  <c:v>3200</c:v>
                </c:pt>
                <c:pt idx="65">
                  <c:v>3300</c:v>
                </c:pt>
                <c:pt idx="66">
                  <c:v>3300</c:v>
                </c:pt>
                <c:pt idx="67">
                  <c:v>3400</c:v>
                </c:pt>
                <c:pt idx="68">
                  <c:v>3400</c:v>
                </c:pt>
                <c:pt idx="69">
                  <c:v>3500</c:v>
                </c:pt>
                <c:pt idx="70">
                  <c:v>3500</c:v>
                </c:pt>
                <c:pt idx="71">
                  <c:v>3600</c:v>
                </c:pt>
                <c:pt idx="72">
                  <c:v>3600</c:v>
                </c:pt>
                <c:pt idx="73">
                  <c:v>3700</c:v>
                </c:pt>
                <c:pt idx="74">
                  <c:v>3700</c:v>
                </c:pt>
                <c:pt idx="75">
                  <c:v>3800</c:v>
                </c:pt>
                <c:pt idx="76">
                  <c:v>3800</c:v>
                </c:pt>
                <c:pt idx="77">
                  <c:v>3900</c:v>
                </c:pt>
                <c:pt idx="78">
                  <c:v>3900</c:v>
                </c:pt>
                <c:pt idx="79">
                  <c:v>4000</c:v>
                </c:pt>
                <c:pt idx="80">
                  <c:v>4000</c:v>
                </c:pt>
                <c:pt idx="81">
                  <c:v>4100</c:v>
                </c:pt>
                <c:pt idx="82">
                  <c:v>4100</c:v>
                </c:pt>
                <c:pt idx="83">
                  <c:v>4200</c:v>
                </c:pt>
                <c:pt idx="84">
                  <c:v>4200</c:v>
                </c:pt>
                <c:pt idx="85">
                  <c:v>4300</c:v>
                </c:pt>
                <c:pt idx="86">
                  <c:v>4300</c:v>
                </c:pt>
                <c:pt idx="87">
                  <c:v>4400</c:v>
                </c:pt>
                <c:pt idx="88">
                  <c:v>4400</c:v>
                </c:pt>
                <c:pt idx="89">
                  <c:v>4500</c:v>
                </c:pt>
                <c:pt idx="90">
                  <c:v>4500</c:v>
                </c:pt>
                <c:pt idx="91">
                  <c:v>4600</c:v>
                </c:pt>
                <c:pt idx="92">
                  <c:v>4600</c:v>
                </c:pt>
                <c:pt idx="93">
                  <c:v>4700</c:v>
                </c:pt>
                <c:pt idx="94">
                  <c:v>4700</c:v>
                </c:pt>
                <c:pt idx="95">
                  <c:v>4800</c:v>
                </c:pt>
                <c:pt idx="96">
                  <c:v>4800</c:v>
                </c:pt>
                <c:pt idx="97">
                  <c:v>4900</c:v>
                </c:pt>
                <c:pt idx="98">
                  <c:v>4900</c:v>
                </c:pt>
                <c:pt idx="99">
                  <c:v>5000</c:v>
                </c:pt>
                <c:pt idx="100">
                  <c:v>5000</c:v>
                </c:pt>
                <c:pt idx="101">
                  <c:v>5100</c:v>
                </c:pt>
                <c:pt idx="102">
                  <c:v>5100</c:v>
                </c:pt>
                <c:pt idx="103">
                  <c:v>5200</c:v>
                </c:pt>
                <c:pt idx="104">
                  <c:v>5200</c:v>
                </c:pt>
                <c:pt idx="105">
                  <c:v>5300</c:v>
                </c:pt>
                <c:pt idx="106">
                  <c:v>5300</c:v>
                </c:pt>
                <c:pt idx="107">
                  <c:v>5400</c:v>
                </c:pt>
                <c:pt idx="108">
                  <c:v>5400</c:v>
                </c:pt>
                <c:pt idx="109">
                  <c:v>5500</c:v>
                </c:pt>
                <c:pt idx="110">
                  <c:v>5500</c:v>
                </c:pt>
                <c:pt idx="111">
                  <c:v>5600</c:v>
                </c:pt>
                <c:pt idx="112">
                  <c:v>5600</c:v>
                </c:pt>
                <c:pt idx="113">
                  <c:v>5700</c:v>
                </c:pt>
                <c:pt idx="114">
                  <c:v>5700</c:v>
                </c:pt>
                <c:pt idx="115">
                  <c:v>5800</c:v>
                </c:pt>
                <c:pt idx="116">
                  <c:v>5800</c:v>
                </c:pt>
                <c:pt idx="117">
                  <c:v>5900</c:v>
                </c:pt>
                <c:pt idx="118">
                  <c:v>5900</c:v>
                </c:pt>
                <c:pt idx="119">
                  <c:v>6000</c:v>
                </c:pt>
                <c:pt idx="120">
                  <c:v>6000</c:v>
                </c:pt>
                <c:pt idx="121">
                  <c:v>6100</c:v>
                </c:pt>
                <c:pt idx="122">
                  <c:v>6100</c:v>
                </c:pt>
                <c:pt idx="123">
                  <c:v>6200</c:v>
                </c:pt>
                <c:pt idx="124">
                  <c:v>6200</c:v>
                </c:pt>
                <c:pt idx="125">
                  <c:v>6300</c:v>
                </c:pt>
                <c:pt idx="126">
                  <c:v>6300</c:v>
                </c:pt>
                <c:pt idx="127">
                  <c:v>6400</c:v>
                </c:pt>
                <c:pt idx="128">
                  <c:v>6400</c:v>
                </c:pt>
                <c:pt idx="129">
                  <c:v>6500</c:v>
                </c:pt>
                <c:pt idx="130">
                  <c:v>6500</c:v>
                </c:pt>
                <c:pt idx="131">
                  <c:v>6600</c:v>
                </c:pt>
                <c:pt idx="132">
                  <c:v>6600</c:v>
                </c:pt>
                <c:pt idx="133">
                  <c:v>6700</c:v>
                </c:pt>
                <c:pt idx="134">
                  <c:v>6700</c:v>
                </c:pt>
                <c:pt idx="135">
                  <c:v>6800</c:v>
                </c:pt>
                <c:pt idx="136">
                  <c:v>6800</c:v>
                </c:pt>
                <c:pt idx="137">
                  <c:v>6900</c:v>
                </c:pt>
                <c:pt idx="138">
                  <c:v>6900</c:v>
                </c:pt>
                <c:pt idx="139">
                  <c:v>7000</c:v>
                </c:pt>
                <c:pt idx="140">
                  <c:v>7000</c:v>
                </c:pt>
                <c:pt idx="141">
                  <c:v>7100</c:v>
                </c:pt>
                <c:pt idx="142">
                  <c:v>7100</c:v>
                </c:pt>
                <c:pt idx="143">
                  <c:v>7200</c:v>
                </c:pt>
                <c:pt idx="144">
                  <c:v>7200</c:v>
                </c:pt>
                <c:pt idx="145">
                  <c:v>7300</c:v>
                </c:pt>
                <c:pt idx="146">
                  <c:v>7300</c:v>
                </c:pt>
                <c:pt idx="147">
                  <c:v>7400</c:v>
                </c:pt>
                <c:pt idx="148">
                  <c:v>7400</c:v>
                </c:pt>
                <c:pt idx="149">
                  <c:v>7500</c:v>
                </c:pt>
                <c:pt idx="150">
                  <c:v>7500</c:v>
                </c:pt>
                <c:pt idx="151">
                  <c:v>7600</c:v>
                </c:pt>
                <c:pt idx="152">
                  <c:v>7600</c:v>
                </c:pt>
                <c:pt idx="153">
                  <c:v>7700</c:v>
                </c:pt>
                <c:pt idx="154">
                  <c:v>7700</c:v>
                </c:pt>
                <c:pt idx="155">
                  <c:v>7800</c:v>
                </c:pt>
                <c:pt idx="156">
                  <c:v>7800</c:v>
                </c:pt>
                <c:pt idx="157">
                  <c:v>7900</c:v>
                </c:pt>
                <c:pt idx="158">
                  <c:v>7900</c:v>
                </c:pt>
                <c:pt idx="159">
                  <c:v>8000</c:v>
                </c:pt>
                <c:pt idx="160">
                  <c:v>8000</c:v>
                </c:pt>
                <c:pt idx="161">
                  <c:v>8100</c:v>
                </c:pt>
                <c:pt idx="162">
                  <c:v>8100</c:v>
                </c:pt>
                <c:pt idx="163">
                  <c:v>8200</c:v>
                </c:pt>
                <c:pt idx="164">
                  <c:v>8200</c:v>
                </c:pt>
                <c:pt idx="165">
                  <c:v>8300</c:v>
                </c:pt>
                <c:pt idx="166">
                  <c:v>8300</c:v>
                </c:pt>
                <c:pt idx="167">
                  <c:v>8400</c:v>
                </c:pt>
                <c:pt idx="168">
                  <c:v>8400</c:v>
                </c:pt>
                <c:pt idx="169">
                  <c:v>8500</c:v>
                </c:pt>
                <c:pt idx="170">
                  <c:v>8500</c:v>
                </c:pt>
                <c:pt idx="171">
                  <c:v>8600</c:v>
                </c:pt>
                <c:pt idx="172">
                  <c:v>8600</c:v>
                </c:pt>
                <c:pt idx="173">
                  <c:v>8700</c:v>
                </c:pt>
                <c:pt idx="174">
                  <c:v>8700</c:v>
                </c:pt>
                <c:pt idx="175">
                  <c:v>8800</c:v>
                </c:pt>
                <c:pt idx="176">
                  <c:v>8800</c:v>
                </c:pt>
                <c:pt idx="177">
                  <c:v>8900</c:v>
                </c:pt>
                <c:pt idx="178">
                  <c:v>8900</c:v>
                </c:pt>
                <c:pt idx="179">
                  <c:v>9000</c:v>
                </c:pt>
                <c:pt idx="180">
                  <c:v>9000</c:v>
                </c:pt>
                <c:pt idx="181">
                  <c:v>9100</c:v>
                </c:pt>
                <c:pt idx="182">
                  <c:v>9100</c:v>
                </c:pt>
                <c:pt idx="183">
                  <c:v>9200</c:v>
                </c:pt>
                <c:pt idx="184">
                  <c:v>9200</c:v>
                </c:pt>
                <c:pt idx="185">
                  <c:v>9300</c:v>
                </c:pt>
                <c:pt idx="186">
                  <c:v>9300</c:v>
                </c:pt>
                <c:pt idx="187">
                  <c:v>9400</c:v>
                </c:pt>
                <c:pt idx="188">
                  <c:v>9400</c:v>
                </c:pt>
                <c:pt idx="189">
                  <c:v>9500</c:v>
                </c:pt>
                <c:pt idx="190">
                  <c:v>9500</c:v>
                </c:pt>
                <c:pt idx="191">
                  <c:v>9600</c:v>
                </c:pt>
                <c:pt idx="192">
                  <c:v>9600</c:v>
                </c:pt>
                <c:pt idx="193">
                  <c:v>9700</c:v>
                </c:pt>
                <c:pt idx="194">
                  <c:v>9700</c:v>
                </c:pt>
                <c:pt idx="195">
                  <c:v>9800</c:v>
                </c:pt>
                <c:pt idx="196">
                  <c:v>9800</c:v>
                </c:pt>
                <c:pt idx="197">
                  <c:v>9900</c:v>
                </c:pt>
                <c:pt idx="198">
                  <c:v>9900</c:v>
                </c:pt>
                <c:pt idx="199">
                  <c:v>10000</c:v>
                </c:pt>
                <c:pt idx="200">
                  <c:v>10000</c:v>
                </c:pt>
                <c:pt idx="201">
                  <c:v>10100</c:v>
                </c:pt>
                <c:pt idx="202">
                  <c:v>10100</c:v>
                </c:pt>
                <c:pt idx="203">
                  <c:v>10200</c:v>
                </c:pt>
                <c:pt idx="204">
                  <c:v>10200</c:v>
                </c:pt>
                <c:pt idx="205">
                  <c:v>10300</c:v>
                </c:pt>
                <c:pt idx="206">
                  <c:v>10300</c:v>
                </c:pt>
                <c:pt idx="207">
                  <c:v>10400</c:v>
                </c:pt>
                <c:pt idx="208">
                  <c:v>10400</c:v>
                </c:pt>
                <c:pt idx="209">
                  <c:v>10500</c:v>
                </c:pt>
                <c:pt idx="210">
                  <c:v>10500</c:v>
                </c:pt>
                <c:pt idx="211">
                  <c:v>10600</c:v>
                </c:pt>
                <c:pt idx="212">
                  <c:v>10600</c:v>
                </c:pt>
                <c:pt idx="213">
                  <c:v>10700</c:v>
                </c:pt>
                <c:pt idx="214">
                  <c:v>10700</c:v>
                </c:pt>
                <c:pt idx="215">
                  <c:v>10800</c:v>
                </c:pt>
                <c:pt idx="216">
                  <c:v>10800</c:v>
                </c:pt>
                <c:pt idx="217">
                  <c:v>10900</c:v>
                </c:pt>
                <c:pt idx="218">
                  <c:v>10900</c:v>
                </c:pt>
                <c:pt idx="219">
                  <c:v>11000</c:v>
                </c:pt>
                <c:pt idx="220">
                  <c:v>11000</c:v>
                </c:pt>
                <c:pt idx="221">
                  <c:v>11100</c:v>
                </c:pt>
                <c:pt idx="222">
                  <c:v>11100</c:v>
                </c:pt>
                <c:pt idx="223">
                  <c:v>11200</c:v>
                </c:pt>
                <c:pt idx="224">
                  <c:v>11200</c:v>
                </c:pt>
                <c:pt idx="225">
                  <c:v>11300</c:v>
                </c:pt>
                <c:pt idx="226">
                  <c:v>11300</c:v>
                </c:pt>
                <c:pt idx="227">
                  <c:v>11400</c:v>
                </c:pt>
                <c:pt idx="228">
                  <c:v>11400</c:v>
                </c:pt>
                <c:pt idx="229">
                  <c:v>11500</c:v>
                </c:pt>
                <c:pt idx="230">
                  <c:v>11500</c:v>
                </c:pt>
                <c:pt idx="231">
                  <c:v>11600</c:v>
                </c:pt>
                <c:pt idx="232">
                  <c:v>11600</c:v>
                </c:pt>
                <c:pt idx="233">
                  <c:v>11700</c:v>
                </c:pt>
                <c:pt idx="234">
                  <c:v>11700</c:v>
                </c:pt>
                <c:pt idx="235">
                  <c:v>11800</c:v>
                </c:pt>
                <c:pt idx="236">
                  <c:v>11800</c:v>
                </c:pt>
                <c:pt idx="237">
                  <c:v>11900</c:v>
                </c:pt>
                <c:pt idx="238">
                  <c:v>11900</c:v>
                </c:pt>
                <c:pt idx="239">
                  <c:v>12000</c:v>
                </c:pt>
                <c:pt idx="240">
                  <c:v>12000</c:v>
                </c:pt>
                <c:pt idx="241">
                  <c:v>12100</c:v>
                </c:pt>
                <c:pt idx="242">
                  <c:v>12100</c:v>
                </c:pt>
                <c:pt idx="243">
                  <c:v>12200</c:v>
                </c:pt>
                <c:pt idx="244">
                  <c:v>12200</c:v>
                </c:pt>
                <c:pt idx="245">
                  <c:v>12300</c:v>
                </c:pt>
                <c:pt idx="246">
                  <c:v>12300</c:v>
                </c:pt>
                <c:pt idx="247">
                  <c:v>12400</c:v>
                </c:pt>
                <c:pt idx="248">
                  <c:v>12400</c:v>
                </c:pt>
                <c:pt idx="249">
                  <c:v>12500</c:v>
                </c:pt>
                <c:pt idx="250">
                  <c:v>12500</c:v>
                </c:pt>
                <c:pt idx="251">
                  <c:v>12600</c:v>
                </c:pt>
                <c:pt idx="252">
                  <c:v>12600</c:v>
                </c:pt>
                <c:pt idx="253">
                  <c:v>12700</c:v>
                </c:pt>
                <c:pt idx="254">
                  <c:v>12700</c:v>
                </c:pt>
                <c:pt idx="255">
                  <c:v>12800</c:v>
                </c:pt>
                <c:pt idx="256">
                  <c:v>12800</c:v>
                </c:pt>
                <c:pt idx="257">
                  <c:v>12900</c:v>
                </c:pt>
                <c:pt idx="258">
                  <c:v>12900</c:v>
                </c:pt>
                <c:pt idx="259">
                  <c:v>13000</c:v>
                </c:pt>
                <c:pt idx="260">
                  <c:v>13000</c:v>
                </c:pt>
                <c:pt idx="261">
                  <c:v>13100</c:v>
                </c:pt>
                <c:pt idx="262">
                  <c:v>13100</c:v>
                </c:pt>
                <c:pt idx="263">
                  <c:v>13200</c:v>
                </c:pt>
                <c:pt idx="264">
                  <c:v>13200</c:v>
                </c:pt>
                <c:pt idx="265">
                  <c:v>13300</c:v>
                </c:pt>
                <c:pt idx="266">
                  <c:v>13300</c:v>
                </c:pt>
                <c:pt idx="267">
                  <c:v>13400</c:v>
                </c:pt>
                <c:pt idx="268">
                  <c:v>13400</c:v>
                </c:pt>
                <c:pt idx="269">
                  <c:v>13500</c:v>
                </c:pt>
                <c:pt idx="270">
                  <c:v>13500</c:v>
                </c:pt>
                <c:pt idx="271">
                  <c:v>13600</c:v>
                </c:pt>
                <c:pt idx="272">
                  <c:v>13600</c:v>
                </c:pt>
                <c:pt idx="273">
                  <c:v>13700</c:v>
                </c:pt>
                <c:pt idx="274">
                  <c:v>13700</c:v>
                </c:pt>
                <c:pt idx="275">
                  <c:v>13800</c:v>
                </c:pt>
                <c:pt idx="276">
                  <c:v>13800</c:v>
                </c:pt>
                <c:pt idx="277">
                  <c:v>13900</c:v>
                </c:pt>
                <c:pt idx="278">
                  <c:v>13900</c:v>
                </c:pt>
                <c:pt idx="279">
                  <c:v>14000</c:v>
                </c:pt>
                <c:pt idx="280">
                  <c:v>14000</c:v>
                </c:pt>
                <c:pt idx="281">
                  <c:v>14100</c:v>
                </c:pt>
                <c:pt idx="282">
                  <c:v>14100</c:v>
                </c:pt>
                <c:pt idx="283">
                  <c:v>14200</c:v>
                </c:pt>
                <c:pt idx="284">
                  <c:v>14200</c:v>
                </c:pt>
                <c:pt idx="285">
                  <c:v>14300</c:v>
                </c:pt>
                <c:pt idx="286">
                  <c:v>14300</c:v>
                </c:pt>
                <c:pt idx="287">
                  <c:v>14400</c:v>
                </c:pt>
                <c:pt idx="288">
                  <c:v>14400</c:v>
                </c:pt>
                <c:pt idx="289">
                  <c:v>14500</c:v>
                </c:pt>
                <c:pt idx="290">
                  <c:v>14500</c:v>
                </c:pt>
                <c:pt idx="291">
                  <c:v>14600</c:v>
                </c:pt>
                <c:pt idx="292">
                  <c:v>14600</c:v>
                </c:pt>
                <c:pt idx="293">
                  <c:v>14700</c:v>
                </c:pt>
                <c:pt idx="294">
                  <c:v>14700</c:v>
                </c:pt>
                <c:pt idx="295">
                  <c:v>14800</c:v>
                </c:pt>
                <c:pt idx="296">
                  <c:v>14800</c:v>
                </c:pt>
                <c:pt idx="297">
                  <c:v>14900</c:v>
                </c:pt>
                <c:pt idx="298">
                  <c:v>14900</c:v>
                </c:pt>
                <c:pt idx="299">
                  <c:v>15000</c:v>
                </c:pt>
                <c:pt idx="300">
                  <c:v>15000</c:v>
                </c:pt>
                <c:pt idx="301">
                  <c:v>15100</c:v>
                </c:pt>
                <c:pt idx="302">
                  <c:v>15100</c:v>
                </c:pt>
                <c:pt idx="303">
                  <c:v>15200</c:v>
                </c:pt>
                <c:pt idx="304">
                  <c:v>15200</c:v>
                </c:pt>
                <c:pt idx="305">
                  <c:v>15300</c:v>
                </c:pt>
                <c:pt idx="306">
                  <c:v>15300</c:v>
                </c:pt>
                <c:pt idx="307">
                  <c:v>15400</c:v>
                </c:pt>
                <c:pt idx="308">
                  <c:v>15400</c:v>
                </c:pt>
                <c:pt idx="309">
                  <c:v>15500</c:v>
                </c:pt>
                <c:pt idx="310">
                  <c:v>15500</c:v>
                </c:pt>
                <c:pt idx="311">
                  <c:v>15600</c:v>
                </c:pt>
                <c:pt idx="312">
                  <c:v>15600</c:v>
                </c:pt>
                <c:pt idx="313">
                  <c:v>15700</c:v>
                </c:pt>
                <c:pt idx="314">
                  <c:v>15700</c:v>
                </c:pt>
                <c:pt idx="315">
                  <c:v>15800</c:v>
                </c:pt>
                <c:pt idx="316">
                  <c:v>15800</c:v>
                </c:pt>
                <c:pt idx="317">
                  <c:v>15900</c:v>
                </c:pt>
                <c:pt idx="318">
                  <c:v>15900</c:v>
                </c:pt>
                <c:pt idx="319">
                  <c:v>16000</c:v>
                </c:pt>
                <c:pt idx="320">
                  <c:v>16000</c:v>
                </c:pt>
                <c:pt idx="321">
                  <c:v>16100</c:v>
                </c:pt>
                <c:pt idx="322">
                  <c:v>16100</c:v>
                </c:pt>
                <c:pt idx="323">
                  <c:v>16200</c:v>
                </c:pt>
                <c:pt idx="324">
                  <c:v>16200</c:v>
                </c:pt>
                <c:pt idx="325">
                  <c:v>16300</c:v>
                </c:pt>
                <c:pt idx="326">
                  <c:v>16300</c:v>
                </c:pt>
                <c:pt idx="327">
                  <c:v>16400</c:v>
                </c:pt>
                <c:pt idx="328">
                  <c:v>16400</c:v>
                </c:pt>
                <c:pt idx="329">
                  <c:v>16500</c:v>
                </c:pt>
                <c:pt idx="330">
                  <c:v>16500</c:v>
                </c:pt>
                <c:pt idx="331">
                  <c:v>16600</c:v>
                </c:pt>
                <c:pt idx="332">
                  <c:v>16600</c:v>
                </c:pt>
                <c:pt idx="333">
                  <c:v>16700</c:v>
                </c:pt>
                <c:pt idx="334">
                  <c:v>16700</c:v>
                </c:pt>
                <c:pt idx="335">
                  <c:v>16800</c:v>
                </c:pt>
                <c:pt idx="336">
                  <c:v>16800</c:v>
                </c:pt>
                <c:pt idx="337">
                  <c:v>16900</c:v>
                </c:pt>
                <c:pt idx="338">
                  <c:v>16900</c:v>
                </c:pt>
                <c:pt idx="339">
                  <c:v>17000</c:v>
                </c:pt>
                <c:pt idx="340">
                  <c:v>17000</c:v>
                </c:pt>
                <c:pt idx="341">
                  <c:v>17100</c:v>
                </c:pt>
                <c:pt idx="342">
                  <c:v>17100</c:v>
                </c:pt>
                <c:pt idx="343">
                  <c:v>17200</c:v>
                </c:pt>
                <c:pt idx="344">
                  <c:v>17200</c:v>
                </c:pt>
                <c:pt idx="345">
                  <c:v>17300</c:v>
                </c:pt>
                <c:pt idx="346">
                  <c:v>17300</c:v>
                </c:pt>
                <c:pt idx="347">
                  <c:v>17400</c:v>
                </c:pt>
                <c:pt idx="348">
                  <c:v>17400</c:v>
                </c:pt>
                <c:pt idx="349">
                  <c:v>17500</c:v>
                </c:pt>
                <c:pt idx="350">
                  <c:v>17500</c:v>
                </c:pt>
                <c:pt idx="351">
                  <c:v>17600</c:v>
                </c:pt>
                <c:pt idx="352">
                  <c:v>17600</c:v>
                </c:pt>
                <c:pt idx="353">
                  <c:v>17700</c:v>
                </c:pt>
                <c:pt idx="354">
                  <c:v>17700</c:v>
                </c:pt>
                <c:pt idx="355">
                  <c:v>17800</c:v>
                </c:pt>
                <c:pt idx="356">
                  <c:v>17800</c:v>
                </c:pt>
                <c:pt idx="357">
                  <c:v>17900</c:v>
                </c:pt>
                <c:pt idx="358">
                  <c:v>17900</c:v>
                </c:pt>
                <c:pt idx="359">
                  <c:v>18000</c:v>
                </c:pt>
                <c:pt idx="360">
                  <c:v>18000</c:v>
                </c:pt>
                <c:pt idx="361">
                  <c:v>18100</c:v>
                </c:pt>
                <c:pt idx="362">
                  <c:v>18100</c:v>
                </c:pt>
                <c:pt idx="363">
                  <c:v>18200</c:v>
                </c:pt>
                <c:pt idx="364">
                  <c:v>18200</c:v>
                </c:pt>
                <c:pt idx="365">
                  <c:v>18300</c:v>
                </c:pt>
                <c:pt idx="366">
                  <c:v>18300</c:v>
                </c:pt>
                <c:pt idx="367">
                  <c:v>18400</c:v>
                </c:pt>
                <c:pt idx="368">
                  <c:v>18400</c:v>
                </c:pt>
                <c:pt idx="369">
                  <c:v>18500</c:v>
                </c:pt>
                <c:pt idx="370">
                  <c:v>18500</c:v>
                </c:pt>
                <c:pt idx="371">
                  <c:v>18600</c:v>
                </c:pt>
                <c:pt idx="372">
                  <c:v>18600</c:v>
                </c:pt>
                <c:pt idx="373">
                  <c:v>18700</c:v>
                </c:pt>
                <c:pt idx="374">
                  <c:v>18700</c:v>
                </c:pt>
                <c:pt idx="375">
                  <c:v>18800</c:v>
                </c:pt>
                <c:pt idx="376">
                  <c:v>18800</c:v>
                </c:pt>
                <c:pt idx="377">
                  <c:v>18900</c:v>
                </c:pt>
                <c:pt idx="378">
                  <c:v>18900</c:v>
                </c:pt>
                <c:pt idx="379">
                  <c:v>19000</c:v>
                </c:pt>
                <c:pt idx="380">
                  <c:v>19000</c:v>
                </c:pt>
                <c:pt idx="381">
                  <c:v>19100</c:v>
                </c:pt>
                <c:pt idx="382">
                  <c:v>19100</c:v>
                </c:pt>
                <c:pt idx="383">
                  <c:v>19200</c:v>
                </c:pt>
                <c:pt idx="384">
                  <c:v>19200</c:v>
                </c:pt>
                <c:pt idx="385">
                  <c:v>19300</c:v>
                </c:pt>
                <c:pt idx="386">
                  <c:v>19300</c:v>
                </c:pt>
                <c:pt idx="387">
                  <c:v>19400</c:v>
                </c:pt>
                <c:pt idx="388">
                  <c:v>19400</c:v>
                </c:pt>
                <c:pt idx="389">
                  <c:v>19500</c:v>
                </c:pt>
                <c:pt idx="390">
                  <c:v>19500</c:v>
                </c:pt>
                <c:pt idx="391">
                  <c:v>19600</c:v>
                </c:pt>
                <c:pt idx="392">
                  <c:v>19600</c:v>
                </c:pt>
                <c:pt idx="393">
                  <c:v>19700</c:v>
                </c:pt>
                <c:pt idx="394">
                  <c:v>19700</c:v>
                </c:pt>
                <c:pt idx="395">
                  <c:v>19800</c:v>
                </c:pt>
                <c:pt idx="396">
                  <c:v>19800</c:v>
                </c:pt>
                <c:pt idx="397">
                  <c:v>19900</c:v>
                </c:pt>
                <c:pt idx="398">
                  <c:v>19900</c:v>
                </c:pt>
                <c:pt idx="399">
                  <c:v>20000</c:v>
                </c:pt>
                <c:pt idx="400">
                  <c:v>20000</c:v>
                </c:pt>
                <c:pt idx="401">
                  <c:v>20100</c:v>
                </c:pt>
                <c:pt idx="402">
                  <c:v>20100</c:v>
                </c:pt>
                <c:pt idx="403">
                  <c:v>20200</c:v>
                </c:pt>
                <c:pt idx="404">
                  <c:v>20200</c:v>
                </c:pt>
                <c:pt idx="405">
                  <c:v>20300</c:v>
                </c:pt>
                <c:pt idx="406">
                  <c:v>20300</c:v>
                </c:pt>
                <c:pt idx="407">
                  <c:v>20400</c:v>
                </c:pt>
                <c:pt idx="408">
                  <c:v>20400</c:v>
                </c:pt>
                <c:pt idx="409">
                  <c:v>20500</c:v>
                </c:pt>
                <c:pt idx="410">
                  <c:v>20500</c:v>
                </c:pt>
                <c:pt idx="411">
                  <c:v>20600</c:v>
                </c:pt>
                <c:pt idx="412">
                  <c:v>20600</c:v>
                </c:pt>
                <c:pt idx="413">
                  <c:v>20700</c:v>
                </c:pt>
                <c:pt idx="414">
                  <c:v>20700</c:v>
                </c:pt>
                <c:pt idx="415">
                  <c:v>20800</c:v>
                </c:pt>
                <c:pt idx="416">
                  <c:v>20800</c:v>
                </c:pt>
                <c:pt idx="417">
                  <c:v>20900</c:v>
                </c:pt>
                <c:pt idx="418">
                  <c:v>20900</c:v>
                </c:pt>
                <c:pt idx="419">
                  <c:v>21000</c:v>
                </c:pt>
                <c:pt idx="420">
                  <c:v>21000</c:v>
                </c:pt>
                <c:pt idx="421">
                  <c:v>21100</c:v>
                </c:pt>
                <c:pt idx="422">
                  <c:v>21100</c:v>
                </c:pt>
                <c:pt idx="423">
                  <c:v>21200</c:v>
                </c:pt>
                <c:pt idx="424">
                  <c:v>21200</c:v>
                </c:pt>
                <c:pt idx="425">
                  <c:v>21300</c:v>
                </c:pt>
                <c:pt idx="426">
                  <c:v>21300</c:v>
                </c:pt>
                <c:pt idx="427">
                  <c:v>21400</c:v>
                </c:pt>
                <c:pt idx="428">
                  <c:v>21400</c:v>
                </c:pt>
                <c:pt idx="429">
                  <c:v>21500</c:v>
                </c:pt>
                <c:pt idx="430">
                  <c:v>21500</c:v>
                </c:pt>
                <c:pt idx="431">
                  <c:v>21600</c:v>
                </c:pt>
                <c:pt idx="432">
                  <c:v>21600</c:v>
                </c:pt>
                <c:pt idx="433">
                  <c:v>21700</c:v>
                </c:pt>
                <c:pt idx="434">
                  <c:v>21700</c:v>
                </c:pt>
                <c:pt idx="435">
                  <c:v>21800</c:v>
                </c:pt>
                <c:pt idx="436">
                  <c:v>21800</c:v>
                </c:pt>
                <c:pt idx="437">
                  <c:v>21900</c:v>
                </c:pt>
                <c:pt idx="438">
                  <c:v>21900</c:v>
                </c:pt>
                <c:pt idx="439">
                  <c:v>22000</c:v>
                </c:pt>
                <c:pt idx="440">
                  <c:v>22000</c:v>
                </c:pt>
                <c:pt idx="441">
                  <c:v>22100</c:v>
                </c:pt>
                <c:pt idx="442">
                  <c:v>22100</c:v>
                </c:pt>
                <c:pt idx="443">
                  <c:v>22200</c:v>
                </c:pt>
                <c:pt idx="444">
                  <c:v>22200</c:v>
                </c:pt>
                <c:pt idx="445">
                  <c:v>22300</c:v>
                </c:pt>
                <c:pt idx="446">
                  <c:v>22300</c:v>
                </c:pt>
                <c:pt idx="447">
                  <c:v>22400</c:v>
                </c:pt>
                <c:pt idx="448">
                  <c:v>22400</c:v>
                </c:pt>
                <c:pt idx="449">
                  <c:v>22500</c:v>
                </c:pt>
                <c:pt idx="450">
                  <c:v>22500</c:v>
                </c:pt>
                <c:pt idx="451">
                  <c:v>22600</c:v>
                </c:pt>
                <c:pt idx="452">
                  <c:v>22600</c:v>
                </c:pt>
                <c:pt idx="453">
                  <c:v>22700</c:v>
                </c:pt>
                <c:pt idx="454">
                  <c:v>22700</c:v>
                </c:pt>
                <c:pt idx="455">
                  <c:v>22800</c:v>
                </c:pt>
                <c:pt idx="456">
                  <c:v>22800</c:v>
                </c:pt>
                <c:pt idx="457">
                  <c:v>22900</c:v>
                </c:pt>
                <c:pt idx="458">
                  <c:v>22900</c:v>
                </c:pt>
                <c:pt idx="459">
                  <c:v>23000</c:v>
                </c:pt>
                <c:pt idx="460">
                  <c:v>23000</c:v>
                </c:pt>
                <c:pt idx="461">
                  <c:v>23100</c:v>
                </c:pt>
                <c:pt idx="462">
                  <c:v>23100</c:v>
                </c:pt>
                <c:pt idx="463">
                  <c:v>23200</c:v>
                </c:pt>
                <c:pt idx="464">
                  <c:v>23200</c:v>
                </c:pt>
                <c:pt idx="465">
                  <c:v>23300</c:v>
                </c:pt>
                <c:pt idx="466">
                  <c:v>23300</c:v>
                </c:pt>
                <c:pt idx="467">
                  <c:v>23400</c:v>
                </c:pt>
                <c:pt idx="468">
                  <c:v>23400</c:v>
                </c:pt>
                <c:pt idx="469">
                  <c:v>23500</c:v>
                </c:pt>
                <c:pt idx="470">
                  <c:v>23500</c:v>
                </c:pt>
                <c:pt idx="471">
                  <c:v>23600</c:v>
                </c:pt>
                <c:pt idx="472">
                  <c:v>23600</c:v>
                </c:pt>
                <c:pt idx="473">
                  <c:v>23700</c:v>
                </c:pt>
                <c:pt idx="474">
                  <c:v>23700</c:v>
                </c:pt>
                <c:pt idx="475">
                  <c:v>23800</c:v>
                </c:pt>
                <c:pt idx="476">
                  <c:v>23800</c:v>
                </c:pt>
                <c:pt idx="477">
                  <c:v>23900</c:v>
                </c:pt>
                <c:pt idx="478">
                  <c:v>23900</c:v>
                </c:pt>
                <c:pt idx="479">
                  <c:v>24000</c:v>
                </c:pt>
                <c:pt idx="480">
                  <c:v>24000</c:v>
                </c:pt>
                <c:pt idx="481">
                  <c:v>24100</c:v>
                </c:pt>
                <c:pt idx="482">
                  <c:v>24100</c:v>
                </c:pt>
                <c:pt idx="483">
                  <c:v>24200</c:v>
                </c:pt>
                <c:pt idx="484">
                  <c:v>24200</c:v>
                </c:pt>
                <c:pt idx="485">
                  <c:v>24300</c:v>
                </c:pt>
                <c:pt idx="486">
                  <c:v>24300</c:v>
                </c:pt>
                <c:pt idx="487">
                  <c:v>24400</c:v>
                </c:pt>
                <c:pt idx="488">
                  <c:v>24400</c:v>
                </c:pt>
                <c:pt idx="489">
                  <c:v>24500</c:v>
                </c:pt>
                <c:pt idx="490">
                  <c:v>24500</c:v>
                </c:pt>
                <c:pt idx="491">
                  <c:v>24600</c:v>
                </c:pt>
                <c:pt idx="492">
                  <c:v>24600</c:v>
                </c:pt>
                <c:pt idx="493">
                  <c:v>24700</c:v>
                </c:pt>
                <c:pt idx="494">
                  <c:v>24700</c:v>
                </c:pt>
                <c:pt idx="495">
                  <c:v>24800</c:v>
                </c:pt>
                <c:pt idx="496">
                  <c:v>24800</c:v>
                </c:pt>
                <c:pt idx="497">
                  <c:v>24900</c:v>
                </c:pt>
                <c:pt idx="498">
                  <c:v>24900</c:v>
                </c:pt>
                <c:pt idx="499">
                  <c:v>25000</c:v>
                </c:pt>
                <c:pt idx="500">
                  <c:v>25000</c:v>
                </c:pt>
                <c:pt idx="501">
                  <c:v>25100</c:v>
                </c:pt>
                <c:pt idx="502">
                  <c:v>25100</c:v>
                </c:pt>
                <c:pt idx="503">
                  <c:v>25200</c:v>
                </c:pt>
                <c:pt idx="504">
                  <c:v>25200</c:v>
                </c:pt>
                <c:pt idx="505">
                  <c:v>25300</c:v>
                </c:pt>
                <c:pt idx="506">
                  <c:v>25300</c:v>
                </c:pt>
                <c:pt idx="507">
                  <c:v>25400</c:v>
                </c:pt>
                <c:pt idx="508">
                  <c:v>25400</c:v>
                </c:pt>
                <c:pt idx="509">
                  <c:v>25500</c:v>
                </c:pt>
                <c:pt idx="510">
                  <c:v>25500</c:v>
                </c:pt>
                <c:pt idx="511">
                  <c:v>25600</c:v>
                </c:pt>
                <c:pt idx="512">
                  <c:v>25600</c:v>
                </c:pt>
                <c:pt idx="513">
                  <c:v>25700</c:v>
                </c:pt>
                <c:pt idx="514">
                  <c:v>25700</c:v>
                </c:pt>
                <c:pt idx="515">
                  <c:v>25800</c:v>
                </c:pt>
                <c:pt idx="516">
                  <c:v>25800</c:v>
                </c:pt>
                <c:pt idx="517">
                  <c:v>25900</c:v>
                </c:pt>
                <c:pt idx="518">
                  <c:v>25900</c:v>
                </c:pt>
                <c:pt idx="519">
                  <c:v>26000</c:v>
                </c:pt>
                <c:pt idx="520">
                  <c:v>26000</c:v>
                </c:pt>
                <c:pt idx="521">
                  <c:v>26100</c:v>
                </c:pt>
                <c:pt idx="522">
                  <c:v>26100</c:v>
                </c:pt>
                <c:pt idx="523">
                  <c:v>26200</c:v>
                </c:pt>
                <c:pt idx="524">
                  <c:v>26200</c:v>
                </c:pt>
                <c:pt idx="525">
                  <c:v>26300</c:v>
                </c:pt>
                <c:pt idx="526">
                  <c:v>26300</c:v>
                </c:pt>
                <c:pt idx="527">
                  <c:v>26400</c:v>
                </c:pt>
                <c:pt idx="528">
                  <c:v>26400</c:v>
                </c:pt>
                <c:pt idx="529">
                  <c:v>26500</c:v>
                </c:pt>
                <c:pt idx="530">
                  <c:v>26500</c:v>
                </c:pt>
                <c:pt idx="531">
                  <c:v>26600</c:v>
                </c:pt>
                <c:pt idx="532">
                  <c:v>26600</c:v>
                </c:pt>
                <c:pt idx="533">
                  <c:v>26700</c:v>
                </c:pt>
                <c:pt idx="534">
                  <c:v>26700</c:v>
                </c:pt>
                <c:pt idx="535">
                  <c:v>26800</c:v>
                </c:pt>
                <c:pt idx="536">
                  <c:v>26800</c:v>
                </c:pt>
                <c:pt idx="537">
                  <c:v>26900</c:v>
                </c:pt>
                <c:pt idx="538">
                  <c:v>26900</c:v>
                </c:pt>
                <c:pt idx="539">
                  <c:v>27000</c:v>
                </c:pt>
                <c:pt idx="540">
                  <c:v>27000</c:v>
                </c:pt>
                <c:pt idx="541">
                  <c:v>27100</c:v>
                </c:pt>
                <c:pt idx="542">
                  <c:v>27100</c:v>
                </c:pt>
                <c:pt idx="543">
                  <c:v>27200</c:v>
                </c:pt>
                <c:pt idx="544">
                  <c:v>27200</c:v>
                </c:pt>
                <c:pt idx="545">
                  <c:v>27300</c:v>
                </c:pt>
                <c:pt idx="546">
                  <c:v>27300</c:v>
                </c:pt>
                <c:pt idx="547">
                  <c:v>27400</c:v>
                </c:pt>
                <c:pt idx="548">
                  <c:v>27400</c:v>
                </c:pt>
                <c:pt idx="549">
                  <c:v>27500</c:v>
                </c:pt>
                <c:pt idx="550">
                  <c:v>27500</c:v>
                </c:pt>
                <c:pt idx="551">
                  <c:v>27600</c:v>
                </c:pt>
                <c:pt idx="552">
                  <c:v>27600</c:v>
                </c:pt>
                <c:pt idx="553">
                  <c:v>27700</c:v>
                </c:pt>
                <c:pt idx="554">
                  <c:v>27700</c:v>
                </c:pt>
                <c:pt idx="555">
                  <c:v>27800</c:v>
                </c:pt>
                <c:pt idx="556">
                  <c:v>27800</c:v>
                </c:pt>
                <c:pt idx="557">
                  <c:v>27900</c:v>
                </c:pt>
                <c:pt idx="558">
                  <c:v>27900</c:v>
                </c:pt>
                <c:pt idx="559">
                  <c:v>28000</c:v>
                </c:pt>
                <c:pt idx="560">
                  <c:v>28000</c:v>
                </c:pt>
                <c:pt idx="561">
                  <c:v>28100</c:v>
                </c:pt>
                <c:pt idx="562">
                  <c:v>28100</c:v>
                </c:pt>
                <c:pt idx="563">
                  <c:v>28200</c:v>
                </c:pt>
                <c:pt idx="564">
                  <c:v>28200</c:v>
                </c:pt>
                <c:pt idx="565">
                  <c:v>28300</c:v>
                </c:pt>
                <c:pt idx="566">
                  <c:v>28300</c:v>
                </c:pt>
                <c:pt idx="567">
                  <c:v>28400</c:v>
                </c:pt>
                <c:pt idx="568">
                  <c:v>28400</c:v>
                </c:pt>
                <c:pt idx="569">
                  <c:v>28500</c:v>
                </c:pt>
                <c:pt idx="570">
                  <c:v>28500</c:v>
                </c:pt>
                <c:pt idx="571">
                  <c:v>28600</c:v>
                </c:pt>
                <c:pt idx="572">
                  <c:v>28600</c:v>
                </c:pt>
                <c:pt idx="573">
                  <c:v>28700</c:v>
                </c:pt>
                <c:pt idx="574">
                  <c:v>28700</c:v>
                </c:pt>
                <c:pt idx="575">
                  <c:v>28800</c:v>
                </c:pt>
                <c:pt idx="576">
                  <c:v>28800</c:v>
                </c:pt>
                <c:pt idx="577">
                  <c:v>28900</c:v>
                </c:pt>
                <c:pt idx="578">
                  <c:v>28900</c:v>
                </c:pt>
                <c:pt idx="579">
                  <c:v>29000</c:v>
                </c:pt>
                <c:pt idx="580">
                  <c:v>29000</c:v>
                </c:pt>
                <c:pt idx="581">
                  <c:v>29100</c:v>
                </c:pt>
                <c:pt idx="582">
                  <c:v>29100</c:v>
                </c:pt>
                <c:pt idx="583">
                  <c:v>29200</c:v>
                </c:pt>
                <c:pt idx="584">
                  <c:v>29200</c:v>
                </c:pt>
                <c:pt idx="585">
                  <c:v>29300</c:v>
                </c:pt>
                <c:pt idx="586">
                  <c:v>29300</c:v>
                </c:pt>
                <c:pt idx="587">
                  <c:v>29400</c:v>
                </c:pt>
                <c:pt idx="588">
                  <c:v>29400</c:v>
                </c:pt>
                <c:pt idx="589">
                  <c:v>29500</c:v>
                </c:pt>
                <c:pt idx="590">
                  <c:v>29500</c:v>
                </c:pt>
                <c:pt idx="591">
                  <c:v>29600</c:v>
                </c:pt>
                <c:pt idx="592">
                  <c:v>29600</c:v>
                </c:pt>
                <c:pt idx="593">
                  <c:v>29700</c:v>
                </c:pt>
                <c:pt idx="594">
                  <c:v>29700</c:v>
                </c:pt>
                <c:pt idx="595">
                  <c:v>29800</c:v>
                </c:pt>
                <c:pt idx="596">
                  <c:v>29800</c:v>
                </c:pt>
                <c:pt idx="597">
                  <c:v>29900</c:v>
                </c:pt>
                <c:pt idx="598">
                  <c:v>29900</c:v>
                </c:pt>
                <c:pt idx="599">
                  <c:v>30000</c:v>
                </c:pt>
                <c:pt idx="600">
                  <c:v>30000</c:v>
                </c:pt>
              </c:numCache>
            </c:numRef>
          </c:xVal>
          <c:yVal>
            <c:numRef>
              <c:f>'Chart Data'!$D$2:$D$602</c:f>
              <c:numCache>
                <c:formatCode>0%</c:formatCode>
                <c:ptCount val="6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0.0975</c:v>
                </c:pt>
                <c:pt idx="77">
                  <c:v>0.0975</c:v>
                </c:pt>
                <c:pt idx="78">
                  <c:v>0.19</c:v>
                </c:pt>
                <c:pt idx="79">
                  <c:v>0.19</c:v>
                </c:pt>
                <c:pt idx="80">
                  <c:v>0.19</c:v>
                </c:pt>
                <c:pt idx="81">
                  <c:v>0.19</c:v>
                </c:pt>
                <c:pt idx="82">
                  <c:v>0.19</c:v>
                </c:pt>
                <c:pt idx="83">
                  <c:v>0.19</c:v>
                </c:pt>
                <c:pt idx="84">
                  <c:v>0.19</c:v>
                </c:pt>
                <c:pt idx="85">
                  <c:v>0.19</c:v>
                </c:pt>
                <c:pt idx="86">
                  <c:v>0.2775</c:v>
                </c:pt>
                <c:pt idx="87">
                  <c:v>0.2775</c:v>
                </c:pt>
                <c:pt idx="88">
                  <c:v>0.2775</c:v>
                </c:pt>
                <c:pt idx="89">
                  <c:v>0.2775</c:v>
                </c:pt>
                <c:pt idx="90">
                  <c:v>0.2775</c:v>
                </c:pt>
                <c:pt idx="91">
                  <c:v>0.2775</c:v>
                </c:pt>
                <c:pt idx="92">
                  <c:v>0.36</c:v>
                </c:pt>
                <c:pt idx="93">
                  <c:v>0.36</c:v>
                </c:pt>
                <c:pt idx="94">
                  <c:v>0.36</c:v>
                </c:pt>
                <c:pt idx="95">
                  <c:v>0.36</c:v>
                </c:pt>
                <c:pt idx="96">
                  <c:v>0.36</c:v>
                </c:pt>
                <c:pt idx="97">
                  <c:v>0.36</c:v>
                </c:pt>
                <c:pt idx="98">
                  <c:v>0.36</c:v>
                </c:pt>
                <c:pt idx="99">
                  <c:v>0.36</c:v>
                </c:pt>
                <c:pt idx="100">
                  <c:v>0.36</c:v>
                </c:pt>
                <c:pt idx="101">
                  <c:v>0.36</c:v>
                </c:pt>
                <c:pt idx="102">
                  <c:v>0.36</c:v>
                </c:pt>
                <c:pt idx="103">
                  <c:v>0.36</c:v>
                </c:pt>
                <c:pt idx="104">
                  <c:v>0.36</c:v>
                </c:pt>
                <c:pt idx="105">
                  <c:v>0.36</c:v>
                </c:pt>
                <c:pt idx="106">
                  <c:v>0.4375</c:v>
                </c:pt>
                <c:pt idx="107">
                  <c:v>0.4375</c:v>
                </c:pt>
                <c:pt idx="108">
                  <c:v>0.4375</c:v>
                </c:pt>
                <c:pt idx="109">
                  <c:v>0.4375</c:v>
                </c:pt>
                <c:pt idx="110">
                  <c:v>0.4375</c:v>
                </c:pt>
                <c:pt idx="111">
                  <c:v>0.4375</c:v>
                </c:pt>
                <c:pt idx="112">
                  <c:v>0.4375</c:v>
                </c:pt>
                <c:pt idx="113">
                  <c:v>0.4375</c:v>
                </c:pt>
                <c:pt idx="114">
                  <c:v>0.51</c:v>
                </c:pt>
                <c:pt idx="115">
                  <c:v>0.51</c:v>
                </c:pt>
                <c:pt idx="116">
                  <c:v>0.51</c:v>
                </c:pt>
                <c:pt idx="117">
                  <c:v>0.51</c:v>
                </c:pt>
                <c:pt idx="118">
                  <c:v>0.5775</c:v>
                </c:pt>
                <c:pt idx="119">
                  <c:v>0.5775</c:v>
                </c:pt>
                <c:pt idx="120">
                  <c:v>0.5775</c:v>
                </c:pt>
                <c:pt idx="121">
                  <c:v>0.5775</c:v>
                </c:pt>
                <c:pt idx="122">
                  <c:v>0.5775</c:v>
                </c:pt>
                <c:pt idx="123">
                  <c:v>0.5775</c:v>
                </c:pt>
                <c:pt idx="124">
                  <c:v>0.5775</c:v>
                </c:pt>
                <c:pt idx="125">
                  <c:v>0.5775</c:v>
                </c:pt>
                <c:pt idx="126">
                  <c:v>0.64</c:v>
                </c:pt>
                <c:pt idx="127">
                  <c:v>0.64</c:v>
                </c:pt>
                <c:pt idx="128">
                  <c:v>0.64</c:v>
                </c:pt>
                <c:pt idx="129">
                  <c:v>0.64</c:v>
                </c:pt>
                <c:pt idx="130">
                  <c:v>0.64</c:v>
                </c:pt>
                <c:pt idx="131">
                  <c:v>0.64</c:v>
                </c:pt>
                <c:pt idx="132">
                  <c:v>0.64</c:v>
                </c:pt>
                <c:pt idx="133">
                  <c:v>0.64</c:v>
                </c:pt>
                <c:pt idx="134">
                  <c:v>0.64</c:v>
                </c:pt>
                <c:pt idx="135">
                  <c:v>0.64</c:v>
                </c:pt>
                <c:pt idx="136">
                  <c:v>0.64</c:v>
                </c:pt>
                <c:pt idx="137">
                  <c:v>0.64</c:v>
                </c:pt>
                <c:pt idx="138">
                  <c:v>0.6975</c:v>
                </c:pt>
                <c:pt idx="139">
                  <c:v>0.6975</c:v>
                </c:pt>
                <c:pt idx="140">
                  <c:v>0.6975</c:v>
                </c:pt>
                <c:pt idx="141">
                  <c:v>0.6975</c:v>
                </c:pt>
                <c:pt idx="142">
                  <c:v>0.6975</c:v>
                </c:pt>
                <c:pt idx="143">
                  <c:v>0.6975</c:v>
                </c:pt>
                <c:pt idx="144">
                  <c:v>0.6975</c:v>
                </c:pt>
                <c:pt idx="145">
                  <c:v>0.6975</c:v>
                </c:pt>
                <c:pt idx="146">
                  <c:v>0.6975</c:v>
                </c:pt>
                <c:pt idx="147">
                  <c:v>0.6975</c:v>
                </c:pt>
                <c:pt idx="148">
                  <c:v>0.75</c:v>
                </c:pt>
                <c:pt idx="149">
                  <c:v>0.75</c:v>
                </c:pt>
                <c:pt idx="150">
                  <c:v>0.75</c:v>
                </c:pt>
                <c:pt idx="151">
                  <c:v>0.75</c:v>
                </c:pt>
                <c:pt idx="152">
                  <c:v>0.75</c:v>
                </c:pt>
                <c:pt idx="153">
                  <c:v>0.75</c:v>
                </c:pt>
                <c:pt idx="154">
                  <c:v>0.75</c:v>
                </c:pt>
                <c:pt idx="155">
                  <c:v>0.75</c:v>
                </c:pt>
                <c:pt idx="156">
                  <c:v>0.75</c:v>
                </c:pt>
                <c:pt idx="157">
                  <c:v>0.75</c:v>
                </c:pt>
                <c:pt idx="158">
                  <c:v>0.75</c:v>
                </c:pt>
                <c:pt idx="159">
                  <c:v>0.75</c:v>
                </c:pt>
                <c:pt idx="160">
                  <c:v>0.75</c:v>
                </c:pt>
                <c:pt idx="161">
                  <c:v>0.75</c:v>
                </c:pt>
                <c:pt idx="162">
                  <c:v>0.75</c:v>
                </c:pt>
                <c:pt idx="163">
                  <c:v>0.75</c:v>
                </c:pt>
                <c:pt idx="164">
                  <c:v>0.75</c:v>
                </c:pt>
                <c:pt idx="165">
                  <c:v>0.75</c:v>
                </c:pt>
                <c:pt idx="166">
                  <c:v>0.75</c:v>
                </c:pt>
                <c:pt idx="167">
                  <c:v>0.75</c:v>
                </c:pt>
                <c:pt idx="168">
                  <c:v>0.75</c:v>
                </c:pt>
                <c:pt idx="169">
                  <c:v>0.75</c:v>
                </c:pt>
                <c:pt idx="170">
                  <c:v>0.75</c:v>
                </c:pt>
                <c:pt idx="171">
                  <c:v>0.75</c:v>
                </c:pt>
                <c:pt idx="172">
                  <c:v>0.75</c:v>
                </c:pt>
                <c:pt idx="173">
                  <c:v>0.75</c:v>
                </c:pt>
                <c:pt idx="174">
                  <c:v>0.75</c:v>
                </c:pt>
                <c:pt idx="175">
                  <c:v>0.75</c:v>
                </c:pt>
                <c:pt idx="176">
                  <c:v>0.84</c:v>
                </c:pt>
                <c:pt idx="177">
                  <c:v>0.84</c:v>
                </c:pt>
                <c:pt idx="178">
                  <c:v>0.84</c:v>
                </c:pt>
                <c:pt idx="179">
                  <c:v>0.84</c:v>
                </c:pt>
                <c:pt idx="180">
                  <c:v>0.84</c:v>
                </c:pt>
                <c:pt idx="181">
                  <c:v>0.84</c:v>
                </c:pt>
                <c:pt idx="182">
                  <c:v>0.84</c:v>
                </c:pt>
                <c:pt idx="183">
                  <c:v>0.84</c:v>
                </c:pt>
                <c:pt idx="184">
                  <c:v>0.84</c:v>
                </c:pt>
                <c:pt idx="185">
                  <c:v>0.84</c:v>
                </c:pt>
                <c:pt idx="186">
                  <c:v>0.84</c:v>
                </c:pt>
                <c:pt idx="187">
                  <c:v>0.84</c:v>
                </c:pt>
                <c:pt idx="188">
                  <c:v>0.84</c:v>
                </c:pt>
                <c:pt idx="189">
                  <c:v>0.84</c:v>
                </c:pt>
                <c:pt idx="190">
                  <c:v>0.84</c:v>
                </c:pt>
                <c:pt idx="191">
                  <c:v>0.84</c:v>
                </c:pt>
                <c:pt idx="192">
                  <c:v>0.84</c:v>
                </c:pt>
                <c:pt idx="193">
                  <c:v>0.84</c:v>
                </c:pt>
                <c:pt idx="194">
                  <c:v>0.84</c:v>
                </c:pt>
                <c:pt idx="195">
                  <c:v>0.84</c:v>
                </c:pt>
                <c:pt idx="196">
                  <c:v>0.84</c:v>
                </c:pt>
                <c:pt idx="197">
                  <c:v>0.84</c:v>
                </c:pt>
                <c:pt idx="198">
                  <c:v>0.84</c:v>
                </c:pt>
                <c:pt idx="199">
                  <c:v>0.84</c:v>
                </c:pt>
                <c:pt idx="200">
                  <c:v>0.8775</c:v>
                </c:pt>
                <c:pt idx="201">
                  <c:v>0.8775</c:v>
                </c:pt>
                <c:pt idx="202">
                  <c:v>0.8775</c:v>
                </c:pt>
                <c:pt idx="203">
                  <c:v>0.8775</c:v>
                </c:pt>
                <c:pt idx="204">
                  <c:v>0.8775</c:v>
                </c:pt>
                <c:pt idx="205">
                  <c:v>0.8775</c:v>
                </c:pt>
                <c:pt idx="206">
                  <c:v>0.8775</c:v>
                </c:pt>
                <c:pt idx="207">
                  <c:v>0.8775</c:v>
                </c:pt>
                <c:pt idx="208">
                  <c:v>0.8775</c:v>
                </c:pt>
                <c:pt idx="209">
                  <c:v>0.8775</c:v>
                </c:pt>
                <c:pt idx="210">
                  <c:v>0.8775</c:v>
                </c:pt>
                <c:pt idx="211">
                  <c:v>0.8775</c:v>
                </c:pt>
                <c:pt idx="212">
                  <c:v>0.8775</c:v>
                </c:pt>
                <c:pt idx="213">
                  <c:v>0.8775</c:v>
                </c:pt>
                <c:pt idx="214">
                  <c:v>0.8775</c:v>
                </c:pt>
                <c:pt idx="215">
                  <c:v>0.8775</c:v>
                </c:pt>
                <c:pt idx="216">
                  <c:v>0.91</c:v>
                </c:pt>
                <c:pt idx="217">
                  <c:v>0.91</c:v>
                </c:pt>
                <c:pt idx="218">
                  <c:v>0.91</c:v>
                </c:pt>
                <c:pt idx="219">
                  <c:v>0.91</c:v>
                </c:pt>
                <c:pt idx="220">
                  <c:v>0.91</c:v>
                </c:pt>
                <c:pt idx="221">
                  <c:v>0.91</c:v>
                </c:pt>
                <c:pt idx="222">
                  <c:v>0.91</c:v>
                </c:pt>
                <c:pt idx="223">
                  <c:v>0.91</c:v>
                </c:pt>
                <c:pt idx="224">
                  <c:v>0.91</c:v>
                </c:pt>
                <c:pt idx="225">
                  <c:v>0.91</c:v>
                </c:pt>
                <c:pt idx="226">
                  <c:v>0.91</c:v>
                </c:pt>
                <c:pt idx="227">
                  <c:v>0.91</c:v>
                </c:pt>
                <c:pt idx="228">
                  <c:v>0.91</c:v>
                </c:pt>
                <c:pt idx="229">
                  <c:v>0.91</c:v>
                </c:pt>
                <c:pt idx="230">
                  <c:v>0.9375</c:v>
                </c:pt>
                <c:pt idx="231">
                  <c:v>0.9375</c:v>
                </c:pt>
                <c:pt idx="232">
                  <c:v>0.9375</c:v>
                </c:pt>
                <c:pt idx="233">
                  <c:v>0.9375</c:v>
                </c:pt>
                <c:pt idx="234">
                  <c:v>0.9375</c:v>
                </c:pt>
                <c:pt idx="235">
                  <c:v>0.9375</c:v>
                </c:pt>
                <c:pt idx="236">
                  <c:v>0.9375</c:v>
                </c:pt>
                <c:pt idx="237">
                  <c:v>0.9375</c:v>
                </c:pt>
                <c:pt idx="238">
                  <c:v>0.96</c:v>
                </c:pt>
                <c:pt idx="239">
                  <c:v>0.96</c:v>
                </c:pt>
                <c:pt idx="240">
                  <c:v>0.96</c:v>
                </c:pt>
                <c:pt idx="241">
                  <c:v>0.96</c:v>
                </c:pt>
                <c:pt idx="242">
                  <c:v>0.96</c:v>
                </c:pt>
                <c:pt idx="243">
                  <c:v>0.96</c:v>
                </c:pt>
                <c:pt idx="244">
                  <c:v>0.96</c:v>
                </c:pt>
                <c:pt idx="245">
                  <c:v>0.96</c:v>
                </c:pt>
                <c:pt idx="246">
                  <c:v>0.96</c:v>
                </c:pt>
                <c:pt idx="247">
                  <c:v>0.96</c:v>
                </c:pt>
                <c:pt idx="248">
                  <c:v>0.96</c:v>
                </c:pt>
                <c:pt idx="249">
                  <c:v>0.96</c:v>
                </c:pt>
                <c:pt idx="250">
                  <c:v>0.96</c:v>
                </c:pt>
                <c:pt idx="251">
                  <c:v>0.96</c:v>
                </c:pt>
                <c:pt idx="252">
                  <c:v>0.96</c:v>
                </c:pt>
                <c:pt idx="253">
                  <c:v>0.96</c:v>
                </c:pt>
                <c:pt idx="254">
                  <c:v>0.96</c:v>
                </c:pt>
                <c:pt idx="255">
                  <c:v>0.96</c:v>
                </c:pt>
                <c:pt idx="256">
                  <c:v>0.96</c:v>
                </c:pt>
                <c:pt idx="257">
                  <c:v>0.96</c:v>
                </c:pt>
                <c:pt idx="258">
                  <c:v>0.96</c:v>
                </c:pt>
                <c:pt idx="259">
                  <c:v>0.96</c:v>
                </c:pt>
                <c:pt idx="260">
                  <c:v>0.96</c:v>
                </c:pt>
                <c:pt idx="261">
                  <c:v>0.96</c:v>
                </c:pt>
                <c:pt idx="262">
                  <c:v>0.96</c:v>
                </c:pt>
                <c:pt idx="263">
                  <c:v>0.96</c:v>
                </c:pt>
                <c:pt idx="264">
                  <c:v>0.96</c:v>
                </c:pt>
                <c:pt idx="265">
                  <c:v>0.96</c:v>
                </c:pt>
                <c:pt idx="266">
                  <c:v>0.96</c:v>
                </c:pt>
                <c:pt idx="267">
                  <c:v>0.96</c:v>
                </c:pt>
                <c:pt idx="268">
                  <c:v>0.96</c:v>
                </c:pt>
                <c:pt idx="269">
                  <c:v>0.96</c:v>
                </c:pt>
                <c:pt idx="270">
                  <c:v>0.96</c:v>
                </c:pt>
                <c:pt idx="271">
                  <c:v>0.96</c:v>
                </c:pt>
                <c:pt idx="272">
                  <c:v>0.96</c:v>
                </c:pt>
                <c:pt idx="273">
                  <c:v>0.96</c:v>
                </c:pt>
                <c:pt idx="274">
                  <c:v>0.9775</c:v>
                </c:pt>
                <c:pt idx="275">
                  <c:v>0.9775</c:v>
                </c:pt>
                <c:pt idx="276">
                  <c:v>0.9775</c:v>
                </c:pt>
                <c:pt idx="277">
                  <c:v>0.9775</c:v>
                </c:pt>
                <c:pt idx="278">
                  <c:v>0.9775</c:v>
                </c:pt>
                <c:pt idx="279">
                  <c:v>0.9775</c:v>
                </c:pt>
                <c:pt idx="280">
                  <c:v>0.9775</c:v>
                </c:pt>
                <c:pt idx="281">
                  <c:v>0.9775</c:v>
                </c:pt>
                <c:pt idx="282">
                  <c:v>0.9775</c:v>
                </c:pt>
                <c:pt idx="283">
                  <c:v>0.9775</c:v>
                </c:pt>
                <c:pt idx="284">
                  <c:v>0.9775</c:v>
                </c:pt>
                <c:pt idx="285">
                  <c:v>0.9775</c:v>
                </c:pt>
                <c:pt idx="286">
                  <c:v>0.9775</c:v>
                </c:pt>
                <c:pt idx="287">
                  <c:v>0.9775</c:v>
                </c:pt>
                <c:pt idx="288">
                  <c:v>0.9775</c:v>
                </c:pt>
                <c:pt idx="289">
                  <c:v>0.9775</c:v>
                </c:pt>
                <c:pt idx="290">
                  <c:v>0.9775</c:v>
                </c:pt>
                <c:pt idx="291">
                  <c:v>0.9775</c:v>
                </c:pt>
                <c:pt idx="292">
                  <c:v>0.9775</c:v>
                </c:pt>
                <c:pt idx="293">
                  <c:v>0.9775</c:v>
                </c:pt>
                <c:pt idx="294">
                  <c:v>0.9775</c:v>
                </c:pt>
                <c:pt idx="295">
                  <c:v>0.9775</c:v>
                </c:pt>
                <c:pt idx="296">
                  <c:v>0.9775</c:v>
                </c:pt>
                <c:pt idx="297">
                  <c:v>0.9775</c:v>
                </c:pt>
                <c:pt idx="298">
                  <c:v>0.9775</c:v>
                </c:pt>
                <c:pt idx="299">
                  <c:v>0.9775</c:v>
                </c:pt>
                <c:pt idx="300">
                  <c:v>0.9775</c:v>
                </c:pt>
                <c:pt idx="301">
                  <c:v>0.9775</c:v>
                </c:pt>
                <c:pt idx="302">
                  <c:v>0.99</c:v>
                </c:pt>
                <c:pt idx="303">
                  <c:v>0.99</c:v>
                </c:pt>
                <c:pt idx="304">
                  <c:v>0.99</c:v>
                </c:pt>
                <c:pt idx="305">
                  <c:v>0.99</c:v>
                </c:pt>
                <c:pt idx="306">
                  <c:v>0.99</c:v>
                </c:pt>
                <c:pt idx="307">
                  <c:v>0.99</c:v>
                </c:pt>
                <c:pt idx="308">
                  <c:v>0.99</c:v>
                </c:pt>
                <c:pt idx="309">
                  <c:v>0.99</c:v>
                </c:pt>
                <c:pt idx="310">
                  <c:v>0.99</c:v>
                </c:pt>
                <c:pt idx="311">
                  <c:v>0.99</c:v>
                </c:pt>
                <c:pt idx="312">
                  <c:v>0.99</c:v>
                </c:pt>
                <c:pt idx="313">
                  <c:v>0.99</c:v>
                </c:pt>
                <c:pt idx="314">
                  <c:v>0.99</c:v>
                </c:pt>
                <c:pt idx="315">
                  <c:v>0.99</c:v>
                </c:pt>
                <c:pt idx="316">
                  <c:v>0.99</c:v>
                </c:pt>
                <c:pt idx="317">
                  <c:v>0.99</c:v>
                </c:pt>
                <c:pt idx="318">
                  <c:v>0.99</c:v>
                </c:pt>
                <c:pt idx="319">
                  <c:v>0.99</c:v>
                </c:pt>
                <c:pt idx="320">
                  <c:v>0.99</c:v>
                </c:pt>
                <c:pt idx="321">
                  <c:v>0.99</c:v>
                </c:pt>
                <c:pt idx="322">
                  <c:v>0.99</c:v>
                </c:pt>
                <c:pt idx="323">
                  <c:v>0.99</c:v>
                </c:pt>
                <c:pt idx="324">
                  <c:v>0.99</c:v>
                </c:pt>
                <c:pt idx="325">
                  <c:v>0.99</c:v>
                </c:pt>
                <c:pt idx="326">
                  <c:v>0.99</c:v>
                </c:pt>
                <c:pt idx="327">
                  <c:v>0.99</c:v>
                </c:pt>
                <c:pt idx="328">
                  <c:v>0.99</c:v>
                </c:pt>
                <c:pt idx="329">
                  <c:v>0.99</c:v>
                </c:pt>
                <c:pt idx="330">
                  <c:v>0.99</c:v>
                </c:pt>
                <c:pt idx="331">
                  <c:v>0.99</c:v>
                </c:pt>
                <c:pt idx="332">
                  <c:v>0.99</c:v>
                </c:pt>
                <c:pt idx="333">
                  <c:v>0.99</c:v>
                </c:pt>
                <c:pt idx="334">
                  <c:v>0.99</c:v>
                </c:pt>
                <c:pt idx="335">
                  <c:v>0.99</c:v>
                </c:pt>
                <c:pt idx="336">
                  <c:v>0.99</c:v>
                </c:pt>
                <c:pt idx="337">
                  <c:v>0.99</c:v>
                </c:pt>
                <c:pt idx="338">
                  <c:v>0.99</c:v>
                </c:pt>
                <c:pt idx="339">
                  <c:v>0.99</c:v>
                </c:pt>
                <c:pt idx="340">
                  <c:v>0.99</c:v>
                </c:pt>
                <c:pt idx="341">
                  <c:v>0.99</c:v>
                </c:pt>
                <c:pt idx="342">
                  <c:v>0.99</c:v>
                </c:pt>
                <c:pt idx="343">
                  <c:v>0.99</c:v>
                </c:pt>
                <c:pt idx="344">
                  <c:v>0.99</c:v>
                </c:pt>
                <c:pt idx="345">
                  <c:v>0.99</c:v>
                </c:pt>
                <c:pt idx="346">
                  <c:v>0.99</c:v>
                </c:pt>
                <c:pt idx="347">
                  <c:v>0.99</c:v>
                </c:pt>
                <c:pt idx="348">
                  <c:v>0.99</c:v>
                </c:pt>
                <c:pt idx="349">
                  <c:v>0.99</c:v>
                </c:pt>
                <c:pt idx="350">
                  <c:v>0.99</c:v>
                </c:pt>
                <c:pt idx="351">
                  <c:v>0.99</c:v>
                </c:pt>
                <c:pt idx="352">
                  <c:v>0.99</c:v>
                </c:pt>
                <c:pt idx="353">
                  <c:v>0.99</c:v>
                </c:pt>
                <c:pt idx="354">
                  <c:v>0.99</c:v>
                </c:pt>
                <c:pt idx="355">
                  <c:v>0.99</c:v>
                </c:pt>
                <c:pt idx="356">
                  <c:v>0.99</c:v>
                </c:pt>
                <c:pt idx="357">
                  <c:v>0.99</c:v>
                </c:pt>
                <c:pt idx="358">
                  <c:v>0.99</c:v>
                </c:pt>
                <c:pt idx="359">
                  <c:v>0.99</c:v>
                </c:pt>
                <c:pt idx="360">
                  <c:v>0.99</c:v>
                </c:pt>
                <c:pt idx="361">
                  <c:v>0.99</c:v>
                </c:pt>
                <c:pt idx="362">
                  <c:v>0.99</c:v>
                </c:pt>
                <c:pt idx="363">
                  <c:v>0.99</c:v>
                </c:pt>
                <c:pt idx="364">
                  <c:v>0.99</c:v>
                </c:pt>
                <c:pt idx="365">
                  <c:v>0.99</c:v>
                </c:pt>
                <c:pt idx="366">
                  <c:v>0.99</c:v>
                </c:pt>
                <c:pt idx="367">
                  <c:v>0.99</c:v>
                </c:pt>
                <c:pt idx="368">
                  <c:v>0.99</c:v>
                </c:pt>
                <c:pt idx="369">
                  <c:v>0.99</c:v>
                </c:pt>
                <c:pt idx="370">
                  <c:v>0.99</c:v>
                </c:pt>
                <c:pt idx="371">
                  <c:v>0.99</c:v>
                </c:pt>
                <c:pt idx="372">
                  <c:v>0.99</c:v>
                </c:pt>
                <c:pt idx="373">
                  <c:v>0.99</c:v>
                </c:pt>
                <c:pt idx="374">
                  <c:v>0.99</c:v>
                </c:pt>
                <c:pt idx="375">
                  <c:v>0.99</c:v>
                </c:pt>
                <c:pt idx="376">
                  <c:v>0.99</c:v>
                </c:pt>
                <c:pt idx="377">
                  <c:v>0.99</c:v>
                </c:pt>
                <c:pt idx="378">
                  <c:v>0.99</c:v>
                </c:pt>
                <c:pt idx="379">
                  <c:v>0.99</c:v>
                </c:pt>
                <c:pt idx="380">
                  <c:v>0.99</c:v>
                </c:pt>
                <c:pt idx="381">
                  <c:v>0.99</c:v>
                </c:pt>
                <c:pt idx="382">
                  <c:v>0.99</c:v>
                </c:pt>
                <c:pt idx="383">
                  <c:v>0.99</c:v>
                </c:pt>
                <c:pt idx="384">
                  <c:v>0.99</c:v>
                </c:pt>
                <c:pt idx="385">
                  <c:v>0.99</c:v>
                </c:pt>
                <c:pt idx="386">
                  <c:v>0.99</c:v>
                </c:pt>
                <c:pt idx="387">
                  <c:v>0.99</c:v>
                </c:pt>
                <c:pt idx="388">
                  <c:v>0.99</c:v>
                </c:pt>
                <c:pt idx="389">
                  <c:v>0.99</c:v>
                </c:pt>
                <c:pt idx="390">
                  <c:v>0.99</c:v>
                </c:pt>
                <c:pt idx="391">
                  <c:v>0.99</c:v>
                </c:pt>
                <c:pt idx="392">
                  <c:v>0.99</c:v>
                </c:pt>
                <c:pt idx="393">
                  <c:v>0.99</c:v>
                </c:pt>
                <c:pt idx="394">
                  <c:v>0.99</c:v>
                </c:pt>
                <c:pt idx="395">
                  <c:v>0.99</c:v>
                </c:pt>
                <c:pt idx="396">
                  <c:v>0.99</c:v>
                </c:pt>
                <c:pt idx="397">
                  <c:v>0.99</c:v>
                </c:pt>
                <c:pt idx="398">
                  <c:v>0.99</c:v>
                </c:pt>
                <c:pt idx="399">
                  <c:v>0.99</c:v>
                </c:pt>
                <c:pt idx="400">
                  <c:v>0.99</c:v>
                </c:pt>
                <c:pt idx="401">
                  <c:v>0.99</c:v>
                </c:pt>
                <c:pt idx="402">
                  <c:v>0.99</c:v>
                </c:pt>
                <c:pt idx="403">
                  <c:v>0.99</c:v>
                </c:pt>
                <c:pt idx="404">
                  <c:v>0.99</c:v>
                </c:pt>
                <c:pt idx="405">
                  <c:v>0.99</c:v>
                </c:pt>
                <c:pt idx="406">
                  <c:v>0.99</c:v>
                </c:pt>
                <c:pt idx="407">
                  <c:v>0.99</c:v>
                </c:pt>
                <c:pt idx="408">
                  <c:v>0.99</c:v>
                </c:pt>
                <c:pt idx="409">
                  <c:v>0.99</c:v>
                </c:pt>
                <c:pt idx="410">
                  <c:v>0.99</c:v>
                </c:pt>
                <c:pt idx="411">
                  <c:v>0.99</c:v>
                </c:pt>
                <c:pt idx="412">
                  <c:v>0.99</c:v>
                </c:pt>
                <c:pt idx="413">
                  <c:v>0.99</c:v>
                </c:pt>
                <c:pt idx="414">
                  <c:v>0.9975</c:v>
                </c:pt>
                <c:pt idx="415">
                  <c:v>0.9975</c:v>
                </c:pt>
                <c:pt idx="416">
                  <c:v>0.9975</c:v>
                </c:pt>
                <c:pt idx="417">
                  <c:v>0.9975</c:v>
                </c:pt>
                <c:pt idx="418">
                  <c:v>0.9975</c:v>
                </c:pt>
                <c:pt idx="419">
                  <c:v>0.9975</c:v>
                </c:pt>
                <c:pt idx="420">
                  <c:v>0.9975</c:v>
                </c:pt>
                <c:pt idx="421">
                  <c:v>0.9975</c:v>
                </c:pt>
                <c:pt idx="422">
                  <c:v>0.9975</c:v>
                </c:pt>
                <c:pt idx="423">
                  <c:v>0.9975</c:v>
                </c:pt>
                <c:pt idx="424">
                  <c:v>0.9975</c:v>
                </c:pt>
                <c:pt idx="425">
                  <c:v>0.9975</c:v>
                </c:pt>
                <c:pt idx="426">
                  <c:v>0.9975</c:v>
                </c:pt>
                <c:pt idx="427">
                  <c:v>0.9975</c:v>
                </c:pt>
                <c:pt idx="428">
                  <c:v>0.9975</c:v>
                </c:pt>
                <c:pt idx="429">
                  <c:v>0.9975</c:v>
                </c:pt>
                <c:pt idx="430">
                  <c:v>0.9975</c:v>
                </c:pt>
                <c:pt idx="431">
                  <c:v>0.9975</c:v>
                </c:pt>
                <c:pt idx="432">
                  <c:v>0.9975</c:v>
                </c:pt>
                <c:pt idx="433">
                  <c:v>0.9975</c:v>
                </c:pt>
                <c:pt idx="434">
                  <c:v>0.9975</c:v>
                </c:pt>
                <c:pt idx="435">
                  <c:v>0.9975</c:v>
                </c:pt>
                <c:pt idx="436">
                  <c:v>0.9975</c:v>
                </c:pt>
                <c:pt idx="437">
                  <c:v>0.9975</c:v>
                </c:pt>
                <c:pt idx="438">
                  <c:v>0.9975</c:v>
                </c:pt>
                <c:pt idx="439">
                  <c:v>0.9975</c:v>
                </c:pt>
                <c:pt idx="440">
                  <c:v>0.9975</c:v>
                </c:pt>
                <c:pt idx="441">
                  <c:v>0.9975</c:v>
                </c:pt>
                <c:pt idx="442">
                  <c:v>0.9975</c:v>
                </c:pt>
                <c:pt idx="443">
                  <c:v>0.9975</c:v>
                </c:pt>
                <c:pt idx="444">
                  <c:v>0.9975</c:v>
                </c:pt>
                <c:pt idx="445">
                  <c:v>0.9975</c:v>
                </c:pt>
                <c:pt idx="446">
                  <c:v>0.9975</c:v>
                </c:pt>
                <c:pt idx="447">
                  <c:v>0.9975</c:v>
                </c:pt>
                <c:pt idx="448">
                  <c:v>0.9975</c:v>
                </c:pt>
                <c:pt idx="449">
                  <c:v>0.9975</c:v>
                </c:pt>
                <c:pt idx="450">
                  <c:v>0.9975</c:v>
                </c:pt>
                <c:pt idx="451">
                  <c:v>0.9975</c:v>
                </c:pt>
                <c:pt idx="452">
                  <c:v>0.9975</c:v>
                </c:pt>
                <c:pt idx="453">
                  <c:v>0.9975</c:v>
                </c:pt>
                <c:pt idx="454">
                  <c:v>0.9975</c:v>
                </c:pt>
                <c:pt idx="455">
                  <c:v>0.9975</c:v>
                </c:pt>
                <c:pt idx="456">
                  <c:v>0.9975</c:v>
                </c:pt>
                <c:pt idx="457">
                  <c:v>0.9975</c:v>
                </c:pt>
                <c:pt idx="458">
                  <c:v>0.9975</c:v>
                </c:pt>
                <c:pt idx="459">
                  <c:v>0.9975</c:v>
                </c:pt>
                <c:pt idx="460">
                  <c:v>0.9975</c:v>
                </c:pt>
                <c:pt idx="461">
                  <c:v>0.9975</c:v>
                </c:pt>
                <c:pt idx="462">
                  <c:v>0.9975</c:v>
                </c:pt>
                <c:pt idx="463">
                  <c:v>0.9975</c:v>
                </c:pt>
                <c:pt idx="464">
                  <c:v>0.9975</c:v>
                </c:pt>
                <c:pt idx="465">
                  <c:v>0.9975</c:v>
                </c:pt>
                <c:pt idx="466">
                  <c:v>0.9975</c:v>
                </c:pt>
                <c:pt idx="467">
                  <c:v>0.9975</c:v>
                </c:pt>
                <c:pt idx="468">
                  <c:v>0.9975</c:v>
                </c:pt>
                <c:pt idx="469">
                  <c:v>0.9975</c:v>
                </c:pt>
                <c:pt idx="470">
                  <c:v>0.9975</c:v>
                </c:pt>
                <c:pt idx="471">
                  <c:v>0.9975</c:v>
                </c:pt>
                <c:pt idx="472">
                  <c:v>0.9975</c:v>
                </c:pt>
                <c:pt idx="473">
                  <c:v>0.9975</c:v>
                </c:pt>
                <c:pt idx="474">
                  <c:v>0.9975</c:v>
                </c:pt>
                <c:pt idx="475">
                  <c:v>0.9975</c:v>
                </c:pt>
                <c:pt idx="476">
                  <c:v>0.9975</c:v>
                </c:pt>
                <c:pt idx="477">
                  <c:v>0.9975</c:v>
                </c:pt>
                <c:pt idx="478">
                  <c:v>0.9975</c:v>
                </c:pt>
                <c:pt idx="479">
                  <c:v>0.9975</c:v>
                </c:pt>
                <c:pt idx="480">
                  <c:v>0.9975</c:v>
                </c:pt>
                <c:pt idx="481">
                  <c:v>0.9975</c:v>
                </c:pt>
                <c:pt idx="482">
                  <c:v>0.9975</c:v>
                </c:pt>
                <c:pt idx="483">
                  <c:v>0.9975</c:v>
                </c:pt>
                <c:pt idx="484">
                  <c:v>0.9975</c:v>
                </c:pt>
                <c:pt idx="485">
                  <c:v>0.9975</c:v>
                </c:pt>
                <c:pt idx="486">
                  <c:v>0.9975</c:v>
                </c:pt>
                <c:pt idx="487">
                  <c:v>0.9975</c:v>
                </c:pt>
                <c:pt idx="488">
                  <c:v>0.9975</c:v>
                </c:pt>
                <c:pt idx="489">
                  <c:v>0.9975</c:v>
                </c:pt>
                <c:pt idx="490">
                  <c:v>0.9975</c:v>
                </c:pt>
                <c:pt idx="491">
                  <c:v>0.9975</c:v>
                </c:pt>
                <c:pt idx="492">
                  <c:v>0.9975</c:v>
                </c:pt>
                <c:pt idx="493">
                  <c:v>0.9975</c:v>
                </c:pt>
                <c:pt idx="494">
                  <c:v>0.9975</c:v>
                </c:pt>
                <c:pt idx="495">
                  <c:v>0.9975</c:v>
                </c:pt>
                <c:pt idx="496">
                  <c:v>0.9975</c:v>
                </c:pt>
                <c:pt idx="497">
                  <c:v>0.9975</c:v>
                </c:pt>
                <c:pt idx="498">
                  <c:v>0.9975</c:v>
                </c:pt>
                <c:pt idx="499">
                  <c:v>0.9975</c:v>
                </c:pt>
                <c:pt idx="500">
                  <c:v>0.9975</c:v>
                </c:pt>
                <c:pt idx="501">
                  <c:v>0.9975</c:v>
                </c:pt>
                <c:pt idx="502">
                  <c:v>0.9975</c:v>
                </c:pt>
                <c:pt idx="503">
                  <c:v>0.9975</c:v>
                </c:pt>
                <c:pt idx="504">
                  <c:v>0.9975</c:v>
                </c:pt>
                <c:pt idx="505">
                  <c:v>0.9975</c:v>
                </c:pt>
                <c:pt idx="506">
                  <c:v>0.9975</c:v>
                </c:pt>
                <c:pt idx="507">
                  <c:v>0.9975</c:v>
                </c:pt>
                <c:pt idx="508">
                  <c:v>0.9975</c:v>
                </c:pt>
                <c:pt idx="509">
                  <c:v>0.9975</c:v>
                </c:pt>
                <c:pt idx="510">
                  <c:v>0.9975</c:v>
                </c:pt>
                <c:pt idx="511">
                  <c:v>0.9975</c:v>
                </c:pt>
                <c:pt idx="512">
                  <c:v>0.9975</c:v>
                </c:pt>
                <c:pt idx="513">
                  <c:v>0.9975</c:v>
                </c:pt>
                <c:pt idx="514">
                  <c:v>0.9975</c:v>
                </c:pt>
                <c:pt idx="515">
                  <c:v>0.9975</c:v>
                </c:pt>
                <c:pt idx="516">
                  <c:v>0.9975</c:v>
                </c:pt>
                <c:pt idx="517">
                  <c:v>0.9975</c:v>
                </c:pt>
                <c:pt idx="518">
                  <c:v>0.9975</c:v>
                </c:pt>
                <c:pt idx="519">
                  <c:v>0.9975</c:v>
                </c:pt>
                <c:pt idx="520">
                  <c:v>0.9975</c:v>
                </c:pt>
                <c:pt idx="521">
                  <c:v>0.9975</c:v>
                </c:pt>
                <c:pt idx="522">
                  <c:v>0.9975</c:v>
                </c:pt>
                <c:pt idx="523">
                  <c:v>0.9975</c:v>
                </c:pt>
                <c:pt idx="524">
                  <c:v>0.9975</c:v>
                </c:pt>
                <c:pt idx="525">
                  <c:v>0.9975</c:v>
                </c:pt>
                <c:pt idx="526">
                  <c:v>0.9975</c:v>
                </c:pt>
                <c:pt idx="527">
                  <c:v>0.9975</c:v>
                </c:pt>
                <c:pt idx="528">
                  <c:v>0.9975</c:v>
                </c:pt>
                <c:pt idx="529">
                  <c:v>0.9975</c:v>
                </c:pt>
                <c:pt idx="530">
                  <c:v>0.9975</c:v>
                </c:pt>
                <c:pt idx="531">
                  <c:v>0.9975</c:v>
                </c:pt>
                <c:pt idx="532">
                  <c:v>0.9975</c:v>
                </c:pt>
                <c:pt idx="533">
                  <c:v>0.9975</c:v>
                </c:pt>
                <c:pt idx="534">
                  <c:v>0.9975</c:v>
                </c:pt>
                <c:pt idx="535">
                  <c:v>0.9975</c:v>
                </c:pt>
                <c:pt idx="536">
                  <c:v>0.9975</c:v>
                </c:pt>
                <c:pt idx="537">
                  <c:v>0.9975</c:v>
                </c:pt>
                <c:pt idx="538">
                  <c:v>0.9975</c:v>
                </c:pt>
                <c:pt idx="539">
                  <c:v>0.9975</c:v>
                </c:pt>
                <c:pt idx="540">
                  <c:v>0.9975</c:v>
                </c:pt>
                <c:pt idx="541">
                  <c:v>0.9975</c:v>
                </c:pt>
                <c:pt idx="542">
                  <c:v>0.9975</c:v>
                </c:pt>
                <c:pt idx="543">
                  <c:v>0.9975</c:v>
                </c:pt>
                <c:pt idx="544">
                  <c:v>0.9975</c:v>
                </c:pt>
                <c:pt idx="545">
                  <c:v>0.9975</c:v>
                </c:pt>
                <c:pt idx="546">
                  <c:v>0.9975</c:v>
                </c:pt>
                <c:pt idx="547">
                  <c:v>0.9975</c:v>
                </c:pt>
                <c:pt idx="548">
                  <c:v>0.9975</c:v>
                </c:pt>
                <c:pt idx="549">
                  <c:v>0.9975</c:v>
                </c:pt>
                <c:pt idx="550">
                  <c:v>0.9975</c:v>
                </c:pt>
                <c:pt idx="551">
                  <c:v>0.9975</c:v>
                </c:pt>
                <c:pt idx="552">
                  <c:v>0.9975</c:v>
                </c:pt>
                <c:pt idx="553">
                  <c:v>0.9975</c:v>
                </c:pt>
                <c:pt idx="554">
                  <c:v>0.9975</c:v>
                </c:pt>
                <c:pt idx="555">
                  <c:v>0.9975</c:v>
                </c:pt>
                <c:pt idx="556">
                  <c:v>0.9975</c:v>
                </c:pt>
                <c:pt idx="557">
                  <c:v>0.9975</c:v>
                </c:pt>
                <c:pt idx="558">
                  <c:v>0.9975</c:v>
                </c:pt>
                <c:pt idx="559">
                  <c:v>0.9975</c:v>
                </c:pt>
                <c:pt idx="560">
                  <c:v>0.9975</c:v>
                </c:pt>
                <c:pt idx="561">
                  <c:v>0.9975</c:v>
                </c:pt>
                <c:pt idx="562">
                  <c:v>0.9975</c:v>
                </c:pt>
                <c:pt idx="563">
                  <c:v>0.9975</c:v>
                </c:pt>
                <c:pt idx="564">
                  <c:v>0.9975</c:v>
                </c:pt>
                <c:pt idx="565">
                  <c:v>0.9975</c:v>
                </c:pt>
                <c:pt idx="566">
                  <c:v>0.9975</c:v>
                </c:pt>
                <c:pt idx="567">
                  <c:v>0.9975</c:v>
                </c:pt>
                <c:pt idx="568">
                  <c:v>0.9975</c:v>
                </c:pt>
                <c:pt idx="569">
                  <c:v>0.9975</c:v>
                </c:pt>
                <c:pt idx="570">
                  <c:v>0.9975</c:v>
                </c:pt>
                <c:pt idx="571">
                  <c:v>0.9975</c:v>
                </c:pt>
                <c:pt idx="572">
                  <c:v>0.9975</c:v>
                </c:pt>
                <c:pt idx="573">
                  <c:v>0.9975</c:v>
                </c:pt>
                <c:pt idx="574">
                  <c:v>0.9975</c:v>
                </c:pt>
                <c:pt idx="575">
                  <c:v>0.9975</c:v>
                </c:pt>
                <c:pt idx="576">
                  <c:v>0.9975</c:v>
                </c:pt>
                <c:pt idx="577">
                  <c:v>0.9975</c:v>
                </c:pt>
                <c:pt idx="578">
                  <c:v>0.9975</c:v>
                </c:pt>
                <c:pt idx="579">
                  <c:v>0.9975</c:v>
                </c:pt>
                <c:pt idx="580">
                  <c:v>0.9975</c:v>
                </c:pt>
                <c:pt idx="581">
                  <c:v>0.9975</c:v>
                </c:pt>
                <c:pt idx="582">
                  <c:v>0.9975</c:v>
                </c:pt>
                <c:pt idx="583">
                  <c:v>0.9975</c:v>
                </c:pt>
                <c:pt idx="584">
                  <c:v>0.9975</c:v>
                </c:pt>
                <c:pt idx="585">
                  <c:v>0.9975</c:v>
                </c:pt>
                <c:pt idx="586">
                  <c:v>0.9975</c:v>
                </c:pt>
                <c:pt idx="587">
                  <c:v>0.9975</c:v>
                </c:pt>
                <c:pt idx="588">
                  <c:v>0.9975</c:v>
                </c:pt>
                <c:pt idx="589">
                  <c:v>0.9975</c:v>
                </c:pt>
                <c:pt idx="590">
                  <c:v>0.9975</c:v>
                </c:pt>
                <c:pt idx="591">
                  <c:v>0.9975</c:v>
                </c:pt>
                <c:pt idx="592">
                  <c:v>0.9975</c:v>
                </c:pt>
                <c:pt idx="593">
                  <c:v>0.9975</c:v>
                </c:pt>
                <c:pt idx="594">
                  <c:v>0.9975</c:v>
                </c:pt>
                <c:pt idx="595">
                  <c:v>0.9975</c:v>
                </c:pt>
                <c:pt idx="596">
                  <c:v>0.9975</c:v>
                </c:pt>
                <c:pt idx="597">
                  <c:v>0.9975</c:v>
                </c:pt>
                <c:pt idx="598">
                  <c:v>0.9975</c:v>
                </c:pt>
                <c:pt idx="599">
                  <c:v>0.9975</c:v>
                </c:pt>
                <c:pt idx="600">
                  <c:v>0.9975</c:v>
                </c:pt>
              </c:numCache>
            </c:numRef>
          </c:yVal>
        </c:ser>
        <c:ser>
          <c:idx val="2"/>
          <c:order val="2"/>
          <c:tx>
            <c:v>4 starts</c:v>
          </c:tx>
          <c:spPr>
            <a:ln xmlns:a="http://schemas.openxmlformats.org/drawingml/2006/main" w="28575">
              <a:solidFill>
                <a:srgbClr val="638E77"/>
              </a:solidFill>
            </a:ln>
          </c:spPr>
          <c:marker>
            <c:symbol val="none"/>
          </c:marker>
          <c:xVal>
            <c:numRef>
              <c:f>'Chart Data'!$E$2:$E$602</c:f>
              <c:numCache>
                <c:formatCode>General</c:formatCode>
                <c:ptCount val="601"/>
                <c:pt idx="0">
                  <c:v>0</c:v>
                </c:pt>
                <c:pt idx="1">
                  <c:v>100</c:v>
                </c:pt>
                <c:pt idx="2">
                  <c:v>100</c:v>
                </c:pt>
                <c:pt idx="3">
                  <c:v>200</c:v>
                </c:pt>
                <c:pt idx="4">
                  <c:v>200</c:v>
                </c:pt>
                <c:pt idx="5">
                  <c:v>300</c:v>
                </c:pt>
                <c:pt idx="6">
                  <c:v>300</c:v>
                </c:pt>
                <c:pt idx="7">
                  <c:v>400</c:v>
                </c:pt>
                <c:pt idx="8">
                  <c:v>400</c:v>
                </c:pt>
                <c:pt idx="9">
                  <c:v>500</c:v>
                </c:pt>
                <c:pt idx="10">
                  <c:v>500</c:v>
                </c:pt>
                <c:pt idx="11">
                  <c:v>600</c:v>
                </c:pt>
                <c:pt idx="12">
                  <c:v>600</c:v>
                </c:pt>
                <c:pt idx="13">
                  <c:v>700</c:v>
                </c:pt>
                <c:pt idx="14">
                  <c:v>700</c:v>
                </c:pt>
                <c:pt idx="15">
                  <c:v>800</c:v>
                </c:pt>
                <c:pt idx="16">
                  <c:v>800</c:v>
                </c:pt>
                <c:pt idx="17">
                  <c:v>900</c:v>
                </c:pt>
                <c:pt idx="18">
                  <c:v>900</c:v>
                </c:pt>
                <c:pt idx="19">
                  <c:v>1000</c:v>
                </c:pt>
                <c:pt idx="20">
                  <c:v>1000</c:v>
                </c:pt>
                <c:pt idx="21">
                  <c:v>1100</c:v>
                </c:pt>
                <c:pt idx="22">
                  <c:v>1100</c:v>
                </c:pt>
                <c:pt idx="23">
                  <c:v>1200</c:v>
                </c:pt>
                <c:pt idx="24">
                  <c:v>1200</c:v>
                </c:pt>
                <c:pt idx="25">
                  <c:v>1300</c:v>
                </c:pt>
                <c:pt idx="26">
                  <c:v>1300</c:v>
                </c:pt>
                <c:pt idx="27">
                  <c:v>1400</c:v>
                </c:pt>
                <c:pt idx="28">
                  <c:v>1400</c:v>
                </c:pt>
                <c:pt idx="29">
                  <c:v>1500</c:v>
                </c:pt>
                <c:pt idx="30">
                  <c:v>1500</c:v>
                </c:pt>
                <c:pt idx="31">
                  <c:v>1600</c:v>
                </c:pt>
                <c:pt idx="32">
                  <c:v>1600</c:v>
                </c:pt>
                <c:pt idx="33">
                  <c:v>1700</c:v>
                </c:pt>
                <c:pt idx="34">
                  <c:v>1700</c:v>
                </c:pt>
                <c:pt idx="35">
                  <c:v>1800</c:v>
                </c:pt>
                <c:pt idx="36">
                  <c:v>1800</c:v>
                </c:pt>
                <c:pt idx="37">
                  <c:v>1900</c:v>
                </c:pt>
                <c:pt idx="38">
                  <c:v>1900</c:v>
                </c:pt>
                <c:pt idx="39">
                  <c:v>2000</c:v>
                </c:pt>
                <c:pt idx="40">
                  <c:v>2000</c:v>
                </c:pt>
                <c:pt idx="41">
                  <c:v>2100</c:v>
                </c:pt>
                <c:pt idx="42">
                  <c:v>2100</c:v>
                </c:pt>
                <c:pt idx="43">
                  <c:v>2200</c:v>
                </c:pt>
                <c:pt idx="44">
                  <c:v>2200</c:v>
                </c:pt>
                <c:pt idx="45">
                  <c:v>2300</c:v>
                </c:pt>
                <c:pt idx="46">
                  <c:v>2300</c:v>
                </c:pt>
                <c:pt idx="47">
                  <c:v>2400</c:v>
                </c:pt>
                <c:pt idx="48">
                  <c:v>2400</c:v>
                </c:pt>
                <c:pt idx="49">
                  <c:v>2500</c:v>
                </c:pt>
                <c:pt idx="50">
                  <c:v>2500</c:v>
                </c:pt>
                <c:pt idx="51">
                  <c:v>2600</c:v>
                </c:pt>
                <c:pt idx="52">
                  <c:v>2600</c:v>
                </c:pt>
                <c:pt idx="53">
                  <c:v>2700</c:v>
                </c:pt>
                <c:pt idx="54">
                  <c:v>2700</c:v>
                </c:pt>
                <c:pt idx="55">
                  <c:v>2800</c:v>
                </c:pt>
                <c:pt idx="56">
                  <c:v>2800</c:v>
                </c:pt>
                <c:pt idx="57">
                  <c:v>2900</c:v>
                </c:pt>
                <c:pt idx="58">
                  <c:v>2900</c:v>
                </c:pt>
                <c:pt idx="59">
                  <c:v>3000</c:v>
                </c:pt>
                <c:pt idx="60">
                  <c:v>3000</c:v>
                </c:pt>
                <c:pt idx="61">
                  <c:v>3100</c:v>
                </c:pt>
                <c:pt idx="62">
                  <c:v>3100</c:v>
                </c:pt>
                <c:pt idx="63">
                  <c:v>3200</c:v>
                </c:pt>
                <c:pt idx="64">
                  <c:v>3200</c:v>
                </c:pt>
                <c:pt idx="65">
                  <c:v>3300</c:v>
                </c:pt>
                <c:pt idx="66">
                  <c:v>3300</c:v>
                </c:pt>
                <c:pt idx="67">
                  <c:v>3400</c:v>
                </c:pt>
                <c:pt idx="68">
                  <c:v>3400</c:v>
                </c:pt>
                <c:pt idx="69">
                  <c:v>3500</c:v>
                </c:pt>
                <c:pt idx="70">
                  <c:v>3500</c:v>
                </c:pt>
                <c:pt idx="71">
                  <c:v>3600</c:v>
                </c:pt>
                <c:pt idx="72">
                  <c:v>3600</c:v>
                </c:pt>
                <c:pt idx="73">
                  <c:v>3700</c:v>
                </c:pt>
                <c:pt idx="74">
                  <c:v>3700</c:v>
                </c:pt>
                <c:pt idx="75">
                  <c:v>3800</c:v>
                </c:pt>
                <c:pt idx="76">
                  <c:v>3800</c:v>
                </c:pt>
                <c:pt idx="77">
                  <c:v>3900</c:v>
                </c:pt>
                <c:pt idx="78">
                  <c:v>3900</c:v>
                </c:pt>
                <c:pt idx="79">
                  <c:v>4000</c:v>
                </c:pt>
                <c:pt idx="80">
                  <c:v>4000</c:v>
                </c:pt>
                <c:pt idx="81">
                  <c:v>4100</c:v>
                </c:pt>
                <c:pt idx="82">
                  <c:v>4100</c:v>
                </c:pt>
                <c:pt idx="83">
                  <c:v>4200</c:v>
                </c:pt>
                <c:pt idx="84">
                  <c:v>4200</c:v>
                </c:pt>
                <c:pt idx="85">
                  <c:v>4300</c:v>
                </c:pt>
                <c:pt idx="86">
                  <c:v>4300</c:v>
                </c:pt>
                <c:pt idx="87">
                  <c:v>4400</c:v>
                </c:pt>
                <c:pt idx="88">
                  <c:v>4400</c:v>
                </c:pt>
                <c:pt idx="89">
                  <c:v>4500</c:v>
                </c:pt>
                <c:pt idx="90">
                  <c:v>4500</c:v>
                </c:pt>
                <c:pt idx="91">
                  <c:v>4600</c:v>
                </c:pt>
                <c:pt idx="92">
                  <c:v>4600</c:v>
                </c:pt>
                <c:pt idx="93">
                  <c:v>4700</c:v>
                </c:pt>
                <c:pt idx="94">
                  <c:v>4700</c:v>
                </c:pt>
                <c:pt idx="95">
                  <c:v>4800</c:v>
                </c:pt>
                <c:pt idx="96">
                  <c:v>4800</c:v>
                </c:pt>
                <c:pt idx="97">
                  <c:v>4900</c:v>
                </c:pt>
                <c:pt idx="98">
                  <c:v>4900</c:v>
                </c:pt>
                <c:pt idx="99">
                  <c:v>5000</c:v>
                </c:pt>
                <c:pt idx="100">
                  <c:v>5000</c:v>
                </c:pt>
                <c:pt idx="101">
                  <c:v>5100</c:v>
                </c:pt>
                <c:pt idx="102">
                  <c:v>5100</c:v>
                </c:pt>
                <c:pt idx="103">
                  <c:v>5200</c:v>
                </c:pt>
                <c:pt idx="104">
                  <c:v>5200</c:v>
                </c:pt>
                <c:pt idx="105">
                  <c:v>5300</c:v>
                </c:pt>
                <c:pt idx="106">
                  <c:v>5300</c:v>
                </c:pt>
                <c:pt idx="107">
                  <c:v>5400</c:v>
                </c:pt>
                <c:pt idx="108">
                  <c:v>5400</c:v>
                </c:pt>
                <c:pt idx="109">
                  <c:v>5500</c:v>
                </c:pt>
                <c:pt idx="110">
                  <c:v>5500</c:v>
                </c:pt>
                <c:pt idx="111">
                  <c:v>5600</c:v>
                </c:pt>
                <c:pt idx="112">
                  <c:v>5600</c:v>
                </c:pt>
                <c:pt idx="113">
                  <c:v>5700</c:v>
                </c:pt>
                <c:pt idx="114">
                  <c:v>5700</c:v>
                </c:pt>
                <c:pt idx="115">
                  <c:v>5800</c:v>
                </c:pt>
                <c:pt idx="116">
                  <c:v>5800</c:v>
                </c:pt>
                <c:pt idx="117">
                  <c:v>5900</c:v>
                </c:pt>
                <c:pt idx="118">
                  <c:v>5900</c:v>
                </c:pt>
                <c:pt idx="119">
                  <c:v>6000</c:v>
                </c:pt>
                <c:pt idx="120">
                  <c:v>6000</c:v>
                </c:pt>
                <c:pt idx="121">
                  <c:v>6100</c:v>
                </c:pt>
                <c:pt idx="122">
                  <c:v>6100</c:v>
                </c:pt>
                <c:pt idx="123">
                  <c:v>6200</c:v>
                </c:pt>
                <c:pt idx="124">
                  <c:v>6200</c:v>
                </c:pt>
                <c:pt idx="125">
                  <c:v>6300</c:v>
                </c:pt>
                <c:pt idx="126">
                  <c:v>6300</c:v>
                </c:pt>
                <c:pt idx="127">
                  <c:v>6400</c:v>
                </c:pt>
                <c:pt idx="128">
                  <c:v>6400</c:v>
                </c:pt>
                <c:pt idx="129">
                  <c:v>6500</c:v>
                </c:pt>
                <c:pt idx="130">
                  <c:v>6500</c:v>
                </c:pt>
                <c:pt idx="131">
                  <c:v>6600</c:v>
                </c:pt>
                <c:pt idx="132">
                  <c:v>6600</c:v>
                </c:pt>
                <c:pt idx="133">
                  <c:v>6700</c:v>
                </c:pt>
                <c:pt idx="134">
                  <c:v>6700</c:v>
                </c:pt>
                <c:pt idx="135">
                  <c:v>6800</c:v>
                </c:pt>
                <c:pt idx="136">
                  <c:v>6800</c:v>
                </c:pt>
                <c:pt idx="137">
                  <c:v>6900</c:v>
                </c:pt>
                <c:pt idx="138">
                  <c:v>6900</c:v>
                </c:pt>
                <c:pt idx="139">
                  <c:v>7000</c:v>
                </c:pt>
                <c:pt idx="140">
                  <c:v>7000</c:v>
                </c:pt>
                <c:pt idx="141">
                  <c:v>7100</c:v>
                </c:pt>
                <c:pt idx="142">
                  <c:v>7100</c:v>
                </c:pt>
                <c:pt idx="143">
                  <c:v>7200</c:v>
                </c:pt>
                <c:pt idx="144">
                  <c:v>7200</c:v>
                </c:pt>
                <c:pt idx="145">
                  <c:v>7300</c:v>
                </c:pt>
                <c:pt idx="146">
                  <c:v>7300</c:v>
                </c:pt>
                <c:pt idx="147">
                  <c:v>7400</c:v>
                </c:pt>
                <c:pt idx="148">
                  <c:v>7400</c:v>
                </c:pt>
                <c:pt idx="149">
                  <c:v>7500</c:v>
                </c:pt>
                <c:pt idx="150">
                  <c:v>7500</c:v>
                </c:pt>
                <c:pt idx="151">
                  <c:v>7600</c:v>
                </c:pt>
                <c:pt idx="152">
                  <c:v>7600</c:v>
                </c:pt>
                <c:pt idx="153">
                  <c:v>7700</c:v>
                </c:pt>
                <c:pt idx="154">
                  <c:v>7700</c:v>
                </c:pt>
                <c:pt idx="155">
                  <c:v>7800</c:v>
                </c:pt>
                <c:pt idx="156">
                  <c:v>7800</c:v>
                </c:pt>
                <c:pt idx="157">
                  <c:v>7900</c:v>
                </c:pt>
                <c:pt idx="158">
                  <c:v>7900</c:v>
                </c:pt>
                <c:pt idx="159">
                  <c:v>8000</c:v>
                </c:pt>
                <c:pt idx="160">
                  <c:v>8000</c:v>
                </c:pt>
                <c:pt idx="161">
                  <c:v>8100</c:v>
                </c:pt>
                <c:pt idx="162">
                  <c:v>8100</c:v>
                </c:pt>
                <c:pt idx="163">
                  <c:v>8200</c:v>
                </c:pt>
                <c:pt idx="164">
                  <c:v>8200</c:v>
                </c:pt>
                <c:pt idx="165">
                  <c:v>8300</c:v>
                </c:pt>
                <c:pt idx="166">
                  <c:v>8300</c:v>
                </c:pt>
                <c:pt idx="167">
                  <c:v>8400</c:v>
                </c:pt>
                <c:pt idx="168">
                  <c:v>8400</c:v>
                </c:pt>
                <c:pt idx="169">
                  <c:v>8500</c:v>
                </c:pt>
                <c:pt idx="170">
                  <c:v>8500</c:v>
                </c:pt>
                <c:pt idx="171">
                  <c:v>8600</c:v>
                </c:pt>
                <c:pt idx="172">
                  <c:v>8600</c:v>
                </c:pt>
                <c:pt idx="173">
                  <c:v>8700</c:v>
                </c:pt>
                <c:pt idx="174">
                  <c:v>8700</c:v>
                </c:pt>
                <c:pt idx="175">
                  <c:v>8800</c:v>
                </c:pt>
                <c:pt idx="176">
                  <c:v>8800</c:v>
                </c:pt>
                <c:pt idx="177">
                  <c:v>8900</c:v>
                </c:pt>
                <c:pt idx="178">
                  <c:v>8900</c:v>
                </c:pt>
                <c:pt idx="179">
                  <c:v>9000</c:v>
                </c:pt>
                <c:pt idx="180">
                  <c:v>9000</c:v>
                </c:pt>
                <c:pt idx="181">
                  <c:v>9100</c:v>
                </c:pt>
                <c:pt idx="182">
                  <c:v>9100</c:v>
                </c:pt>
                <c:pt idx="183">
                  <c:v>9200</c:v>
                </c:pt>
                <c:pt idx="184">
                  <c:v>9200</c:v>
                </c:pt>
                <c:pt idx="185">
                  <c:v>9300</c:v>
                </c:pt>
                <c:pt idx="186">
                  <c:v>9300</c:v>
                </c:pt>
                <c:pt idx="187">
                  <c:v>9400</c:v>
                </c:pt>
                <c:pt idx="188">
                  <c:v>9400</c:v>
                </c:pt>
                <c:pt idx="189">
                  <c:v>9500</c:v>
                </c:pt>
                <c:pt idx="190">
                  <c:v>9500</c:v>
                </c:pt>
                <c:pt idx="191">
                  <c:v>9600</c:v>
                </c:pt>
                <c:pt idx="192">
                  <c:v>9600</c:v>
                </c:pt>
                <c:pt idx="193">
                  <c:v>9700</c:v>
                </c:pt>
                <c:pt idx="194">
                  <c:v>9700</c:v>
                </c:pt>
                <c:pt idx="195">
                  <c:v>9800</c:v>
                </c:pt>
                <c:pt idx="196">
                  <c:v>9800</c:v>
                </c:pt>
                <c:pt idx="197">
                  <c:v>9900</c:v>
                </c:pt>
                <c:pt idx="198">
                  <c:v>9900</c:v>
                </c:pt>
                <c:pt idx="199">
                  <c:v>10000</c:v>
                </c:pt>
                <c:pt idx="200">
                  <c:v>10000</c:v>
                </c:pt>
                <c:pt idx="201">
                  <c:v>10100</c:v>
                </c:pt>
                <c:pt idx="202">
                  <c:v>10100</c:v>
                </c:pt>
                <c:pt idx="203">
                  <c:v>10200</c:v>
                </c:pt>
                <c:pt idx="204">
                  <c:v>10200</c:v>
                </c:pt>
                <c:pt idx="205">
                  <c:v>10300</c:v>
                </c:pt>
                <c:pt idx="206">
                  <c:v>10300</c:v>
                </c:pt>
                <c:pt idx="207">
                  <c:v>10400</c:v>
                </c:pt>
                <c:pt idx="208">
                  <c:v>10400</c:v>
                </c:pt>
                <c:pt idx="209">
                  <c:v>10500</c:v>
                </c:pt>
                <c:pt idx="210">
                  <c:v>10500</c:v>
                </c:pt>
                <c:pt idx="211">
                  <c:v>10600</c:v>
                </c:pt>
                <c:pt idx="212">
                  <c:v>10600</c:v>
                </c:pt>
                <c:pt idx="213">
                  <c:v>10700</c:v>
                </c:pt>
                <c:pt idx="214">
                  <c:v>10700</c:v>
                </c:pt>
                <c:pt idx="215">
                  <c:v>10800</c:v>
                </c:pt>
                <c:pt idx="216">
                  <c:v>10800</c:v>
                </c:pt>
                <c:pt idx="217">
                  <c:v>10900</c:v>
                </c:pt>
                <c:pt idx="218">
                  <c:v>10900</c:v>
                </c:pt>
                <c:pt idx="219">
                  <c:v>11000</c:v>
                </c:pt>
                <c:pt idx="220">
                  <c:v>11000</c:v>
                </c:pt>
                <c:pt idx="221">
                  <c:v>11100</c:v>
                </c:pt>
                <c:pt idx="222">
                  <c:v>11100</c:v>
                </c:pt>
                <c:pt idx="223">
                  <c:v>11200</c:v>
                </c:pt>
                <c:pt idx="224">
                  <c:v>11200</c:v>
                </c:pt>
                <c:pt idx="225">
                  <c:v>11300</c:v>
                </c:pt>
                <c:pt idx="226">
                  <c:v>11300</c:v>
                </c:pt>
                <c:pt idx="227">
                  <c:v>11400</c:v>
                </c:pt>
                <c:pt idx="228">
                  <c:v>11400</c:v>
                </c:pt>
                <c:pt idx="229">
                  <c:v>11500</c:v>
                </c:pt>
                <c:pt idx="230">
                  <c:v>11500</c:v>
                </c:pt>
                <c:pt idx="231">
                  <c:v>11600</c:v>
                </c:pt>
                <c:pt idx="232">
                  <c:v>11600</c:v>
                </c:pt>
                <c:pt idx="233">
                  <c:v>11700</c:v>
                </c:pt>
                <c:pt idx="234">
                  <c:v>11700</c:v>
                </c:pt>
                <c:pt idx="235">
                  <c:v>11800</c:v>
                </c:pt>
                <c:pt idx="236">
                  <c:v>11800</c:v>
                </c:pt>
                <c:pt idx="237">
                  <c:v>11900</c:v>
                </c:pt>
                <c:pt idx="238">
                  <c:v>11900</c:v>
                </c:pt>
                <c:pt idx="239">
                  <c:v>12000</c:v>
                </c:pt>
                <c:pt idx="240">
                  <c:v>12000</c:v>
                </c:pt>
                <c:pt idx="241">
                  <c:v>12100</c:v>
                </c:pt>
                <c:pt idx="242">
                  <c:v>12100</c:v>
                </c:pt>
                <c:pt idx="243">
                  <c:v>12200</c:v>
                </c:pt>
                <c:pt idx="244">
                  <c:v>12200</c:v>
                </c:pt>
                <c:pt idx="245">
                  <c:v>12300</c:v>
                </c:pt>
                <c:pt idx="246">
                  <c:v>12300</c:v>
                </c:pt>
                <c:pt idx="247">
                  <c:v>12400</c:v>
                </c:pt>
                <c:pt idx="248">
                  <c:v>12400</c:v>
                </c:pt>
                <c:pt idx="249">
                  <c:v>12500</c:v>
                </c:pt>
                <c:pt idx="250">
                  <c:v>12500</c:v>
                </c:pt>
                <c:pt idx="251">
                  <c:v>12600</c:v>
                </c:pt>
                <c:pt idx="252">
                  <c:v>12600</c:v>
                </c:pt>
                <c:pt idx="253">
                  <c:v>12700</c:v>
                </c:pt>
                <c:pt idx="254">
                  <c:v>12700</c:v>
                </c:pt>
                <c:pt idx="255">
                  <c:v>12800</c:v>
                </c:pt>
                <c:pt idx="256">
                  <c:v>12800</c:v>
                </c:pt>
                <c:pt idx="257">
                  <c:v>12900</c:v>
                </c:pt>
                <c:pt idx="258">
                  <c:v>12900</c:v>
                </c:pt>
                <c:pt idx="259">
                  <c:v>13000</c:v>
                </c:pt>
                <c:pt idx="260">
                  <c:v>13000</c:v>
                </c:pt>
                <c:pt idx="261">
                  <c:v>13100</c:v>
                </c:pt>
                <c:pt idx="262">
                  <c:v>13100</c:v>
                </c:pt>
                <c:pt idx="263">
                  <c:v>13200</c:v>
                </c:pt>
                <c:pt idx="264">
                  <c:v>13200</c:v>
                </c:pt>
                <c:pt idx="265">
                  <c:v>13300</c:v>
                </c:pt>
                <c:pt idx="266">
                  <c:v>13300</c:v>
                </c:pt>
                <c:pt idx="267">
                  <c:v>13400</c:v>
                </c:pt>
                <c:pt idx="268">
                  <c:v>13400</c:v>
                </c:pt>
                <c:pt idx="269">
                  <c:v>13500</c:v>
                </c:pt>
                <c:pt idx="270">
                  <c:v>13500</c:v>
                </c:pt>
                <c:pt idx="271">
                  <c:v>13600</c:v>
                </c:pt>
                <c:pt idx="272">
                  <c:v>13600</c:v>
                </c:pt>
                <c:pt idx="273">
                  <c:v>13700</c:v>
                </c:pt>
                <c:pt idx="274">
                  <c:v>13700</c:v>
                </c:pt>
                <c:pt idx="275">
                  <c:v>13800</c:v>
                </c:pt>
                <c:pt idx="276">
                  <c:v>13800</c:v>
                </c:pt>
                <c:pt idx="277">
                  <c:v>13900</c:v>
                </c:pt>
                <c:pt idx="278">
                  <c:v>13900</c:v>
                </c:pt>
                <c:pt idx="279">
                  <c:v>14000</c:v>
                </c:pt>
                <c:pt idx="280">
                  <c:v>14000</c:v>
                </c:pt>
                <c:pt idx="281">
                  <c:v>14100</c:v>
                </c:pt>
                <c:pt idx="282">
                  <c:v>14100</c:v>
                </c:pt>
                <c:pt idx="283">
                  <c:v>14200</c:v>
                </c:pt>
                <c:pt idx="284">
                  <c:v>14200</c:v>
                </c:pt>
                <c:pt idx="285">
                  <c:v>14300</c:v>
                </c:pt>
                <c:pt idx="286">
                  <c:v>14300</c:v>
                </c:pt>
                <c:pt idx="287">
                  <c:v>14400</c:v>
                </c:pt>
                <c:pt idx="288">
                  <c:v>14400</c:v>
                </c:pt>
                <c:pt idx="289">
                  <c:v>14500</c:v>
                </c:pt>
                <c:pt idx="290">
                  <c:v>14500</c:v>
                </c:pt>
                <c:pt idx="291">
                  <c:v>14600</c:v>
                </c:pt>
                <c:pt idx="292">
                  <c:v>14600</c:v>
                </c:pt>
                <c:pt idx="293">
                  <c:v>14700</c:v>
                </c:pt>
                <c:pt idx="294">
                  <c:v>14700</c:v>
                </c:pt>
                <c:pt idx="295">
                  <c:v>14800</c:v>
                </c:pt>
                <c:pt idx="296">
                  <c:v>14800</c:v>
                </c:pt>
                <c:pt idx="297">
                  <c:v>14900</c:v>
                </c:pt>
                <c:pt idx="298">
                  <c:v>14900</c:v>
                </c:pt>
                <c:pt idx="299">
                  <c:v>15000</c:v>
                </c:pt>
                <c:pt idx="300">
                  <c:v>15000</c:v>
                </c:pt>
                <c:pt idx="301">
                  <c:v>15100</c:v>
                </c:pt>
                <c:pt idx="302">
                  <c:v>15100</c:v>
                </c:pt>
                <c:pt idx="303">
                  <c:v>15200</c:v>
                </c:pt>
                <c:pt idx="304">
                  <c:v>15200</c:v>
                </c:pt>
                <c:pt idx="305">
                  <c:v>15300</c:v>
                </c:pt>
                <c:pt idx="306">
                  <c:v>15300</c:v>
                </c:pt>
                <c:pt idx="307">
                  <c:v>15400</c:v>
                </c:pt>
                <c:pt idx="308">
                  <c:v>15400</c:v>
                </c:pt>
                <c:pt idx="309">
                  <c:v>15500</c:v>
                </c:pt>
                <c:pt idx="310">
                  <c:v>15500</c:v>
                </c:pt>
                <c:pt idx="311">
                  <c:v>15600</c:v>
                </c:pt>
                <c:pt idx="312">
                  <c:v>15600</c:v>
                </c:pt>
                <c:pt idx="313">
                  <c:v>15700</c:v>
                </c:pt>
                <c:pt idx="314">
                  <c:v>15700</c:v>
                </c:pt>
                <c:pt idx="315">
                  <c:v>15800</c:v>
                </c:pt>
                <c:pt idx="316">
                  <c:v>15800</c:v>
                </c:pt>
                <c:pt idx="317">
                  <c:v>15900</c:v>
                </c:pt>
                <c:pt idx="318">
                  <c:v>15900</c:v>
                </c:pt>
                <c:pt idx="319">
                  <c:v>16000</c:v>
                </c:pt>
                <c:pt idx="320">
                  <c:v>16000</c:v>
                </c:pt>
                <c:pt idx="321">
                  <c:v>16100</c:v>
                </c:pt>
                <c:pt idx="322">
                  <c:v>16100</c:v>
                </c:pt>
                <c:pt idx="323">
                  <c:v>16200</c:v>
                </c:pt>
                <c:pt idx="324">
                  <c:v>16200</c:v>
                </c:pt>
                <c:pt idx="325">
                  <c:v>16300</c:v>
                </c:pt>
                <c:pt idx="326">
                  <c:v>16300</c:v>
                </c:pt>
                <c:pt idx="327">
                  <c:v>16400</c:v>
                </c:pt>
                <c:pt idx="328">
                  <c:v>16400</c:v>
                </c:pt>
                <c:pt idx="329">
                  <c:v>16500</c:v>
                </c:pt>
                <c:pt idx="330">
                  <c:v>16500</c:v>
                </c:pt>
                <c:pt idx="331">
                  <c:v>16600</c:v>
                </c:pt>
                <c:pt idx="332">
                  <c:v>16600</c:v>
                </c:pt>
                <c:pt idx="333">
                  <c:v>16700</c:v>
                </c:pt>
                <c:pt idx="334">
                  <c:v>16700</c:v>
                </c:pt>
                <c:pt idx="335">
                  <c:v>16800</c:v>
                </c:pt>
                <c:pt idx="336">
                  <c:v>16800</c:v>
                </c:pt>
                <c:pt idx="337">
                  <c:v>16900</c:v>
                </c:pt>
                <c:pt idx="338">
                  <c:v>16900</c:v>
                </c:pt>
                <c:pt idx="339">
                  <c:v>17000</c:v>
                </c:pt>
                <c:pt idx="340">
                  <c:v>17000</c:v>
                </c:pt>
                <c:pt idx="341">
                  <c:v>17100</c:v>
                </c:pt>
                <c:pt idx="342">
                  <c:v>17100</c:v>
                </c:pt>
                <c:pt idx="343">
                  <c:v>17200</c:v>
                </c:pt>
                <c:pt idx="344">
                  <c:v>17200</c:v>
                </c:pt>
                <c:pt idx="345">
                  <c:v>17300</c:v>
                </c:pt>
                <c:pt idx="346">
                  <c:v>17300</c:v>
                </c:pt>
                <c:pt idx="347">
                  <c:v>17400</c:v>
                </c:pt>
                <c:pt idx="348">
                  <c:v>17400</c:v>
                </c:pt>
                <c:pt idx="349">
                  <c:v>17500</c:v>
                </c:pt>
                <c:pt idx="350">
                  <c:v>17500</c:v>
                </c:pt>
                <c:pt idx="351">
                  <c:v>17600</c:v>
                </c:pt>
                <c:pt idx="352">
                  <c:v>17600</c:v>
                </c:pt>
                <c:pt idx="353">
                  <c:v>17700</c:v>
                </c:pt>
                <c:pt idx="354">
                  <c:v>17700</c:v>
                </c:pt>
                <c:pt idx="355">
                  <c:v>17800</c:v>
                </c:pt>
                <c:pt idx="356">
                  <c:v>17800</c:v>
                </c:pt>
                <c:pt idx="357">
                  <c:v>17900</c:v>
                </c:pt>
                <c:pt idx="358">
                  <c:v>17900</c:v>
                </c:pt>
                <c:pt idx="359">
                  <c:v>18000</c:v>
                </c:pt>
                <c:pt idx="360">
                  <c:v>18000</c:v>
                </c:pt>
                <c:pt idx="361">
                  <c:v>18100</c:v>
                </c:pt>
                <c:pt idx="362">
                  <c:v>18100</c:v>
                </c:pt>
                <c:pt idx="363">
                  <c:v>18200</c:v>
                </c:pt>
                <c:pt idx="364">
                  <c:v>18200</c:v>
                </c:pt>
                <c:pt idx="365">
                  <c:v>18300</c:v>
                </c:pt>
                <c:pt idx="366">
                  <c:v>18300</c:v>
                </c:pt>
                <c:pt idx="367">
                  <c:v>18400</c:v>
                </c:pt>
                <c:pt idx="368">
                  <c:v>18400</c:v>
                </c:pt>
                <c:pt idx="369">
                  <c:v>18500</c:v>
                </c:pt>
                <c:pt idx="370">
                  <c:v>18500</c:v>
                </c:pt>
                <c:pt idx="371">
                  <c:v>18600</c:v>
                </c:pt>
                <c:pt idx="372">
                  <c:v>18600</c:v>
                </c:pt>
                <c:pt idx="373">
                  <c:v>18700</c:v>
                </c:pt>
                <c:pt idx="374">
                  <c:v>18700</c:v>
                </c:pt>
                <c:pt idx="375">
                  <c:v>18800</c:v>
                </c:pt>
                <c:pt idx="376">
                  <c:v>18800</c:v>
                </c:pt>
                <c:pt idx="377">
                  <c:v>18900</c:v>
                </c:pt>
                <c:pt idx="378">
                  <c:v>18900</c:v>
                </c:pt>
                <c:pt idx="379">
                  <c:v>19000</c:v>
                </c:pt>
                <c:pt idx="380">
                  <c:v>19000</c:v>
                </c:pt>
                <c:pt idx="381">
                  <c:v>19100</c:v>
                </c:pt>
                <c:pt idx="382">
                  <c:v>19100</c:v>
                </c:pt>
                <c:pt idx="383">
                  <c:v>19200</c:v>
                </c:pt>
                <c:pt idx="384">
                  <c:v>19200</c:v>
                </c:pt>
                <c:pt idx="385">
                  <c:v>19300</c:v>
                </c:pt>
                <c:pt idx="386">
                  <c:v>19300</c:v>
                </c:pt>
                <c:pt idx="387">
                  <c:v>19400</c:v>
                </c:pt>
                <c:pt idx="388">
                  <c:v>19400</c:v>
                </c:pt>
                <c:pt idx="389">
                  <c:v>19500</c:v>
                </c:pt>
                <c:pt idx="390">
                  <c:v>19500</c:v>
                </c:pt>
                <c:pt idx="391">
                  <c:v>19600</c:v>
                </c:pt>
                <c:pt idx="392">
                  <c:v>19600</c:v>
                </c:pt>
                <c:pt idx="393">
                  <c:v>19700</c:v>
                </c:pt>
                <c:pt idx="394">
                  <c:v>19700</c:v>
                </c:pt>
                <c:pt idx="395">
                  <c:v>19800</c:v>
                </c:pt>
                <c:pt idx="396">
                  <c:v>19800</c:v>
                </c:pt>
                <c:pt idx="397">
                  <c:v>19900</c:v>
                </c:pt>
                <c:pt idx="398">
                  <c:v>19900</c:v>
                </c:pt>
                <c:pt idx="399">
                  <c:v>20000</c:v>
                </c:pt>
                <c:pt idx="400">
                  <c:v>20000</c:v>
                </c:pt>
                <c:pt idx="401">
                  <c:v>20100</c:v>
                </c:pt>
                <c:pt idx="402">
                  <c:v>20100</c:v>
                </c:pt>
                <c:pt idx="403">
                  <c:v>20200</c:v>
                </c:pt>
                <c:pt idx="404">
                  <c:v>20200</c:v>
                </c:pt>
                <c:pt idx="405">
                  <c:v>20300</c:v>
                </c:pt>
                <c:pt idx="406">
                  <c:v>20300</c:v>
                </c:pt>
                <c:pt idx="407">
                  <c:v>20400</c:v>
                </c:pt>
                <c:pt idx="408">
                  <c:v>20400</c:v>
                </c:pt>
                <c:pt idx="409">
                  <c:v>20500</c:v>
                </c:pt>
                <c:pt idx="410">
                  <c:v>20500</c:v>
                </c:pt>
                <c:pt idx="411">
                  <c:v>20600</c:v>
                </c:pt>
                <c:pt idx="412">
                  <c:v>20600</c:v>
                </c:pt>
                <c:pt idx="413">
                  <c:v>20700</c:v>
                </c:pt>
                <c:pt idx="414">
                  <c:v>20700</c:v>
                </c:pt>
                <c:pt idx="415">
                  <c:v>20800</c:v>
                </c:pt>
                <c:pt idx="416">
                  <c:v>20800</c:v>
                </c:pt>
                <c:pt idx="417">
                  <c:v>20900</c:v>
                </c:pt>
                <c:pt idx="418">
                  <c:v>20900</c:v>
                </c:pt>
                <c:pt idx="419">
                  <c:v>21000</c:v>
                </c:pt>
                <c:pt idx="420">
                  <c:v>21000</c:v>
                </c:pt>
                <c:pt idx="421">
                  <c:v>21100</c:v>
                </c:pt>
                <c:pt idx="422">
                  <c:v>21100</c:v>
                </c:pt>
                <c:pt idx="423">
                  <c:v>21200</c:v>
                </c:pt>
                <c:pt idx="424">
                  <c:v>21200</c:v>
                </c:pt>
                <c:pt idx="425">
                  <c:v>21300</c:v>
                </c:pt>
                <c:pt idx="426">
                  <c:v>21300</c:v>
                </c:pt>
                <c:pt idx="427">
                  <c:v>21400</c:v>
                </c:pt>
                <c:pt idx="428">
                  <c:v>21400</c:v>
                </c:pt>
                <c:pt idx="429">
                  <c:v>21500</c:v>
                </c:pt>
                <c:pt idx="430">
                  <c:v>21500</c:v>
                </c:pt>
                <c:pt idx="431">
                  <c:v>21600</c:v>
                </c:pt>
                <c:pt idx="432">
                  <c:v>21600</c:v>
                </c:pt>
                <c:pt idx="433">
                  <c:v>21700</c:v>
                </c:pt>
                <c:pt idx="434">
                  <c:v>21700</c:v>
                </c:pt>
                <c:pt idx="435">
                  <c:v>21800</c:v>
                </c:pt>
                <c:pt idx="436">
                  <c:v>21800</c:v>
                </c:pt>
                <c:pt idx="437">
                  <c:v>21900</c:v>
                </c:pt>
                <c:pt idx="438">
                  <c:v>21900</c:v>
                </c:pt>
                <c:pt idx="439">
                  <c:v>22000</c:v>
                </c:pt>
                <c:pt idx="440">
                  <c:v>22000</c:v>
                </c:pt>
                <c:pt idx="441">
                  <c:v>22100</c:v>
                </c:pt>
                <c:pt idx="442">
                  <c:v>22100</c:v>
                </c:pt>
                <c:pt idx="443">
                  <c:v>22200</c:v>
                </c:pt>
                <c:pt idx="444">
                  <c:v>22200</c:v>
                </c:pt>
                <c:pt idx="445">
                  <c:v>22300</c:v>
                </c:pt>
                <c:pt idx="446">
                  <c:v>22300</c:v>
                </c:pt>
                <c:pt idx="447">
                  <c:v>22400</c:v>
                </c:pt>
                <c:pt idx="448">
                  <c:v>22400</c:v>
                </c:pt>
                <c:pt idx="449">
                  <c:v>22500</c:v>
                </c:pt>
                <c:pt idx="450">
                  <c:v>22500</c:v>
                </c:pt>
                <c:pt idx="451">
                  <c:v>22600</c:v>
                </c:pt>
                <c:pt idx="452">
                  <c:v>22600</c:v>
                </c:pt>
                <c:pt idx="453">
                  <c:v>22700</c:v>
                </c:pt>
                <c:pt idx="454">
                  <c:v>22700</c:v>
                </c:pt>
                <c:pt idx="455">
                  <c:v>22800</c:v>
                </c:pt>
                <c:pt idx="456">
                  <c:v>22800</c:v>
                </c:pt>
                <c:pt idx="457">
                  <c:v>22900</c:v>
                </c:pt>
                <c:pt idx="458">
                  <c:v>22900</c:v>
                </c:pt>
                <c:pt idx="459">
                  <c:v>23000</c:v>
                </c:pt>
                <c:pt idx="460">
                  <c:v>23000</c:v>
                </c:pt>
                <c:pt idx="461">
                  <c:v>23100</c:v>
                </c:pt>
                <c:pt idx="462">
                  <c:v>23100</c:v>
                </c:pt>
                <c:pt idx="463">
                  <c:v>23200</c:v>
                </c:pt>
                <c:pt idx="464">
                  <c:v>23200</c:v>
                </c:pt>
                <c:pt idx="465">
                  <c:v>23300</c:v>
                </c:pt>
                <c:pt idx="466">
                  <c:v>23300</c:v>
                </c:pt>
                <c:pt idx="467">
                  <c:v>23400</c:v>
                </c:pt>
                <c:pt idx="468">
                  <c:v>23400</c:v>
                </c:pt>
                <c:pt idx="469">
                  <c:v>23500</c:v>
                </c:pt>
                <c:pt idx="470">
                  <c:v>23500</c:v>
                </c:pt>
                <c:pt idx="471">
                  <c:v>23600</c:v>
                </c:pt>
                <c:pt idx="472">
                  <c:v>23600</c:v>
                </c:pt>
                <c:pt idx="473">
                  <c:v>23700</c:v>
                </c:pt>
                <c:pt idx="474">
                  <c:v>23700</c:v>
                </c:pt>
                <c:pt idx="475">
                  <c:v>23800</c:v>
                </c:pt>
                <c:pt idx="476">
                  <c:v>23800</c:v>
                </c:pt>
                <c:pt idx="477">
                  <c:v>23900</c:v>
                </c:pt>
                <c:pt idx="478">
                  <c:v>23900</c:v>
                </c:pt>
                <c:pt idx="479">
                  <c:v>24000</c:v>
                </c:pt>
                <c:pt idx="480">
                  <c:v>24000</c:v>
                </c:pt>
                <c:pt idx="481">
                  <c:v>24100</c:v>
                </c:pt>
                <c:pt idx="482">
                  <c:v>24100</c:v>
                </c:pt>
                <c:pt idx="483">
                  <c:v>24200</c:v>
                </c:pt>
                <c:pt idx="484">
                  <c:v>24200</c:v>
                </c:pt>
                <c:pt idx="485">
                  <c:v>24300</c:v>
                </c:pt>
                <c:pt idx="486">
                  <c:v>24300</c:v>
                </c:pt>
                <c:pt idx="487">
                  <c:v>24400</c:v>
                </c:pt>
                <c:pt idx="488">
                  <c:v>24400</c:v>
                </c:pt>
                <c:pt idx="489">
                  <c:v>24500</c:v>
                </c:pt>
                <c:pt idx="490">
                  <c:v>24500</c:v>
                </c:pt>
                <c:pt idx="491">
                  <c:v>24600</c:v>
                </c:pt>
                <c:pt idx="492">
                  <c:v>24600</c:v>
                </c:pt>
                <c:pt idx="493">
                  <c:v>24700</c:v>
                </c:pt>
                <c:pt idx="494">
                  <c:v>24700</c:v>
                </c:pt>
                <c:pt idx="495">
                  <c:v>24800</c:v>
                </c:pt>
                <c:pt idx="496">
                  <c:v>24800</c:v>
                </c:pt>
                <c:pt idx="497">
                  <c:v>24900</c:v>
                </c:pt>
                <c:pt idx="498">
                  <c:v>24900</c:v>
                </c:pt>
                <c:pt idx="499">
                  <c:v>25000</c:v>
                </c:pt>
                <c:pt idx="500">
                  <c:v>25000</c:v>
                </c:pt>
                <c:pt idx="501">
                  <c:v>25100</c:v>
                </c:pt>
                <c:pt idx="502">
                  <c:v>25100</c:v>
                </c:pt>
                <c:pt idx="503">
                  <c:v>25200</c:v>
                </c:pt>
                <c:pt idx="504">
                  <c:v>25200</c:v>
                </c:pt>
                <c:pt idx="505">
                  <c:v>25300</c:v>
                </c:pt>
                <c:pt idx="506">
                  <c:v>25300</c:v>
                </c:pt>
                <c:pt idx="507">
                  <c:v>25400</c:v>
                </c:pt>
                <c:pt idx="508">
                  <c:v>25400</c:v>
                </c:pt>
                <c:pt idx="509">
                  <c:v>25500</c:v>
                </c:pt>
                <c:pt idx="510">
                  <c:v>25500</c:v>
                </c:pt>
                <c:pt idx="511">
                  <c:v>25600</c:v>
                </c:pt>
                <c:pt idx="512">
                  <c:v>25600</c:v>
                </c:pt>
                <c:pt idx="513">
                  <c:v>25700</c:v>
                </c:pt>
                <c:pt idx="514">
                  <c:v>25700</c:v>
                </c:pt>
                <c:pt idx="515">
                  <c:v>25800</c:v>
                </c:pt>
                <c:pt idx="516">
                  <c:v>25800</c:v>
                </c:pt>
                <c:pt idx="517">
                  <c:v>25900</c:v>
                </c:pt>
                <c:pt idx="518">
                  <c:v>25900</c:v>
                </c:pt>
                <c:pt idx="519">
                  <c:v>26000</c:v>
                </c:pt>
                <c:pt idx="520">
                  <c:v>26000</c:v>
                </c:pt>
                <c:pt idx="521">
                  <c:v>26100</c:v>
                </c:pt>
                <c:pt idx="522">
                  <c:v>26100</c:v>
                </c:pt>
                <c:pt idx="523">
                  <c:v>26200</c:v>
                </c:pt>
                <c:pt idx="524">
                  <c:v>26200</c:v>
                </c:pt>
                <c:pt idx="525">
                  <c:v>26300</c:v>
                </c:pt>
                <c:pt idx="526">
                  <c:v>26300</c:v>
                </c:pt>
                <c:pt idx="527">
                  <c:v>26400</c:v>
                </c:pt>
                <c:pt idx="528">
                  <c:v>26400</c:v>
                </c:pt>
                <c:pt idx="529">
                  <c:v>26500</c:v>
                </c:pt>
                <c:pt idx="530">
                  <c:v>26500</c:v>
                </c:pt>
                <c:pt idx="531">
                  <c:v>26600</c:v>
                </c:pt>
                <c:pt idx="532">
                  <c:v>26600</c:v>
                </c:pt>
                <c:pt idx="533">
                  <c:v>26700</c:v>
                </c:pt>
                <c:pt idx="534">
                  <c:v>26700</c:v>
                </c:pt>
                <c:pt idx="535">
                  <c:v>26800</c:v>
                </c:pt>
                <c:pt idx="536">
                  <c:v>26800</c:v>
                </c:pt>
                <c:pt idx="537">
                  <c:v>26900</c:v>
                </c:pt>
                <c:pt idx="538">
                  <c:v>26900</c:v>
                </c:pt>
                <c:pt idx="539">
                  <c:v>27000</c:v>
                </c:pt>
                <c:pt idx="540">
                  <c:v>27000</c:v>
                </c:pt>
                <c:pt idx="541">
                  <c:v>27100</c:v>
                </c:pt>
                <c:pt idx="542">
                  <c:v>27100</c:v>
                </c:pt>
                <c:pt idx="543">
                  <c:v>27200</c:v>
                </c:pt>
                <c:pt idx="544">
                  <c:v>27200</c:v>
                </c:pt>
                <c:pt idx="545">
                  <c:v>27300</c:v>
                </c:pt>
                <c:pt idx="546">
                  <c:v>27300</c:v>
                </c:pt>
                <c:pt idx="547">
                  <c:v>27400</c:v>
                </c:pt>
                <c:pt idx="548">
                  <c:v>27400</c:v>
                </c:pt>
                <c:pt idx="549">
                  <c:v>27500</c:v>
                </c:pt>
                <c:pt idx="550">
                  <c:v>27500</c:v>
                </c:pt>
                <c:pt idx="551">
                  <c:v>27600</c:v>
                </c:pt>
                <c:pt idx="552">
                  <c:v>27600</c:v>
                </c:pt>
                <c:pt idx="553">
                  <c:v>27700</c:v>
                </c:pt>
                <c:pt idx="554">
                  <c:v>27700</c:v>
                </c:pt>
                <c:pt idx="555">
                  <c:v>27800</c:v>
                </c:pt>
                <c:pt idx="556">
                  <c:v>27800</c:v>
                </c:pt>
                <c:pt idx="557">
                  <c:v>27900</c:v>
                </c:pt>
                <c:pt idx="558">
                  <c:v>27900</c:v>
                </c:pt>
                <c:pt idx="559">
                  <c:v>28000</c:v>
                </c:pt>
                <c:pt idx="560">
                  <c:v>28000</c:v>
                </c:pt>
                <c:pt idx="561">
                  <c:v>28100</c:v>
                </c:pt>
                <c:pt idx="562">
                  <c:v>28100</c:v>
                </c:pt>
                <c:pt idx="563">
                  <c:v>28200</c:v>
                </c:pt>
                <c:pt idx="564">
                  <c:v>28200</c:v>
                </c:pt>
                <c:pt idx="565">
                  <c:v>28300</c:v>
                </c:pt>
                <c:pt idx="566">
                  <c:v>28300</c:v>
                </c:pt>
                <c:pt idx="567">
                  <c:v>28400</c:v>
                </c:pt>
                <c:pt idx="568">
                  <c:v>28400</c:v>
                </c:pt>
                <c:pt idx="569">
                  <c:v>28500</c:v>
                </c:pt>
                <c:pt idx="570">
                  <c:v>28500</c:v>
                </c:pt>
                <c:pt idx="571">
                  <c:v>28600</c:v>
                </c:pt>
                <c:pt idx="572">
                  <c:v>28600</c:v>
                </c:pt>
                <c:pt idx="573">
                  <c:v>28700</c:v>
                </c:pt>
                <c:pt idx="574">
                  <c:v>28700</c:v>
                </c:pt>
                <c:pt idx="575">
                  <c:v>28800</c:v>
                </c:pt>
                <c:pt idx="576">
                  <c:v>28800</c:v>
                </c:pt>
                <c:pt idx="577">
                  <c:v>28900</c:v>
                </c:pt>
                <c:pt idx="578">
                  <c:v>28900</c:v>
                </c:pt>
                <c:pt idx="579">
                  <c:v>29000</c:v>
                </c:pt>
                <c:pt idx="580">
                  <c:v>29000</c:v>
                </c:pt>
                <c:pt idx="581">
                  <c:v>29100</c:v>
                </c:pt>
                <c:pt idx="582">
                  <c:v>29100</c:v>
                </c:pt>
                <c:pt idx="583">
                  <c:v>29200</c:v>
                </c:pt>
                <c:pt idx="584">
                  <c:v>29200</c:v>
                </c:pt>
                <c:pt idx="585">
                  <c:v>29300</c:v>
                </c:pt>
                <c:pt idx="586">
                  <c:v>29300</c:v>
                </c:pt>
                <c:pt idx="587">
                  <c:v>29400</c:v>
                </c:pt>
                <c:pt idx="588">
                  <c:v>29400</c:v>
                </c:pt>
                <c:pt idx="589">
                  <c:v>29500</c:v>
                </c:pt>
                <c:pt idx="590">
                  <c:v>29500</c:v>
                </c:pt>
                <c:pt idx="591">
                  <c:v>29600</c:v>
                </c:pt>
                <c:pt idx="592">
                  <c:v>29600</c:v>
                </c:pt>
                <c:pt idx="593">
                  <c:v>29700</c:v>
                </c:pt>
                <c:pt idx="594">
                  <c:v>29700</c:v>
                </c:pt>
                <c:pt idx="595">
                  <c:v>29800</c:v>
                </c:pt>
                <c:pt idx="596">
                  <c:v>29800</c:v>
                </c:pt>
                <c:pt idx="597">
                  <c:v>29900</c:v>
                </c:pt>
                <c:pt idx="598">
                  <c:v>29900</c:v>
                </c:pt>
                <c:pt idx="599">
                  <c:v>30000</c:v>
                </c:pt>
                <c:pt idx="600">
                  <c:v>30000</c:v>
                </c:pt>
              </c:numCache>
            </c:numRef>
          </c:xVal>
          <c:yVal>
            <c:numRef>
              <c:f>'Chart Data'!$F$2:$F$602</c:f>
              <c:numCache>
                <c:formatCode>0%</c:formatCode>
                <c:ptCount val="6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0.18549375</c:v>
                </c:pt>
                <c:pt idx="151">
                  <c:v>0.18549375</c:v>
                </c:pt>
                <c:pt idx="152">
                  <c:v>0.18549375</c:v>
                </c:pt>
                <c:pt idx="153">
                  <c:v>0.18549375</c:v>
                </c:pt>
                <c:pt idx="154">
                  <c:v>0.3439</c:v>
                </c:pt>
                <c:pt idx="155">
                  <c:v>0.3439</c:v>
                </c:pt>
                <c:pt idx="156">
                  <c:v>0.3439</c:v>
                </c:pt>
                <c:pt idx="157">
                  <c:v>0.3439</c:v>
                </c:pt>
                <c:pt idx="158">
                  <c:v>0.3439</c:v>
                </c:pt>
                <c:pt idx="159">
                  <c:v>0.3439</c:v>
                </c:pt>
                <c:pt idx="160">
                  <c:v>0.3439</c:v>
                </c:pt>
                <c:pt idx="161">
                  <c:v>0.3439</c:v>
                </c:pt>
                <c:pt idx="162">
                  <c:v>0.3439</c:v>
                </c:pt>
                <c:pt idx="163">
                  <c:v>0.3439</c:v>
                </c:pt>
                <c:pt idx="164">
                  <c:v>0.3439</c:v>
                </c:pt>
                <c:pt idx="165">
                  <c:v>0.3439</c:v>
                </c:pt>
                <c:pt idx="166">
                  <c:v>0.3439</c:v>
                </c:pt>
                <c:pt idx="167">
                  <c:v>0.3439</c:v>
                </c:pt>
                <c:pt idx="168">
                  <c:v>0.3439</c:v>
                </c:pt>
                <c:pt idx="169">
                  <c:v>0.3439</c:v>
                </c:pt>
                <c:pt idx="170">
                  <c:v>0.47799375</c:v>
                </c:pt>
                <c:pt idx="171">
                  <c:v>0.47799375</c:v>
                </c:pt>
                <c:pt idx="172">
                  <c:v>0.47799375</c:v>
                </c:pt>
                <c:pt idx="173">
                  <c:v>0.47799375</c:v>
                </c:pt>
                <c:pt idx="174">
                  <c:v>0.47799375</c:v>
                </c:pt>
                <c:pt idx="175">
                  <c:v>0.47799375</c:v>
                </c:pt>
                <c:pt idx="176">
                  <c:v>0.47799375</c:v>
                </c:pt>
                <c:pt idx="177">
                  <c:v>0.47799375</c:v>
                </c:pt>
                <c:pt idx="178">
                  <c:v>0.47799375</c:v>
                </c:pt>
                <c:pt idx="179">
                  <c:v>0.47799375</c:v>
                </c:pt>
                <c:pt idx="180">
                  <c:v>0.47799375</c:v>
                </c:pt>
                <c:pt idx="181">
                  <c:v>0.47799375</c:v>
                </c:pt>
                <c:pt idx="182">
                  <c:v>0.47799375</c:v>
                </c:pt>
                <c:pt idx="183">
                  <c:v>0.47799375</c:v>
                </c:pt>
                <c:pt idx="184">
                  <c:v>0.5904</c:v>
                </c:pt>
                <c:pt idx="185">
                  <c:v>0.5904</c:v>
                </c:pt>
                <c:pt idx="186">
                  <c:v>0.5904</c:v>
                </c:pt>
                <c:pt idx="187">
                  <c:v>0.5904</c:v>
                </c:pt>
                <c:pt idx="188">
                  <c:v>0.5904</c:v>
                </c:pt>
                <c:pt idx="189">
                  <c:v>0.5904</c:v>
                </c:pt>
                <c:pt idx="190">
                  <c:v>0.5904</c:v>
                </c:pt>
                <c:pt idx="191">
                  <c:v>0.5904</c:v>
                </c:pt>
                <c:pt idx="192">
                  <c:v>0.5904</c:v>
                </c:pt>
                <c:pt idx="193">
                  <c:v>0.5904</c:v>
                </c:pt>
                <c:pt idx="194">
                  <c:v>0.5904</c:v>
                </c:pt>
                <c:pt idx="195">
                  <c:v>0.5904</c:v>
                </c:pt>
                <c:pt idx="196">
                  <c:v>0.5904</c:v>
                </c:pt>
                <c:pt idx="197">
                  <c:v>0.5904</c:v>
                </c:pt>
                <c:pt idx="198">
                  <c:v>0.5904</c:v>
                </c:pt>
                <c:pt idx="199">
                  <c:v>0.5904</c:v>
                </c:pt>
                <c:pt idx="200">
                  <c:v>0.5904</c:v>
                </c:pt>
                <c:pt idx="201">
                  <c:v>0.5904</c:v>
                </c:pt>
                <c:pt idx="202">
                  <c:v>0.5904</c:v>
                </c:pt>
                <c:pt idx="203">
                  <c:v>0.5904</c:v>
                </c:pt>
                <c:pt idx="204">
                  <c:v>0.5904</c:v>
                </c:pt>
                <c:pt idx="205">
                  <c:v>0.5904</c:v>
                </c:pt>
                <c:pt idx="206">
                  <c:v>0.5904</c:v>
                </c:pt>
                <c:pt idx="207">
                  <c:v>0.5904</c:v>
                </c:pt>
                <c:pt idx="208">
                  <c:v>0.5904</c:v>
                </c:pt>
                <c:pt idx="209">
                  <c:v>0.5904</c:v>
                </c:pt>
                <c:pt idx="210">
                  <c:v>0.5904</c:v>
                </c:pt>
                <c:pt idx="211">
                  <c:v>0.5904</c:v>
                </c:pt>
                <c:pt idx="212">
                  <c:v>0.68359375</c:v>
                </c:pt>
                <c:pt idx="213">
                  <c:v>0.68359375</c:v>
                </c:pt>
                <c:pt idx="214">
                  <c:v>0.68359375</c:v>
                </c:pt>
                <c:pt idx="215">
                  <c:v>0.68359375</c:v>
                </c:pt>
                <c:pt idx="216">
                  <c:v>0.68359375</c:v>
                </c:pt>
                <c:pt idx="217">
                  <c:v>0.68359375</c:v>
                </c:pt>
                <c:pt idx="218">
                  <c:v>0.68359375</c:v>
                </c:pt>
                <c:pt idx="219">
                  <c:v>0.68359375</c:v>
                </c:pt>
                <c:pt idx="220">
                  <c:v>0.68359375</c:v>
                </c:pt>
                <c:pt idx="221">
                  <c:v>0.68359375</c:v>
                </c:pt>
                <c:pt idx="222">
                  <c:v>0.68359375</c:v>
                </c:pt>
                <c:pt idx="223">
                  <c:v>0.68359375</c:v>
                </c:pt>
                <c:pt idx="224">
                  <c:v>0.68359375</c:v>
                </c:pt>
                <c:pt idx="225">
                  <c:v>0.68359375</c:v>
                </c:pt>
                <c:pt idx="226">
                  <c:v>0.7599</c:v>
                </c:pt>
                <c:pt idx="227">
                  <c:v>0.7599</c:v>
                </c:pt>
                <c:pt idx="228">
                  <c:v>0.7599</c:v>
                </c:pt>
                <c:pt idx="229">
                  <c:v>0.7599</c:v>
                </c:pt>
                <c:pt idx="230">
                  <c:v>0.7599</c:v>
                </c:pt>
                <c:pt idx="231">
                  <c:v>0.7599</c:v>
                </c:pt>
                <c:pt idx="232">
                  <c:v>0.7599</c:v>
                </c:pt>
                <c:pt idx="233">
                  <c:v>0.7599</c:v>
                </c:pt>
                <c:pt idx="234">
                  <c:v>0.7599</c:v>
                </c:pt>
                <c:pt idx="235">
                  <c:v>0.7599</c:v>
                </c:pt>
                <c:pt idx="236">
                  <c:v>0.82149375</c:v>
                </c:pt>
                <c:pt idx="237">
                  <c:v>0.82149375</c:v>
                </c:pt>
                <c:pt idx="238">
                  <c:v>0.82149375</c:v>
                </c:pt>
                <c:pt idx="239">
                  <c:v>0.82149375</c:v>
                </c:pt>
                <c:pt idx="240">
                  <c:v>0.82149375</c:v>
                </c:pt>
                <c:pt idx="241">
                  <c:v>0.82149375</c:v>
                </c:pt>
                <c:pt idx="242">
                  <c:v>0.82149375</c:v>
                </c:pt>
                <c:pt idx="243">
                  <c:v>0.82149375</c:v>
                </c:pt>
                <c:pt idx="244">
                  <c:v>0.82149375</c:v>
                </c:pt>
                <c:pt idx="245">
                  <c:v>0.82149375</c:v>
                </c:pt>
                <c:pt idx="246">
                  <c:v>0.82149375</c:v>
                </c:pt>
                <c:pt idx="247">
                  <c:v>0.82149375</c:v>
                </c:pt>
                <c:pt idx="248">
                  <c:v>0.82149375</c:v>
                </c:pt>
                <c:pt idx="249">
                  <c:v>0.82149375</c:v>
                </c:pt>
                <c:pt idx="250">
                  <c:v>0.82149375</c:v>
                </c:pt>
                <c:pt idx="251">
                  <c:v>0.82149375</c:v>
                </c:pt>
                <c:pt idx="252">
                  <c:v>0.8704</c:v>
                </c:pt>
                <c:pt idx="253">
                  <c:v>0.8704</c:v>
                </c:pt>
                <c:pt idx="254">
                  <c:v>0.8704</c:v>
                </c:pt>
                <c:pt idx="255">
                  <c:v>0.8704</c:v>
                </c:pt>
                <c:pt idx="256">
                  <c:v>0.8704</c:v>
                </c:pt>
                <c:pt idx="257">
                  <c:v>0.8704</c:v>
                </c:pt>
                <c:pt idx="258">
                  <c:v>0.8704</c:v>
                </c:pt>
                <c:pt idx="259">
                  <c:v>0.8704</c:v>
                </c:pt>
                <c:pt idx="260">
                  <c:v>0.8704</c:v>
                </c:pt>
                <c:pt idx="261">
                  <c:v>0.8704</c:v>
                </c:pt>
                <c:pt idx="262">
                  <c:v>0.8704</c:v>
                </c:pt>
                <c:pt idx="263">
                  <c:v>0.8704</c:v>
                </c:pt>
                <c:pt idx="264">
                  <c:v>0.8704</c:v>
                </c:pt>
                <c:pt idx="265">
                  <c:v>0.8704</c:v>
                </c:pt>
                <c:pt idx="266">
                  <c:v>0.8704</c:v>
                </c:pt>
                <c:pt idx="267">
                  <c:v>0.8704</c:v>
                </c:pt>
                <c:pt idx="268">
                  <c:v>0.8704</c:v>
                </c:pt>
                <c:pt idx="269">
                  <c:v>0.8704</c:v>
                </c:pt>
                <c:pt idx="270">
                  <c:v>0.8704</c:v>
                </c:pt>
                <c:pt idx="271">
                  <c:v>0.8704</c:v>
                </c:pt>
                <c:pt idx="272">
                  <c:v>0.8704</c:v>
                </c:pt>
                <c:pt idx="273">
                  <c:v>0.8704</c:v>
                </c:pt>
                <c:pt idx="274">
                  <c:v>0.90849375</c:v>
                </c:pt>
                <c:pt idx="275">
                  <c:v>0.90849375</c:v>
                </c:pt>
                <c:pt idx="276">
                  <c:v>0.90849375</c:v>
                </c:pt>
                <c:pt idx="277">
                  <c:v>0.90849375</c:v>
                </c:pt>
                <c:pt idx="278">
                  <c:v>0.90849375</c:v>
                </c:pt>
                <c:pt idx="279">
                  <c:v>0.90849375</c:v>
                </c:pt>
                <c:pt idx="280">
                  <c:v>0.90849375</c:v>
                </c:pt>
                <c:pt idx="281">
                  <c:v>0.90849375</c:v>
                </c:pt>
                <c:pt idx="282">
                  <c:v>0.90849375</c:v>
                </c:pt>
                <c:pt idx="283">
                  <c:v>0.90849375</c:v>
                </c:pt>
                <c:pt idx="284">
                  <c:v>0.90849375</c:v>
                </c:pt>
                <c:pt idx="285">
                  <c:v>0.90849375</c:v>
                </c:pt>
                <c:pt idx="286">
                  <c:v>0.90849375</c:v>
                </c:pt>
                <c:pt idx="287">
                  <c:v>0.90849375</c:v>
                </c:pt>
                <c:pt idx="288">
                  <c:v>0.90849375</c:v>
                </c:pt>
                <c:pt idx="289">
                  <c:v>0.90849375</c:v>
                </c:pt>
                <c:pt idx="290">
                  <c:v>0.90849375</c:v>
                </c:pt>
                <c:pt idx="291">
                  <c:v>0.90849375</c:v>
                </c:pt>
                <c:pt idx="292">
                  <c:v>0.90849375</c:v>
                </c:pt>
                <c:pt idx="293">
                  <c:v>0.90849375</c:v>
                </c:pt>
                <c:pt idx="294">
                  <c:v>0.9375</c:v>
                </c:pt>
                <c:pt idx="295">
                  <c:v>0.9375</c:v>
                </c:pt>
                <c:pt idx="296">
                  <c:v>0.9375</c:v>
                </c:pt>
                <c:pt idx="297">
                  <c:v>0.9375</c:v>
                </c:pt>
                <c:pt idx="298">
                  <c:v>0.9375</c:v>
                </c:pt>
                <c:pt idx="299">
                  <c:v>0.9375</c:v>
                </c:pt>
                <c:pt idx="300">
                  <c:v>0.9375</c:v>
                </c:pt>
                <c:pt idx="301">
                  <c:v>0.9375</c:v>
                </c:pt>
                <c:pt idx="302">
                  <c:v>0.9375</c:v>
                </c:pt>
                <c:pt idx="303">
                  <c:v>0.9375</c:v>
                </c:pt>
                <c:pt idx="304">
                  <c:v>0.9375</c:v>
                </c:pt>
                <c:pt idx="305">
                  <c:v>0.9375</c:v>
                </c:pt>
                <c:pt idx="306">
                  <c:v>0.9375</c:v>
                </c:pt>
                <c:pt idx="307">
                  <c:v>0.9375</c:v>
                </c:pt>
                <c:pt idx="308">
                  <c:v>0.9375</c:v>
                </c:pt>
                <c:pt idx="309">
                  <c:v>0.9375</c:v>
                </c:pt>
                <c:pt idx="310">
                  <c:v>0.9375</c:v>
                </c:pt>
                <c:pt idx="311">
                  <c:v>0.9375</c:v>
                </c:pt>
                <c:pt idx="312">
                  <c:v>0.9375</c:v>
                </c:pt>
                <c:pt idx="313">
                  <c:v>0.9375</c:v>
                </c:pt>
                <c:pt idx="314">
                  <c:v>0.9375</c:v>
                </c:pt>
                <c:pt idx="315">
                  <c:v>0.9375</c:v>
                </c:pt>
                <c:pt idx="316">
                  <c:v>0.9375</c:v>
                </c:pt>
                <c:pt idx="317">
                  <c:v>0.9375</c:v>
                </c:pt>
                <c:pt idx="318">
                  <c:v>0.9375</c:v>
                </c:pt>
                <c:pt idx="319">
                  <c:v>0.9375</c:v>
                </c:pt>
                <c:pt idx="320">
                  <c:v>0.9375</c:v>
                </c:pt>
                <c:pt idx="321">
                  <c:v>0.9375</c:v>
                </c:pt>
                <c:pt idx="322">
                  <c:v>0.9375</c:v>
                </c:pt>
                <c:pt idx="323">
                  <c:v>0.9375</c:v>
                </c:pt>
                <c:pt idx="324">
                  <c:v>0.9375</c:v>
                </c:pt>
                <c:pt idx="325">
                  <c:v>0.9375</c:v>
                </c:pt>
                <c:pt idx="326">
                  <c:v>0.9375</c:v>
                </c:pt>
                <c:pt idx="327">
                  <c:v>0.9375</c:v>
                </c:pt>
                <c:pt idx="328">
                  <c:v>0.9375</c:v>
                </c:pt>
                <c:pt idx="329">
                  <c:v>0.9375</c:v>
                </c:pt>
                <c:pt idx="330">
                  <c:v>0.9375</c:v>
                </c:pt>
                <c:pt idx="331">
                  <c:v>0.9375</c:v>
                </c:pt>
                <c:pt idx="332">
                  <c:v>0.9375</c:v>
                </c:pt>
                <c:pt idx="333">
                  <c:v>0.9375</c:v>
                </c:pt>
                <c:pt idx="334">
                  <c:v>0.9375</c:v>
                </c:pt>
                <c:pt idx="335">
                  <c:v>0.9375</c:v>
                </c:pt>
                <c:pt idx="336">
                  <c:v>0.9375</c:v>
                </c:pt>
                <c:pt idx="337">
                  <c:v>0.9375</c:v>
                </c:pt>
                <c:pt idx="338">
                  <c:v>0.9375</c:v>
                </c:pt>
                <c:pt idx="339">
                  <c:v>0.9375</c:v>
                </c:pt>
                <c:pt idx="340">
                  <c:v>0.9375</c:v>
                </c:pt>
                <c:pt idx="341">
                  <c:v>0.9375</c:v>
                </c:pt>
                <c:pt idx="342">
                  <c:v>0.9375</c:v>
                </c:pt>
                <c:pt idx="343">
                  <c:v>0.9375</c:v>
                </c:pt>
                <c:pt idx="344">
                  <c:v>0.9375</c:v>
                </c:pt>
                <c:pt idx="345">
                  <c:v>0.9375</c:v>
                </c:pt>
                <c:pt idx="346">
                  <c:v>0.9375</c:v>
                </c:pt>
                <c:pt idx="347">
                  <c:v>0.9375</c:v>
                </c:pt>
                <c:pt idx="348">
                  <c:v>0.9375</c:v>
                </c:pt>
                <c:pt idx="349">
                  <c:v>0.9375</c:v>
                </c:pt>
                <c:pt idx="350">
                  <c:v>0.95899375</c:v>
                </c:pt>
                <c:pt idx="351">
                  <c:v>0.95899375</c:v>
                </c:pt>
                <c:pt idx="352">
                  <c:v>0.9744</c:v>
                </c:pt>
                <c:pt idx="353">
                  <c:v>0.9744</c:v>
                </c:pt>
                <c:pt idx="354">
                  <c:v>0.9744</c:v>
                </c:pt>
                <c:pt idx="355">
                  <c:v>0.9744</c:v>
                </c:pt>
                <c:pt idx="356">
                  <c:v>0.9744</c:v>
                </c:pt>
                <c:pt idx="357">
                  <c:v>0.9744</c:v>
                </c:pt>
                <c:pt idx="358">
                  <c:v>0.9744</c:v>
                </c:pt>
                <c:pt idx="359">
                  <c:v>0.9744</c:v>
                </c:pt>
                <c:pt idx="360">
                  <c:v>0.9744</c:v>
                </c:pt>
                <c:pt idx="361">
                  <c:v>0.9744</c:v>
                </c:pt>
                <c:pt idx="362">
                  <c:v>0.9744</c:v>
                </c:pt>
                <c:pt idx="363">
                  <c:v>0.9744</c:v>
                </c:pt>
                <c:pt idx="364">
                  <c:v>0.9744</c:v>
                </c:pt>
                <c:pt idx="365">
                  <c:v>0.9744</c:v>
                </c:pt>
                <c:pt idx="366">
                  <c:v>0.9744</c:v>
                </c:pt>
                <c:pt idx="367">
                  <c:v>0.9744</c:v>
                </c:pt>
                <c:pt idx="368">
                  <c:v>0.9744</c:v>
                </c:pt>
                <c:pt idx="369">
                  <c:v>0.9744</c:v>
                </c:pt>
                <c:pt idx="370">
                  <c:v>0.9744</c:v>
                </c:pt>
                <c:pt idx="371">
                  <c:v>0.9744</c:v>
                </c:pt>
                <c:pt idx="372">
                  <c:v>0.9744</c:v>
                </c:pt>
                <c:pt idx="373">
                  <c:v>0.9744</c:v>
                </c:pt>
                <c:pt idx="374">
                  <c:v>0.9744</c:v>
                </c:pt>
                <c:pt idx="375">
                  <c:v>0.9744</c:v>
                </c:pt>
                <c:pt idx="376">
                  <c:v>0.9744</c:v>
                </c:pt>
                <c:pt idx="377">
                  <c:v>0.9744</c:v>
                </c:pt>
                <c:pt idx="378">
                  <c:v>0.9744</c:v>
                </c:pt>
                <c:pt idx="379">
                  <c:v>0.9744</c:v>
                </c:pt>
                <c:pt idx="380">
                  <c:v>0.9744</c:v>
                </c:pt>
                <c:pt idx="381">
                  <c:v>0.9744</c:v>
                </c:pt>
                <c:pt idx="382">
                  <c:v>0.9744</c:v>
                </c:pt>
                <c:pt idx="383">
                  <c:v>0.9744</c:v>
                </c:pt>
                <c:pt idx="384">
                  <c:v>0.9744</c:v>
                </c:pt>
                <c:pt idx="385">
                  <c:v>0.9744</c:v>
                </c:pt>
                <c:pt idx="386">
                  <c:v>0.9744</c:v>
                </c:pt>
                <c:pt idx="387">
                  <c:v>0.9744</c:v>
                </c:pt>
                <c:pt idx="388">
                  <c:v>0.9744</c:v>
                </c:pt>
                <c:pt idx="389">
                  <c:v>0.9744</c:v>
                </c:pt>
                <c:pt idx="390">
                  <c:v>0.9744</c:v>
                </c:pt>
                <c:pt idx="391">
                  <c:v>0.9744</c:v>
                </c:pt>
                <c:pt idx="392">
                  <c:v>0.9744</c:v>
                </c:pt>
                <c:pt idx="393">
                  <c:v>0.9744</c:v>
                </c:pt>
                <c:pt idx="394">
                  <c:v>0.9744</c:v>
                </c:pt>
                <c:pt idx="395">
                  <c:v>0.9744</c:v>
                </c:pt>
                <c:pt idx="396">
                  <c:v>0.9744</c:v>
                </c:pt>
                <c:pt idx="397">
                  <c:v>0.9744</c:v>
                </c:pt>
                <c:pt idx="398">
                  <c:v>0.98499375</c:v>
                </c:pt>
                <c:pt idx="399">
                  <c:v>0.98499375</c:v>
                </c:pt>
                <c:pt idx="400">
                  <c:v>0.98499375</c:v>
                </c:pt>
                <c:pt idx="401">
                  <c:v>0.98499375</c:v>
                </c:pt>
                <c:pt idx="402">
                  <c:v>0.98499375</c:v>
                </c:pt>
                <c:pt idx="403">
                  <c:v>0.98499375</c:v>
                </c:pt>
                <c:pt idx="404">
                  <c:v>0.98499375</c:v>
                </c:pt>
                <c:pt idx="405">
                  <c:v>0.98499375</c:v>
                </c:pt>
                <c:pt idx="406">
                  <c:v>0.98499375</c:v>
                </c:pt>
                <c:pt idx="407">
                  <c:v>0.98499375</c:v>
                </c:pt>
                <c:pt idx="408">
                  <c:v>0.98499375</c:v>
                </c:pt>
                <c:pt idx="409">
                  <c:v>0.98499375</c:v>
                </c:pt>
                <c:pt idx="410">
                  <c:v>0.98499375</c:v>
                </c:pt>
                <c:pt idx="411">
                  <c:v>0.98499375</c:v>
                </c:pt>
                <c:pt idx="412">
                  <c:v>0.98499375</c:v>
                </c:pt>
                <c:pt idx="413">
                  <c:v>0.98499375</c:v>
                </c:pt>
                <c:pt idx="414">
                  <c:v>0.98499375</c:v>
                </c:pt>
                <c:pt idx="415">
                  <c:v>0.98499375</c:v>
                </c:pt>
                <c:pt idx="416">
                  <c:v>0.98499375</c:v>
                </c:pt>
                <c:pt idx="417">
                  <c:v>0.98499375</c:v>
                </c:pt>
                <c:pt idx="418">
                  <c:v>0.98499375</c:v>
                </c:pt>
                <c:pt idx="419">
                  <c:v>0.98499375</c:v>
                </c:pt>
                <c:pt idx="420">
                  <c:v>0.98499375</c:v>
                </c:pt>
                <c:pt idx="421">
                  <c:v>0.98499375</c:v>
                </c:pt>
                <c:pt idx="422">
                  <c:v>0.98499375</c:v>
                </c:pt>
                <c:pt idx="423">
                  <c:v>0.98499375</c:v>
                </c:pt>
                <c:pt idx="424">
                  <c:v>0.98499375</c:v>
                </c:pt>
                <c:pt idx="425">
                  <c:v>0.98499375</c:v>
                </c:pt>
                <c:pt idx="426">
                  <c:v>0.98499375</c:v>
                </c:pt>
                <c:pt idx="427">
                  <c:v>0.98499375</c:v>
                </c:pt>
                <c:pt idx="428">
                  <c:v>0.98499375</c:v>
                </c:pt>
                <c:pt idx="429">
                  <c:v>0.98499375</c:v>
                </c:pt>
                <c:pt idx="430">
                  <c:v>0.98499375</c:v>
                </c:pt>
                <c:pt idx="431">
                  <c:v>0.98499375</c:v>
                </c:pt>
                <c:pt idx="432">
                  <c:v>0.9919</c:v>
                </c:pt>
                <c:pt idx="433">
                  <c:v>0.9919</c:v>
                </c:pt>
                <c:pt idx="434">
                  <c:v>0.9919</c:v>
                </c:pt>
                <c:pt idx="435">
                  <c:v>0.9919</c:v>
                </c:pt>
                <c:pt idx="436">
                  <c:v>0.9919</c:v>
                </c:pt>
                <c:pt idx="437">
                  <c:v>0.9919</c:v>
                </c:pt>
                <c:pt idx="438">
                  <c:v>0.9919</c:v>
                </c:pt>
                <c:pt idx="439">
                  <c:v>0.9919</c:v>
                </c:pt>
                <c:pt idx="440">
                  <c:v>0.9919</c:v>
                </c:pt>
                <c:pt idx="441">
                  <c:v>0.9919</c:v>
                </c:pt>
                <c:pt idx="442">
                  <c:v>0.9919</c:v>
                </c:pt>
                <c:pt idx="443">
                  <c:v>0.9919</c:v>
                </c:pt>
                <c:pt idx="444">
                  <c:v>0.9919</c:v>
                </c:pt>
                <c:pt idx="445">
                  <c:v>0.9919</c:v>
                </c:pt>
                <c:pt idx="446">
                  <c:v>0.9919</c:v>
                </c:pt>
                <c:pt idx="447">
                  <c:v>0.9919</c:v>
                </c:pt>
                <c:pt idx="448">
                  <c:v>0.9919</c:v>
                </c:pt>
                <c:pt idx="449">
                  <c:v>0.9919</c:v>
                </c:pt>
                <c:pt idx="450">
                  <c:v>0.9919</c:v>
                </c:pt>
                <c:pt idx="451">
                  <c:v>0.9919</c:v>
                </c:pt>
                <c:pt idx="452">
                  <c:v>0.9919</c:v>
                </c:pt>
                <c:pt idx="453">
                  <c:v>0.9919</c:v>
                </c:pt>
                <c:pt idx="454">
                  <c:v>0.9919</c:v>
                </c:pt>
                <c:pt idx="455">
                  <c:v>0.9919</c:v>
                </c:pt>
                <c:pt idx="456">
                  <c:v>0.9919</c:v>
                </c:pt>
                <c:pt idx="457">
                  <c:v>0.9919</c:v>
                </c:pt>
                <c:pt idx="458">
                  <c:v>0.99609375</c:v>
                </c:pt>
                <c:pt idx="459">
                  <c:v>0.99609375</c:v>
                </c:pt>
                <c:pt idx="460">
                  <c:v>0.99609375</c:v>
                </c:pt>
                <c:pt idx="461">
                  <c:v>0.99609375</c:v>
                </c:pt>
                <c:pt idx="462">
                  <c:v>0.99609375</c:v>
                </c:pt>
                <c:pt idx="463">
                  <c:v>0.99609375</c:v>
                </c:pt>
                <c:pt idx="464">
                  <c:v>0.99609375</c:v>
                </c:pt>
                <c:pt idx="465">
                  <c:v>0.99609375</c:v>
                </c:pt>
                <c:pt idx="466">
                  <c:v>0.99609375</c:v>
                </c:pt>
                <c:pt idx="467">
                  <c:v>0.99609375</c:v>
                </c:pt>
                <c:pt idx="468">
                  <c:v>0.99609375</c:v>
                </c:pt>
                <c:pt idx="469">
                  <c:v>0.99609375</c:v>
                </c:pt>
                <c:pt idx="470">
                  <c:v>0.99609375</c:v>
                </c:pt>
                <c:pt idx="471">
                  <c:v>0.99609375</c:v>
                </c:pt>
                <c:pt idx="472">
                  <c:v>0.99609375</c:v>
                </c:pt>
                <c:pt idx="473">
                  <c:v>0.99609375</c:v>
                </c:pt>
                <c:pt idx="474">
                  <c:v>0.99609375</c:v>
                </c:pt>
                <c:pt idx="475">
                  <c:v>0.99609375</c:v>
                </c:pt>
                <c:pt idx="476">
                  <c:v>0.9984</c:v>
                </c:pt>
                <c:pt idx="477">
                  <c:v>0.9984</c:v>
                </c:pt>
                <c:pt idx="478">
                  <c:v>0.9984</c:v>
                </c:pt>
                <c:pt idx="479">
                  <c:v>0.9984</c:v>
                </c:pt>
                <c:pt idx="480">
                  <c:v>0.9984</c:v>
                </c:pt>
                <c:pt idx="481">
                  <c:v>0.9984</c:v>
                </c:pt>
                <c:pt idx="482">
                  <c:v>0.9984</c:v>
                </c:pt>
                <c:pt idx="483">
                  <c:v>0.9984</c:v>
                </c:pt>
                <c:pt idx="484">
                  <c:v>0.9984</c:v>
                </c:pt>
                <c:pt idx="485">
                  <c:v>0.9984</c:v>
                </c:pt>
                <c:pt idx="486">
                  <c:v>0.9984</c:v>
                </c:pt>
                <c:pt idx="487">
                  <c:v>0.9984</c:v>
                </c:pt>
                <c:pt idx="488">
                  <c:v>0.9984</c:v>
                </c:pt>
                <c:pt idx="489">
                  <c:v>0.9984</c:v>
                </c:pt>
                <c:pt idx="490">
                  <c:v>0.9984</c:v>
                </c:pt>
                <c:pt idx="491">
                  <c:v>0.9984</c:v>
                </c:pt>
                <c:pt idx="492">
                  <c:v>0.9984</c:v>
                </c:pt>
                <c:pt idx="493">
                  <c:v>0.9984</c:v>
                </c:pt>
                <c:pt idx="494">
                  <c:v>0.9984</c:v>
                </c:pt>
                <c:pt idx="495">
                  <c:v>0.9984</c:v>
                </c:pt>
                <c:pt idx="496">
                  <c:v>0.9984</c:v>
                </c:pt>
                <c:pt idx="497">
                  <c:v>0.9984</c:v>
                </c:pt>
                <c:pt idx="498">
                  <c:v>0.9984</c:v>
                </c:pt>
                <c:pt idx="499">
                  <c:v>0.9984</c:v>
                </c:pt>
                <c:pt idx="500">
                  <c:v>0.9984</c:v>
                </c:pt>
                <c:pt idx="501">
                  <c:v>0.9984</c:v>
                </c:pt>
                <c:pt idx="502">
                  <c:v>0.9984</c:v>
                </c:pt>
                <c:pt idx="503">
                  <c:v>0.9984</c:v>
                </c:pt>
                <c:pt idx="504">
                  <c:v>0.9984</c:v>
                </c:pt>
                <c:pt idx="505">
                  <c:v>0.9984</c:v>
                </c:pt>
                <c:pt idx="506">
                  <c:v>0.9984</c:v>
                </c:pt>
                <c:pt idx="507">
                  <c:v>0.9984</c:v>
                </c:pt>
                <c:pt idx="508">
                  <c:v>0.9984</c:v>
                </c:pt>
                <c:pt idx="509">
                  <c:v>0.9984</c:v>
                </c:pt>
                <c:pt idx="510">
                  <c:v>0.9984</c:v>
                </c:pt>
                <c:pt idx="511">
                  <c:v>0.9984</c:v>
                </c:pt>
                <c:pt idx="512">
                  <c:v>0.9984</c:v>
                </c:pt>
                <c:pt idx="513">
                  <c:v>0.9984</c:v>
                </c:pt>
                <c:pt idx="514">
                  <c:v>0.9984</c:v>
                </c:pt>
                <c:pt idx="515">
                  <c:v>0.9984</c:v>
                </c:pt>
                <c:pt idx="516">
                  <c:v>0.9984</c:v>
                </c:pt>
                <c:pt idx="517">
                  <c:v>0.9984</c:v>
                </c:pt>
                <c:pt idx="518">
                  <c:v>0.9984</c:v>
                </c:pt>
                <c:pt idx="519">
                  <c:v>0.9984</c:v>
                </c:pt>
                <c:pt idx="520">
                  <c:v>0.9984</c:v>
                </c:pt>
                <c:pt idx="521">
                  <c:v>0.9984</c:v>
                </c:pt>
                <c:pt idx="522">
                  <c:v>0.9984</c:v>
                </c:pt>
                <c:pt idx="523">
                  <c:v>0.9984</c:v>
                </c:pt>
                <c:pt idx="524">
                  <c:v>0.9984</c:v>
                </c:pt>
                <c:pt idx="525">
                  <c:v>0.9984</c:v>
                </c:pt>
                <c:pt idx="526">
                  <c:v>0.9984</c:v>
                </c:pt>
                <c:pt idx="527">
                  <c:v>0.9984</c:v>
                </c:pt>
                <c:pt idx="528">
                  <c:v>0.9984</c:v>
                </c:pt>
                <c:pt idx="529">
                  <c:v>0.9984</c:v>
                </c:pt>
                <c:pt idx="530">
                  <c:v>0.9984</c:v>
                </c:pt>
                <c:pt idx="531">
                  <c:v>0.9984</c:v>
                </c:pt>
                <c:pt idx="532">
                  <c:v>0.9984</c:v>
                </c:pt>
                <c:pt idx="533">
                  <c:v>0.9984</c:v>
                </c:pt>
                <c:pt idx="534">
                  <c:v>0.9984</c:v>
                </c:pt>
                <c:pt idx="535">
                  <c:v>0.9984</c:v>
                </c:pt>
                <c:pt idx="536">
                  <c:v>0.9984</c:v>
                </c:pt>
                <c:pt idx="537">
                  <c:v>0.9984</c:v>
                </c:pt>
                <c:pt idx="538">
                  <c:v>0.9984</c:v>
                </c:pt>
                <c:pt idx="539">
                  <c:v>0.9984</c:v>
                </c:pt>
                <c:pt idx="540">
                  <c:v>0.9984</c:v>
                </c:pt>
                <c:pt idx="541">
                  <c:v>0.9984</c:v>
                </c:pt>
                <c:pt idx="542">
                  <c:v>0.9984</c:v>
                </c:pt>
                <c:pt idx="543">
                  <c:v>0.9984</c:v>
                </c:pt>
                <c:pt idx="544">
                  <c:v>0.9984</c:v>
                </c:pt>
                <c:pt idx="545">
                  <c:v>0.9984</c:v>
                </c:pt>
                <c:pt idx="546">
                  <c:v>0.99949375</c:v>
                </c:pt>
                <c:pt idx="547">
                  <c:v>0.99949375</c:v>
                </c:pt>
                <c:pt idx="548">
                  <c:v>0.99949375</c:v>
                </c:pt>
                <c:pt idx="549">
                  <c:v>0.99949375</c:v>
                </c:pt>
                <c:pt idx="550">
                  <c:v>0.99949375</c:v>
                </c:pt>
                <c:pt idx="551">
                  <c:v>0.99949375</c:v>
                </c:pt>
                <c:pt idx="552">
                  <c:v>0.99949375</c:v>
                </c:pt>
                <c:pt idx="553">
                  <c:v>0.99949375</c:v>
                </c:pt>
                <c:pt idx="554">
                  <c:v>0.99949375</c:v>
                </c:pt>
                <c:pt idx="555">
                  <c:v>0.99949375</c:v>
                </c:pt>
                <c:pt idx="556">
                  <c:v>0.99949375</c:v>
                </c:pt>
                <c:pt idx="557">
                  <c:v>0.99949375</c:v>
                </c:pt>
                <c:pt idx="558">
                  <c:v>0.99949375</c:v>
                </c:pt>
                <c:pt idx="559">
                  <c:v>0.99949375</c:v>
                </c:pt>
                <c:pt idx="560">
                  <c:v>0.99949375</c:v>
                </c:pt>
                <c:pt idx="561">
                  <c:v>0.99949375</c:v>
                </c:pt>
                <c:pt idx="562">
                  <c:v>0.99949375</c:v>
                </c:pt>
                <c:pt idx="563">
                  <c:v>0.99949375</c:v>
                </c:pt>
                <c:pt idx="564">
                  <c:v>0.99949375</c:v>
                </c:pt>
                <c:pt idx="565">
                  <c:v>0.99949375</c:v>
                </c:pt>
                <c:pt idx="566">
                  <c:v>0.99949375</c:v>
                </c:pt>
                <c:pt idx="567">
                  <c:v>0.99949375</c:v>
                </c:pt>
                <c:pt idx="568">
                  <c:v>0.99949375</c:v>
                </c:pt>
                <c:pt idx="569">
                  <c:v>0.99949375</c:v>
                </c:pt>
                <c:pt idx="570">
                  <c:v>0.99949375</c:v>
                </c:pt>
                <c:pt idx="571">
                  <c:v>0.99949375</c:v>
                </c:pt>
                <c:pt idx="572">
                  <c:v>0.99949375</c:v>
                </c:pt>
                <c:pt idx="573">
                  <c:v>0.99949375</c:v>
                </c:pt>
                <c:pt idx="574">
                  <c:v>0.99949375</c:v>
                </c:pt>
                <c:pt idx="575">
                  <c:v>0.99949375</c:v>
                </c:pt>
                <c:pt idx="576">
                  <c:v>0.99949375</c:v>
                </c:pt>
                <c:pt idx="577">
                  <c:v>0.99949375</c:v>
                </c:pt>
                <c:pt idx="578">
                  <c:v>0.99949375</c:v>
                </c:pt>
                <c:pt idx="579">
                  <c:v>0.99949375</c:v>
                </c:pt>
                <c:pt idx="580">
                  <c:v>0.99949375</c:v>
                </c:pt>
                <c:pt idx="581">
                  <c:v>0.99949375</c:v>
                </c:pt>
                <c:pt idx="582">
                  <c:v>0.99949375</c:v>
                </c:pt>
                <c:pt idx="583">
                  <c:v>0.99949375</c:v>
                </c:pt>
                <c:pt idx="584">
                  <c:v>0.99949375</c:v>
                </c:pt>
                <c:pt idx="585">
                  <c:v>0.99949375</c:v>
                </c:pt>
                <c:pt idx="586">
                  <c:v>0.99949375</c:v>
                </c:pt>
                <c:pt idx="587">
                  <c:v>0.99949375</c:v>
                </c:pt>
                <c:pt idx="588">
                  <c:v>0.99949375</c:v>
                </c:pt>
                <c:pt idx="589">
                  <c:v>0.99949375</c:v>
                </c:pt>
                <c:pt idx="590">
                  <c:v>0.99949375</c:v>
                </c:pt>
                <c:pt idx="591">
                  <c:v>0.99949375</c:v>
                </c:pt>
                <c:pt idx="592">
                  <c:v>0.99949375</c:v>
                </c:pt>
                <c:pt idx="593">
                  <c:v>0.99949375</c:v>
                </c:pt>
                <c:pt idx="594">
                  <c:v>0.99949375</c:v>
                </c:pt>
                <c:pt idx="595">
                  <c:v>0.99949375</c:v>
                </c:pt>
                <c:pt idx="596">
                  <c:v>0.99949375</c:v>
                </c:pt>
                <c:pt idx="597">
                  <c:v>0.99949375</c:v>
                </c:pt>
                <c:pt idx="598">
                  <c:v>0.99949375</c:v>
                </c:pt>
                <c:pt idx="599">
                  <c:v>0.99949375</c:v>
                </c:pt>
                <c:pt idx="600">
                  <c:v>0.99949375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Predicted chance</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majorUnit val="0.25"/>
      </c:valAx>
      <c:valAx>
        <c:axId val="48650112"/>
        <c:scaling>
          <c:orientation val="minMax"/>
          <c:max val="30000"/>
          <c:min val="0"/>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Total update budget B</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72768"/>
        <c:majorUnit val="10000"/>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172B3A"/>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D0A12DA-AA88-4CF4-A86A-16AFBB4F41B1}"/>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175F96"/>
                </a:solidFill>
                <a:latin typeface="Arial"/>
                <a:ea typeface="Arial"/>
                <a:cs typeface="Arial"/>
              </a:defRPr>
            </a:defPPr>
          </a:lstStyle>
          <a:p xmlns:a="http://schemas.openxmlformats.org/drawingml/2006/main">
            <a:pPr>
              <a:defRPr sz="4050" b="1">
                <a:solidFill>
                  <a:srgbClr val="175F96"/>
                </a:solidFill>
                <a:latin typeface="Arial"/>
                <a:ea typeface="Arial"/>
                <a:cs typeface="Arial"/>
              </a:defRPr>
            </a:pPr>
            <a:r>
              <a:rPr sz="4050" b="1">
                <a:solidFill>
                  <a:srgbClr val="175F96"/>
                </a:solidFill>
                <a:latin typeface="Arial"/>
                <a:ea typeface="Arial"/>
                <a:cs typeface="Arial"/>
              </a:rPr>
              <a:t>Grokking Under a Fixed Budget</a:t>
            </a:r>
          </a:p>
        </p:txBody>
      </p:sp>
      <p:sp>
        <p:nvSpPr>
          <p:cNvPr id="2" name="text-1">
            <a:extLst xmlns:a="http://schemas.openxmlformats.org/drawingml/2006/main">
              <a:ext uri="{FF2B5EF4-FFF2-40B4-BE49-F238E27FC236}">
                <a16:creationId xmlns:a16="http://schemas.microsoft.com/office/drawing/2014/main" id="{433BDA6F-3BC5-46B3-9230-F2E9B33BF0E8}"/>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01</a:t>
            </a:r>
          </a:p>
        </p:txBody>
      </p:sp>
      <p:sp>
        <p:nvSpPr>
          <p:cNvPr id="3" name="text-2">
            <a:extLst xmlns:a="http://schemas.openxmlformats.org/drawingml/2006/main">
              <a:ext uri="{FF2B5EF4-FFF2-40B4-BE49-F238E27FC236}">
                <a16:creationId xmlns:a16="http://schemas.microsoft.com/office/drawing/2014/main" id="{658CE62C-0396-420F-9DAE-D2D7CF8DD2D6}"/>
              </a:ext>
            </a:extLst>
          </p:cNvPr>
          <p:cNvSpPr>
            <a:spLocks xmlns:a="http://schemas.openxmlformats.org/drawingml/2006/main" noGrp="1"/>
          </p:cNvSpPr>
          <p:nvPr/>
        </p:nvSpPr>
        <p:spPr>
          <a:xfrm xmlns:a="http://schemas.openxmlformats.org/drawingml/2006/main">
            <a:off x="685800" y="18573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a:solidFill>
                  <a:srgbClr val="175F96"/>
                </a:solidFill>
                <a:latin typeface="Arial"/>
                <a:ea typeface="Arial"/>
                <a:cs typeface="Arial"/>
              </a:defRPr>
            </a:defPPr>
          </a:lstStyle>
          <a:p xmlns:a="http://schemas.openxmlformats.org/drawingml/2006/main">
            <a:pPr>
              <a:defRPr sz="3300">
                <a:solidFill>
                  <a:srgbClr val="175F96"/>
                </a:solidFill>
                <a:latin typeface="Arial"/>
                <a:ea typeface="Arial"/>
                <a:cs typeface="Arial"/>
              </a:defRPr>
            </a:pPr>
            <a:r>
              <a:rPr sz="3300">
                <a:solidFill>
                  <a:srgbClr val="175F96"/>
                </a:solidFill>
                <a:latin typeface="Arial"/>
                <a:ea typeface="Arial"/>
                <a:cs typeface="Arial"/>
              </a:rPr>
              <a:t>One Long Run or Several Restarts?</a:t>
            </a:r>
          </a:p>
        </p:txBody>
      </p:sp>
      <p:sp>
        <p:nvSpPr>
          <p:cNvPr id="4" name="text-3">
            <a:extLst xmlns:a="http://schemas.openxmlformats.org/drawingml/2006/main">
              <a:ext uri="{FF2B5EF4-FFF2-40B4-BE49-F238E27FC236}">
                <a16:creationId xmlns:a16="http://schemas.microsoft.com/office/drawing/2014/main" id="{C1BBD9BD-1317-4DBF-8F1D-D3DFB3F191BC}"/>
              </a:ext>
            </a:extLst>
          </p:cNvPr>
          <p:cNvSpPr>
            <a:spLocks xmlns:a="http://schemas.openxmlformats.org/drawingml/2006/main" noGrp="1"/>
          </p:cNvSpPr>
          <p:nvPr/>
        </p:nvSpPr>
        <p:spPr>
          <a:xfrm xmlns:a="http://schemas.openxmlformats.org/drawingml/2006/main">
            <a:off x="685800" y="31813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667784"/>
                </a:solidFill>
                <a:latin typeface="Arial"/>
                <a:ea typeface="Arial"/>
                <a:cs typeface="Arial"/>
              </a:defRPr>
            </a:defPPr>
          </a:lstStyle>
          <a:p xmlns:a="http://schemas.openxmlformats.org/drawingml/2006/main">
            <a:pPr>
              <a:defRPr sz="2175">
                <a:solidFill>
                  <a:srgbClr val="667784"/>
                </a:solidFill>
                <a:latin typeface="Arial"/>
                <a:ea typeface="Arial"/>
                <a:cs typeface="Arial"/>
              </a:defRPr>
            </a:pPr>
            <a:r>
              <a:rPr sz="2175">
                <a:solidFill>
                  <a:srgbClr val="667784"/>
                </a:solidFill>
                <a:latin typeface="Arial"/>
                <a:ea typeface="Arial"/>
                <a:cs typeface="Arial"/>
              </a:rPr>
              <a:t>Probability and Statistics | BAMAT207</a:t>
            </a:r>
          </a:p>
          <a:p xmlns:a="http://schemas.openxmlformats.org/drawingml/2006/main">
            <a:pPr>
              <a:defRPr sz="2175">
                <a:solidFill>
                  <a:srgbClr val="667784"/>
                </a:solidFill>
                <a:latin typeface="Arial"/>
                <a:ea typeface="Arial"/>
                <a:cs typeface="Arial"/>
              </a:defRPr>
            </a:pPr>
            <a:r>
              <a:rPr sz="2175">
                <a:solidFill>
                  <a:srgbClr val="667784"/>
                </a:solidFill>
                <a:latin typeface="Arial"/>
                <a:ea typeface="Arial"/>
                <a:cs typeface="Arial"/>
              </a:rPr>
              <a:t>Final study | 15 October 2026</a:t>
            </a:r>
          </a:p>
        </p:txBody>
      </p:sp>
      <p:sp>
        <p:nvSpPr>
          <p:cNvPr id="5" name="text-4">
            <a:extLst xmlns:a="http://schemas.openxmlformats.org/drawingml/2006/main">
              <a:ext uri="{FF2B5EF4-FFF2-40B4-BE49-F238E27FC236}">
                <a16:creationId xmlns:a16="http://schemas.microsoft.com/office/drawing/2014/main" id="{92E7730A-40EC-45F8-95D6-BE3940DAA3C0}"/>
              </a:ext>
            </a:extLst>
          </p:cNvPr>
          <p:cNvSpPr>
            <a:spLocks xmlns:a="http://schemas.openxmlformats.org/drawingml/2006/main" noGrp="1"/>
          </p:cNvSpPr>
          <p:nvPr/>
        </p:nvSpPr>
        <p:spPr>
          <a:xfrm xmlns:a="http://schemas.openxmlformats.org/drawingml/2006/main">
            <a:off x="685800" y="49053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Name: [Your name]</a:t>
            </a:r>
          </a:p>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Registration number: [Your registration number]</a:t>
            </a:r>
          </a:p>
        </p:txBody>
      </p:sp>
    </p:spTree>
    <p:extLst>
      <p:ext uri="{BB962C8B-B14F-4D97-AF65-F5344CB8AC3E}">
        <p14:creationId xmlns:p14="http://schemas.microsoft.com/office/powerpoint/2010/main" val="16357903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6D3E025-C3DA-4946-BE66-6B8305320346}"/>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The problem: delayed learning on new questions</a:t>
            </a:r>
          </a:p>
        </p:txBody>
      </p:sp>
      <p:sp>
        <p:nvSpPr>
          <p:cNvPr id="2" name="text-1">
            <a:extLst xmlns:a="http://schemas.openxmlformats.org/drawingml/2006/main">
              <a:ext uri="{FF2B5EF4-FFF2-40B4-BE49-F238E27FC236}">
                <a16:creationId xmlns:a16="http://schemas.microsoft.com/office/drawing/2014/main" id="{2DCDD372-27BA-4168-9C5A-3EB69CCFBE99}"/>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E0AA77D1-FF54-4C63-9E05-F928D28397CF}"/>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B35428D4-DB96-4841-9405-06D73F6DD0DA}"/>
              </a:ext>
            </a:extLst>
          </p:cNvPr>
          <p:cNvSpPr>
            <a:spLocks xmlns:a="http://schemas.openxmlformats.org/drawingml/2006/main" noGrp="1"/>
          </p:cNvSpPr>
          <p:nvPr/>
        </p:nvSpPr>
        <p:spPr>
          <a:xfrm xmlns:a="http://schemas.openxmlformats.org/drawingml/2006/main">
            <a:off x="685800" y="147637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a:solidFill>
                  <a:srgbClr val="175F96"/>
                </a:solidFill>
                <a:latin typeface="Arial"/>
                <a:ea typeface="Arial"/>
                <a:cs typeface="Arial"/>
              </a:defRPr>
            </a:defPPr>
          </a:lstStyle>
          <a:p xmlns:a="http://schemas.openxmlformats.org/drawingml/2006/main">
            <a:pPr>
              <a:defRPr sz="2475">
                <a:solidFill>
                  <a:srgbClr val="175F96"/>
                </a:solidFill>
                <a:latin typeface="Arial"/>
                <a:ea typeface="Arial"/>
                <a:cs typeface="Arial"/>
              </a:defRPr>
            </a:pPr>
            <a:r>
              <a:rPr sz="2475">
                <a:solidFill>
                  <a:srgbClr val="175F96"/>
                </a:solidFill>
                <a:latin typeface="Arial"/>
                <a:ea typeface="Arial"/>
                <a:cs typeface="Arial"/>
              </a:rPr>
              <a:t>Grokking: a delayed jump from practice answers to new questions</a:t>
            </a:r>
          </a:p>
        </p:txBody>
      </p:sp>
      <p:sp>
        <p:nvSpPr>
          <p:cNvPr id="5" name="text-4">
            <a:extLst xmlns:a="http://schemas.openxmlformats.org/drawingml/2006/main">
              <a:ext uri="{FF2B5EF4-FFF2-40B4-BE49-F238E27FC236}">
                <a16:creationId xmlns:a16="http://schemas.microsoft.com/office/drawing/2014/main" id="{04D761E7-A339-4E99-91D8-4FB91F572AFC}"/>
              </a:ext>
            </a:extLst>
          </p:cNvPr>
          <p:cNvSpPr>
            <a:spLocks xmlns:a="http://schemas.openxmlformats.org/drawingml/2006/main" noGrp="1"/>
          </p:cNvSpPr>
          <p:nvPr/>
        </p:nvSpPr>
        <p:spPr>
          <a:xfrm xmlns:a="http://schemas.openxmlformats.org/drawingml/2006/main">
            <a:off x="685800" y="2514600"/>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Memorization: getting familiar practice questions right.</a:t>
            </a:r>
          </a:p>
        </p:txBody>
      </p:sp>
      <p:sp>
        <p:nvSpPr>
          <p:cNvPr id="6" name="text-5">
            <a:extLst xmlns:a="http://schemas.openxmlformats.org/drawingml/2006/main">
              <a:ext uri="{FF2B5EF4-FFF2-40B4-BE49-F238E27FC236}">
                <a16:creationId xmlns:a16="http://schemas.microsoft.com/office/drawing/2014/main" id="{DB05B190-5487-4AC7-8CA2-6D5811D932BA}"/>
              </a:ext>
            </a:extLst>
          </p:cNvPr>
          <p:cNvSpPr>
            <a:spLocks xmlns:a="http://schemas.openxmlformats.org/drawingml/2006/main" noGrp="1"/>
          </p:cNvSpPr>
          <p:nvPr/>
        </p:nvSpPr>
        <p:spPr>
          <a:xfrm xmlns:a="http://schemas.openxmlformats.org/drawingml/2006/main">
            <a:off x="685800" y="3267075"/>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Generalization: using the rule on questions held back from practice.</a:t>
            </a:r>
          </a:p>
        </p:txBody>
      </p:sp>
      <p:sp>
        <p:nvSpPr>
          <p:cNvPr id="7" name="text-6">
            <a:extLst xmlns:a="http://schemas.openxmlformats.org/drawingml/2006/main">
              <a:ext uri="{FF2B5EF4-FFF2-40B4-BE49-F238E27FC236}">
                <a16:creationId xmlns:a16="http://schemas.microsoft.com/office/drawing/2014/main" id="{8F14FCBF-AFA6-4630-8996-0382619056C5}"/>
              </a:ext>
            </a:extLst>
          </p:cNvPr>
          <p:cNvSpPr>
            <a:spLocks xmlns:a="http://schemas.openxmlformats.org/drawingml/2006/main" noGrp="1"/>
          </p:cNvSpPr>
          <p:nvPr/>
        </p:nvSpPr>
        <p:spPr>
          <a:xfrm xmlns:a="http://schemas.openxmlformats.org/drawingml/2006/main">
            <a:off x="685800" y="4019550"/>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Grokking: new-question performance improves after practice performance.</a:t>
            </a:r>
          </a:p>
        </p:txBody>
      </p:sp>
      <p:sp>
        <p:nvSpPr>
          <p:cNvPr id="8" name="text-7">
            <a:extLst xmlns:a="http://schemas.openxmlformats.org/drawingml/2006/main">
              <a:ext uri="{FF2B5EF4-FFF2-40B4-BE49-F238E27FC236}">
                <a16:creationId xmlns:a16="http://schemas.microsoft.com/office/drawing/2014/main" id="{A82CF74B-DAFA-4D98-943F-3D2DF7E6B4A6}"/>
              </a:ext>
            </a:extLst>
          </p:cNvPr>
          <p:cNvSpPr>
            <a:spLocks xmlns:a="http://schemas.openxmlformats.org/drawingml/2006/main" noGrp="1"/>
          </p:cNvSpPr>
          <p:nvPr/>
        </p:nvSpPr>
        <p:spPr>
          <a:xfrm xmlns:a="http://schemas.openxmlformats.org/drawingml/2006/main">
            <a:off x="685800" y="4772025"/>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Our objectives: measure the waiting time, compare settings, and compare equal training budgets.</a:t>
            </a:r>
          </a:p>
        </p:txBody>
      </p:sp>
      <p:sp>
        <p:nvSpPr>
          <p:cNvPr id="9" name="text-8">
            <a:extLst xmlns:a="http://schemas.openxmlformats.org/drawingml/2006/main">
              <a:ext uri="{FF2B5EF4-FFF2-40B4-BE49-F238E27FC236}">
                <a16:creationId xmlns:a16="http://schemas.microsoft.com/office/drawing/2014/main" id="{7CE0DF7E-6F57-4DD3-8688-B4BD96DEDCB1}"/>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667784"/>
                </a:solidFill>
                <a:latin typeface="Arial"/>
                <a:ea typeface="Arial"/>
                <a:cs typeface="Arial"/>
              </a:defRPr>
            </a:defPPr>
          </a:lstStyle>
          <a:p xmlns:a="http://schemas.openxmlformats.org/drawingml/2006/main">
            <a:pPr>
              <a:defRPr sz="1725">
                <a:solidFill>
                  <a:srgbClr val="667784"/>
                </a:solidFill>
                <a:latin typeface="Arial"/>
                <a:ea typeface="Arial"/>
                <a:cs typeface="Arial"/>
              </a:defRPr>
            </a:pPr>
            <a:r>
              <a:rPr sz="1725">
                <a:solidFill>
                  <a:srgbClr val="667784"/>
                </a:solidFill>
                <a:latin typeface="Arial"/>
                <a:ea typeface="Arial"/>
                <a:cs typeface="Arial"/>
              </a:rPr>
              <a:t>Like learning a maths rule after practising examples; the analogy does not claim human-like understanding.</a:t>
            </a:r>
          </a:p>
        </p:txBody>
      </p:sp>
    </p:spTree>
    <p:extLst>
      <p:ext uri="{BB962C8B-B14F-4D97-AF65-F5344CB8AC3E}">
        <p14:creationId xmlns:p14="http://schemas.microsoft.com/office/powerpoint/2010/main" val="563502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3C9CD09A-CFFA-4B8F-8A16-F01847BECFA1}"/>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A controlled experiment with 120 main attempts</a:t>
            </a:r>
          </a:p>
        </p:txBody>
      </p:sp>
      <p:sp>
        <p:nvSpPr>
          <p:cNvPr id="2" name="text-1">
            <a:extLst xmlns:a="http://schemas.openxmlformats.org/drawingml/2006/main">
              <a:ext uri="{FF2B5EF4-FFF2-40B4-BE49-F238E27FC236}">
                <a16:creationId xmlns:a16="http://schemas.microsoft.com/office/drawing/2014/main" id="{26147B3A-82BC-4B1A-9436-D6308B49C2BD}"/>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C6DADFB7-2D6E-48AB-8BBE-94C386B7F858}"/>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03</a:t>
            </a:r>
          </a:p>
        </p:txBody>
      </p:sp>
      <p:sp>
        <p:nvSpPr>
          <p:cNvPr id="4" name="text-3">
            <a:extLst xmlns:a="http://schemas.openxmlformats.org/drawingml/2006/main">
              <a:ext uri="{FF2B5EF4-FFF2-40B4-BE49-F238E27FC236}">
                <a16:creationId xmlns:a16="http://schemas.microsoft.com/office/drawing/2014/main" id="{39A06F20-C2F9-4B58-A1A4-8FC0A37B0807}"/>
              </a:ext>
            </a:extLst>
          </p:cNvPr>
          <p:cNvSpPr>
            <a:spLocks xmlns:a="http://schemas.openxmlformats.org/drawingml/2006/main" noGrp="1"/>
          </p:cNvSpPr>
          <p:nvPr/>
        </p:nvSpPr>
        <p:spPr>
          <a:xfrm xmlns:a="http://schemas.openxmlformats.org/drawingml/2006/main">
            <a:off x="685800" y="14668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a:solidFill>
                  <a:srgbClr val="175F96"/>
                </a:solidFill>
                <a:latin typeface="Arial"/>
                <a:ea typeface="Arial"/>
                <a:cs typeface="Arial"/>
              </a:defRPr>
            </a:defPPr>
          </a:lstStyle>
          <a:p xmlns:a="http://schemas.openxmlformats.org/drawingml/2006/main">
            <a:pPr>
              <a:defRPr sz="2400">
                <a:solidFill>
                  <a:srgbClr val="175F96"/>
                </a:solidFill>
                <a:latin typeface="Arial"/>
                <a:ea typeface="Arial"/>
                <a:cs typeface="Arial"/>
              </a:defRPr>
            </a:pPr>
            <a:r>
              <a:rPr sz="2400">
                <a:solidFill>
                  <a:srgbClr val="175F96"/>
                </a:solidFill>
                <a:latin typeface="Arial"/>
                <a:ea typeface="Arial"/>
                <a:cs typeface="Arial"/>
              </a:rPr>
              <a:t>One fixed arithmetic rule, repeated independent starting points</a:t>
            </a:r>
          </a:p>
        </p:txBody>
      </p:sp>
      <p:sp>
        <p:nvSpPr>
          <p:cNvPr id="5" name="text-4">
            <a:extLst xmlns:a="http://schemas.openxmlformats.org/drawingml/2006/main">
              <a:ext uri="{FF2B5EF4-FFF2-40B4-BE49-F238E27FC236}">
                <a16:creationId xmlns:a16="http://schemas.microsoft.com/office/drawing/2014/main" id="{C7BBBFA3-6A35-4ECE-8D03-41091DC07B7C}"/>
              </a:ext>
            </a:extLst>
          </p:cNvPr>
          <p:cNvSpPr>
            <a:spLocks xmlns:a="http://schemas.openxmlformats.org/drawingml/2006/main" noGrp="1"/>
          </p:cNvSpPr>
          <p:nvPr/>
        </p:nvSpPr>
        <p:spPr>
          <a:xfrm xmlns:a="http://schemas.openxmlformats.org/drawingml/2006/main">
            <a:off x="685800" y="2266950"/>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Task: (30 + 4) mod 31 = 3; “mod” keeps the remainder.</a:t>
            </a:r>
          </a:p>
        </p:txBody>
      </p:sp>
      <p:sp>
        <p:nvSpPr>
          <p:cNvPr id="6" name="text-5">
            <a:extLst xmlns:a="http://schemas.openxmlformats.org/drawingml/2006/main">
              <a:ext uri="{FF2B5EF4-FFF2-40B4-BE49-F238E27FC236}">
                <a16:creationId xmlns:a16="http://schemas.microsoft.com/office/drawing/2014/main" id="{015D8851-46D6-4459-AB63-B1F08E7CCD95}"/>
              </a:ext>
            </a:extLst>
          </p:cNvPr>
          <p:cNvSpPr>
            <a:spLocks xmlns:a="http://schemas.openxmlformats.org/drawingml/2006/main" noGrp="1"/>
          </p:cNvSpPr>
          <p:nvPr/>
        </p:nvSpPr>
        <p:spPr>
          <a:xfrm xmlns:a="http://schemas.openxmlformats.org/drawingml/2006/main">
            <a:off x="685800" y="290512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961 pairs: 40% uses 384 practice + 577 new; 60% uses 576 + 385.</a:t>
            </a:r>
          </a:p>
        </p:txBody>
      </p:sp>
      <p:sp>
        <p:nvSpPr>
          <p:cNvPr id="7" name="text-6">
            <a:extLst xmlns:a="http://schemas.openxmlformats.org/drawingml/2006/main">
              <a:ext uri="{FF2B5EF4-FFF2-40B4-BE49-F238E27FC236}">
                <a16:creationId xmlns:a16="http://schemas.microsoft.com/office/drawing/2014/main" id="{D93E5637-ABAB-4085-BA1C-7CE3FF9EF2C6}"/>
              </a:ext>
            </a:extLst>
          </p:cNvPr>
          <p:cNvSpPr>
            <a:spLocks xmlns:a="http://schemas.openxmlformats.org/drawingml/2006/main" noGrp="1"/>
          </p:cNvSpPr>
          <p:nvPr/>
        </p:nvSpPr>
        <p:spPr>
          <a:xfrm xmlns:a="http://schemas.openxmlformats.org/drawingml/2006/main">
            <a:off x="685800" y="3543300"/>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Weight decay gently shrinks model weights; compare 0.3, 1 and 3.</a:t>
            </a:r>
          </a:p>
        </p:txBody>
      </p:sp>
      <p:sp>
        <p:nvSpPr>
          <p:cNvPr id="8" name="text-7">
            <a:extLst xmlns:a="http://schemas.openxmlformats.org/drawingml/2006/main">
              <a:ext uri="{FF2B5EF4-FFF2-40B4-BE49-F238E27FC236}">
                <a16:creationId xmlns:a16="http://schemas.microsoft.com/office/drawing/2014/main" id="{A12C5001-724D-4B76-B7A2-67156B6EC5CE}"/>
              </a:ext>
            </a:extLst>
          </p:cNvPr>
          <p:cNvSpPr>
            <a:spLocks xmlns:a="http://schemas.openxmlformats.org/drawingml/2006/main" noGrp="1"/>
          </p:cNvSpPr>
          <p:nvPr/>
        </p:nvSpPr>
        <p:spPr>
          <a:xfrm xmlns:a="http://schemas.openxmlformats.org/drawingml/2006/main">
            <a:off x="685800" y="418147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20 starting seeds × six settings = 120 main attempts; 9 pilot runs are separate.</a:t>
            </a:r>
          </a:p>
        </p:txBody>
      </p:sp>
      <p:sp>
        <p:nvSpPr>
          <p:cNvPr id="9" name="text-8">
            <a:extLst xmlns:a="http://schemas.openxmlformats.org/drawingml/2006/main">
              <a:ext uri="{FF2B5EF4-FFF2-40B4-BE49-F238E27FC236}">
                <a16:creationId xmlns:a16="http://schemas.microsoft.com/office/drawing/2014/main" id="{42E6019F-AEBC-4AA5-87D6-F75BEF8B34BB}"/>
              </a:ext>
            </a:extLst>
          </p:cNvPr>
          <p:cNvSpPr>
            <a:spLocks xmlns:a="http://schemas.openxmlformats.org/drawingml/2006/main" noGrp="1"/>
          </p:cNvSpPr>
          <p:nvPr/>
        </p:nvSpPr>
        <p:spPr>
          <a:xfrm xmlns:a="http://schemas.openxmlformats.org/drawingml/2006/main">
            <a:off x="685800" y="4819650"/>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Python trains and records; R calculates the statistical summaries.</a:t>
            </a:r>
          </a:p>
        </p:txBody>
      </p:sp>
      <p:sp>
        <p:nvSpPr>
          <p:cNvPr id="10" name="text-9">
            <a:extLst xmlns:a="http://schemas.openxmlformats.org/drawingml/2006/main">
              <a:ext uri="{FF2B5EF4-FFF2-40B4-BE49-F238E27FC236}">
                <a16:creationId xmlns:a16="http://schemas.microsoft.com/office/drawing/2014/main" id="{92E79FA5-3FF7-4205-B76D-32D6AB81FD28}"/>
              </a:ext>
            </a:extLst>
          </p:cNvPr>
          <p:cNvSpPr>
            <a:spLocks xmlns:a="http://schemas.openxmlformats.org/drawingml/2006/main" noGrp="1"/>
          </p:cNvSpPr>
          <p:nvPr/>
        </p:nvSpPr>
        <p:spPr>
          <a:xfrm xmlns:a="http://schemas.openxmlformats.org/drawingml/2006/main">
            <a:off x="685800" y="583882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667784"/>
                </a:solidFill>
                <a:latin typeface="Arial"/>
                <a:ea typeface="Arial"/>
                <a:cs typeface="Arial"/>
              </a:defRPr>
            </a:defPPr>
          </a:lstStyle>
          <a:p xmlns:a="http://schemas.openxmlformats.org/drawingml/2006/main">
            <a:pPr>
              <a:defRPr sz="1725">
                <a:solidFill>
                  <a:srgbClr val="667784"/>
                </a:solidFill>
                <a:latin typeface="Arial"/>
                <a:ea typeface="Arial"/>
                <a:cs typeface="Arial"/>
              </a:defRPr>
            </a:pPr>
            <a:r>
              <a:rPr sz="1725">
                <a:solidFill>
                  <a:srgbClr val="667784"/>
                </a:solidFill>
                <a:latin typeface="Arial"/>
                <a:ea typeface="Arial"/>
                <a:cs typeface="Arial"/>
              </a:rPr>
              <a:t>A seed chooses repeatable starting weights. An update is one learning step.</a:t>
            </a:r>
          </a:p>
        </p:txBody>
      </p:sp>
    </p:spTree>
    <p:extLst>
      <p:ext uri="{BB962C8B-B14F-4D97-AF65-F5344CB8AC3E}">
        <p14:creationId xmlns:p14="http://schemas.microsoft.com/office/powerpoint/2010/main" val="11258977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9E96CA1-F70D-43EE-A0BD-5EE13DFF9A37}"/>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One clear rule for success</a:t>
            </a:r>
          </a:p>
        </p:txBody>
      </p:sp>
      <p:sp>
        <p:nvSpPr>
          <p:cNvPr id="2" name="text-1">
            <a:extLst xmlns:a="http://schemas.openxmlformats.org/drawingml/2006/main">
              <a:ext uri="{FF2B5EF4-FFF2-40B4-BE49-F238E27FC236}">
                <a16:creationId xmlns:a16="http://schemas.microsoft.com/office/drawing/2014/main" id="{C61BC2D7-4F2C-4189-AE96-42D1C18ED5D2}"/>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7B5D1A83-AE95-4D9C-A879-743E339FC3CD}"/>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04</a:t>
            </a:r>
          </a:p>
        </p:txBody>
      </p:sp>
      <p:sp>
        <p:nvSpPr>
          <p:cNvPr id="4" name="text-3">
            <a:extLst xmlns:a="http://schemas.openxmlformats.org/drawingml/2006/main">
              <a:ext uri="{FF2B5EF4-FFF2-40B4-BE49-F238E27FC236}">
                <a16:creationId xmlns:a16="http://schemas.microsoft.com/office/drawing/2014/main" id="{47E0501B-88C3-46AF-B45C-E55F810E9148}"/>
              </a:ext>
            </a:extLst>
          </p:cNvPr>
          <p:cNvSpPr>
            <a:spLocks xmlns:a="http://schemas.openxmlformats.org/drawingml/2006/main" noGrp="1"/>
          </p:cNvSpPr>
          <p:nvPr/>
        </p:nvSpPr>
        <p:spPr>
          <a:xfrm xmlns:a="http://schemas.openxmlformats.org/drawingml/2006/main">
            <a:off x="685800" y="14763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a:solidFill>
                  <a:srgbClr val="175F96"/>
                </a:solidFill>
                <a:latin typeface="Arial"/>
                <a:ea typeface="Arial"/>
                <a:cs typeface="Arial"/>
              </a:defRPr>
            </a:defPPr>
          </a:lstStyle>
          <a:p xmlns:a="http://schemas.openxmlformats.org/drawingml/2006/main">
            <a:pPr>
              <a:defRPr sz="2475">
                <a:solidFill>
                  <a:srgbClr val="175F96"/>
                </a:solidFill>
                <a:latin typeface="Arial"/>
                <a:ea typeface="Arial"/>
                <a:cs typeface="Arial"/>
              </a:defRPr>
            </a:pPr>
            <a:r>
              <a:rPr sz="2475">
                <a:solidFill>
                  <a:srgbClr val="175F96"/>
                </a:solidFill>
                <a:latin typeface="Arial"/>
                <a:ea typeface="Arial"/>
                <a:cs typeface="Arial"/>
              </a:rPr>
              <a:t>We use the same success rule for every attempt</a:t>
            </a:r>
          </a:p>
        </p:txBody>
      </p:sp>
      <p:sp>
        <p:nvSpPr>
          <p:cNvPr id="5" name="text-4">
            <a:extLst xmlns:a="http://schemas.openxmlformats.org/drawingml/2006/main">
              <a:ext uri="{FF2B5EF4-FFF2-40B4-BE49-F238E27FC236}">
                <a16:creationId xmlns:a16="http://schemas.microsoft.com/office/drawing/2014/main" id="{F9AFA4D4-BB2E-40A5-9A75-C273AAB8B0A2}"/>
              </a:ext>
            </a:extLst>
          </p:cNvPr>
          <p:cNvSpPr>
            <a:spLocks xmlns:a="http://schemas.openxmlformats.org/drawingml/2006/main" noGrp="1"/>
          </p:cNvSpPr>
          <p:nvPr/>
        </p:nvSpPr>
        <p:spPr>
          <a:xfrm xmlns:a="http://schemas.openxmlformats.org/drawingml/2006/main">
            <a:off x="685800" y="227647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72B3A"/>
                </a:solidFill>
                <a:latin typeface="Arial"/>
                <a:ea typeface="Arial"/>
                <a:cs typeface="Arial"/>
              </a:defRPr>
            </a:defPPr>
          </a:lstStyle>
          <a:p xmlns:a="http://schemas.openxmlformats.org/drawingml/2006/main">
            <a:pPr>
              <a:defRPr sz="2325">
                <a:solidFill>
                  <a:srgbClr val="172B3A"/>
                </a:solidFill>
                <a:latin typeface="Arial"/>
                <a:ea typeface="Arial"/>
                <a:cs typeface="Arial"/>
              </a:defRPr>
            </a:pPr>
            <a:r>
              <a:rPr sz="2325">
                <a:solidFill>
                  <a:srgbClr val="172B3A"/>
                </a:solidFill>
                <a:latin typeface="Arial"/>
                <a:ea typeface="Arial"/>
                <a:cs typeface="Arial"/>
              </a:rPr>
              <a:t>T = first update with 3 checks in a row at ≥99% practice and ≥95% held-out accuracy.</a:t>
            </a:r>
          </a:p>
        </p:txBody>
      </p:sp>
      <p:sp>
        <p:nvSpPr>
          <p:cNvPr id="6" name="text-5">
            <a:extLst xmlns:a="http://schemas.openxmlformats.org/drawingml/2006/main">
              <a:ext uri="{FF2B5EF4-FFF2-40B4-BE49-F238E27FC236}">
                <a16:creationId xmlns:a16="http://schemas.microsoft.com/office/drawing/2014/main" id="{031CD260-857C-405A-A442-D333D23B1CC3}"/>
              </a:ext>
            </a:extLst>
          </p:cNvPr>
          <p:cNvSpPr>
            <a:spLocks xmlns:a="http://schemas.openxmlformats.org/drawingml/2006/main" noGrp="1"/>
          </p:cNvSpPr>
          <p:nvPr/>
        </p:nvSpPr>
        <p:spPr>
          <a:xfrm xmlns:a="http://schemas.openxmlformats.org/drawingml/2006/main">
            <a:off x="685800" y="34766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2B3A"/>
                </a:solidFill>
                <a:latin typeface="Arial"/>
                <a:ea typeface="Arial"/>
                <a:cs typeface="Arial"/>
              </a:defRPr>
            </a:defPPr>
          </a:lstStyle>
          <a:p xmlns:a="http://schemas.openxmlformats.org/drawingml/2006/main">
            <a:pPr>
              <a:defRPr sz="2175">
                <a:solidFill>
                  <a:srgbClr val="172B3A"/>
                </a:solidFill>
                <a:latin typeface="Arial"/>
                <a:ea typeface="Arial"/>
                <a:cs typeface="Arial"/>
              </a:defRPr>
            </a:pPr>
            <a:r>
              <a:rPr sz="2175">
                <a:solidFill>
                  <a:srgbClr val="172B3A"/>
                </a:solidFill>
                <a:latin typeface="Arial"/>
                <a:ea typeface="Arial"/>
                <a:cs typeface="Arial"/>
              </a:rPr>
              <a:t>Checks occur every 25 updates. The limit is C = 30,000 updates.</a:t>
            </a:r>
          </a:p>
        </p:txBody>
      </p:sp>
      <p:sp>
        <p:nvSpPr>
          <p:cNvPr id="7" name="text-6">
            <a:extLst xmlns:a="http://schemas.openxmlformats.org/drawingml/2006/main">
              <a:ext uri="{FF2B5EF4-FFF2-40B4-BE49-F238E27FC236}">
                <a16:creationId xmlns:a16="http://schemas.microsoft.com/office/drawing/2014/main" id="{5939372B-7109-411A-B96F-C639E053E558}"/>
              </a:ext>
            </a:extLst>
          </p:cNvPr>
          <p:cNvSpPr>
            <a:spLocks xmlns:a="http://schemas.openxmlformats.org/drawingml/2006/main" noGrp="1"/>
          </p:cNvSpPr>
          <p:nvPr/>
        </p:nvSpPr>
        <p:spPr>
          <a:xfrm xmlns:a="http://schemas.openxmlformats.org/drawingml/2006/main">
            <a:off x="685800" y="4267200"/>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75F96"/>
                </a:solidFill>
                <a:latin typeface="Arial"/>
                <a:ea typeface="Arial"/>
                <a:cs typeface="Arial"/>
              </a:defRPr>
            </a:defPPr>
          </a:lstStyle>
          <a:p xmlns:a="http://schemas.openxmlformats.org/drawingml/2006/main">
            <a:pPr>
              <a:defRPr sz="2175">
                <a:solidFill>
                  <a:srgbClr val="175F96"/>
                </a:solidFill>
                <a:latin typeface="Arial"/>
                <a:ea typeface="Arial"/>
                <a:cs typeface="Arial"/>
              </a:defRPr>
            </a:pPr>
            <a:r>
              <a:rPr sz="2175">
                <a:solidFill>
                  <a:srgbClr val="175F96"/>
                </a:solidFill>
                <a:latin typeface="Arial"/>
                <a:ea typeface="Arial"/>
                <a:cs typeface="Arial"/>
              </a:rPr>
              <a:t>If no event is seen, eventual T is unknown. For observed comparisons: U = min(T, C).</a:t>
            </a:r>
          </a:p>
        </p:txBody>
      </p:sp>
      <p:sp>
        <p:nvSpPr>
          <p:cNvPr id="8" name="text-7">
            <a:extLst xmlns:a="http://schemas.openxmlformats.org/drawingml/2006/main">
              <a:ext uri="{FF2B5EF4-FFF2-40B4-BE49-F238E27FC236}">
                <a16:creationId xmlns:a16="http://schemas.microsoft.com/office/drawing/2014/main" id="{4A607F2C-5238-4C5A-BB3E-0BA34C44A59F}"/>
              </a:ext>
            </a:extLst>
          </p:cNvPr>
          <p:cNvSpPr>
            <a:spLocks xmlns:a="http://schemas.openxmlformats.org/drawingml/2006/main" noGrp="1"/>
          </p:cNvSpPr>
          <p:nvPr/>
        </p:nvSpPr>
        <p:spPr>
          <a:xfrm xmlns:a="http://schemas.openxmlformats.org/drawingml/2006/main">
            <a:off x="685800" y="54768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3A"/>
                </a:solidFill>
                <a:latin typeface="Arial"/>
                <a:ea typeface="Arial"/>
                <a:cs typeface="Arial"/>
              </a:defRPr>
            </a:def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37 of 120 main attempts had no confirmed event by the limit. “Run completed” ≠ “generalized.”</a:t>
            </a:r>
          </a:p>
        </p:txBody>
      </p:sp>
    </p:spTree>
    <p:extLst>
      <p:ext uri="{BB962C8B-B14F-4D97-AF65-F5344CB8AC3E}">
        <p14:creationId xmlns:p14="http://schemas.microsoft.com/office/powerpoint/2010/main" val="8875335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1A7D719-4D08-49D8-9D4B-E819BCD5B091}"/>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The learning delay in one example</a:t>
            </a:r>
          </a:p>
        </p:txBody>
      </p:sp>
      <p:sp>
        <p:nvSpPr>
          <p:cNvPr id="2" name="text-1">
            <a:extLst xmlns:a="http://schemas.openxmlformats.org/drawingml/2006/main">
              <a:ext uri="{FF2B5EF4-FFF2-40B4-BE49-F238E27FC236}">
                <a16:creationId xmlns:a16="http://schemas.microsoft.com/office/drawing/2014/main" id="{150584A4-74C9-4156-A92E-CBB5CE1A5DA6}"/>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1BB09865-662C-4FF2-AE7F-C79B29C86618}"/>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05</a:t>
            </a:r>
          </a:p>
        </p:txBody>
      </p:sp>
      <p:sp>
        <p:nvSpPr>
          <p:cNvPr id="4" name="text-3">
            <a:extLst xmlns:a="http://schemas.openxmlformats.org/drawingml/2006/main">
              <a:ext uri="{FF2B5EF4-FFF2-40B4-BE49-F238E27FC236}">
                <a16:creationId xmlns:a16="http://schemas.microsoft.com/office/drawing/2014/main" id="{E680F85A-7621-45D7-B8A6-34B6EDCE941D}"/>
              </a:ext>
            </a:extLst>
          </p:cNvPr>
          <p:cNvSpPr>
            <a:spLocks xmlns:a="http://schemas.openxmlformats.org/drawingml/2006/main" noGrp="1"/>
          </p:cNvSpPr>
          <p:nvPr/>
        </p:nvSpPr>
        <p:spPr>
          <a:xfrm xmlns:a="http://schemas.openxmlformats.org/drawingml/2006/main">
            <a:off x="685800" y="13811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a:solidFill>
                  <a:srgbClr val="175F96"/>
                </a:solidFill>
                <a:latin typeface="Arial"/>
                <a:ea typeface="Arial"/>
                <a:cs typeface="Arial"/>
              </a:defRPr>
            </a:defPPr>
          </a:lstStyle>
          <a:p xmlns:a="http://schemas.openxmlformats.org/drawingml/2006/main">
            <a:pPr>
              <a:defRPr sz="2400">
                <a:solidFill>
                  <a:srgbClr val="175F96"/>
                </a:solidFill>
                <a:latin typeface="Arial"/>
                <a:ea typeface="Arial"/>
                <a:cs typeface="Arial"/>
              </a:defRPr>
            </a:pPr>
            <a:r>
              <a:rPr sz="2400">
                <a:solidFill>
                  <a:srgbClr val="175F96"/>
                </a:solidFill>
                <a:latin typeface="Arial"/>
                <a:ea typeface="Arial"/>
                <a:cs typeface="Arial"/>
              </a:rPr>
              <a:t>Practice accuracy rises before new-question accuracy</a:t>
            </a:r>
          </a:p>
        </p:txBody>
      </p:sp>
      <p:graphicFrame>
        <p:nvGraphicFramePr>
          <p:cNvPr id="5" name="Chart">
            <a:extLst xmlns:a="http://schemas.openxmlformats.org/drawingml/2006/main">
              <a:ext uri="{FF2B5EF4-FFF2-40B4-BE49-F238E27FC236}">
                <a16:creationId xmlns:a16="http://schemas.microsoft.com/office/drawing/2014/main" id="{34E71BF5-7144-459D-812E-3BAD3692B74B}"/>
              </a:ext>
            </a:extLst>
          </p:cNvPr>
          <p:cNvGraphicFramePr/>
          <p:nvPr/>
        </p:nvGraphicFramePr>
        <p:xfrm>
          <a:off xmlns:a="http://schemas.openxmlformats.org/drawingml/2006/main" x="552450" y="1952625"/>
          <a:ext xmlns:a="http://schemas.openxmlformats.org/drawingml/2006/main" cx="11096625" cy="3810000"/>
        </p:xfrm>
        <a:graphic xmlns:a="http://schemas.openxmlformats.org/drawingml/2006/main">
          <a:graphicData uri="http://schemas.openxmlformats.org/drawingml/2006/chart">
            <c:chart xmlns:r="http://schemas.openxmlformats.org/officeDocument/2006/relationships" xmlns:c="http://schemas.openxmlformats.org/drawingml/2006/chart" r:id="R82934f17dcb644bb"/>
          </a:graphicData>
        </a:graphic>
      </p:graphicFrame>
      <p:sp>
        <p:nvSpPr>
          <p:cNvPr id="6" name="text-4">
            <a:extLst xmlns:a="http://schemas.openxmlformats.org/drawingml/2006/main">
              <a:ext uri="{FF2B5EF4-FFF2-40B4-BE49-F238E27FC236}">
                <a16:creationId xmlns:a16="http://schemas.microsoft.com/office/drawing/2014/main" id="{D1499071-B3D1-4806-AC7D-B633365CDDC4}"/>
              </a:ext>
            </a:extLst>
          </p:cNvPr>
          <p:cNvSpPr>
            <a:spLocks xmlns:a="http://schemas.openxmlformats.org/drawingml/2006/main" noGrp="1"/>
          </p:cNvSpPr>
          <p:nvPr/>
        </p:nvSpPr>
        <p:spPr>
          <a:xfrm xmlns:a="http://schemas.openxmlformats.org/drawingml/2006/main">
            <a:off x="685800" y="58959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5F96"/>
                </a:solidFill>
                <a:latin typeface="Arial"/>
                <a:ea typeface="Arial"/>
                <a:cs typeface="Arial"/>
              </a:defRPr>
            </a:defPPr>
          </a:lstStyle>
          <a:p xmlns:a="http://schemas.openxmlformats.org/drawingml/2006/main">
            <a:pPr>
              <a:defRPr sz="1875">
                <a:solidFill>
                  <a:srgbClr val="175F96"/>
                </a:solidFill>
                <a:latin typeface="Arial"/>
                <a:ea typeface="Arial"/>
                <a:cs typeface="Arial"/>
              </a:defRPr>
            </a:pPr>
            <a:r>
              <a:rPr sz="1875">
                <a:solidFill>
                  <a:srgbClr val="175F96"/>
                </a:solidFill>
                <a:latin typeface="Arial"/>
                <a:ea typeface="Arial"/>
                <a:cs typeface="Arial"/>
              </a:rPr>
              <a:t>Practice threshold: 225 updates  |  First confirmed generalization T: 4,375 updates</a:t>
            </a:r>
          </a:p>
        </p:txBody>
      </p:sp>
    </p:spTree>
    <p:extLst>
      <p:ext uri="{BB962C8B-B14F-4D97-AF65-F5344CB8AC3E}">
        <p14:creationId xmlns:p14="http://schemas.microsoft.com/office/powerpoint/2010/main" val="6663584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1554922-4A35-49F0-B201-D8A48D815822}"/>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Full results across the six settings</a:t>
            </a:r>
          </a:p>
        </p:txBody>
      </p:sp>
      <p:sp>
        <p:nvSpPr>
          <p:cNvPr id="2" name="text-1">
            <a:extLst xmlns:a="http://schemas.openxmlformats.org/drawingml/2006/main">
              <a:ext uri="{FF2B5EF4-FFF2-40B4-BE49-F238E27FC236}">
                <a16:creationId xmlns:a16="http://schemas.microsoft.com/office/drawing/2014/main" id="{C25F491D-4CEF-47B1-8525-B769F6AEB8E0}"/>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4B1B7994-7E64-40BB-954A-C0EABE3C8D93}"/>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06</a:t>
            </a:r>
          </a:p>
        </p:txBody>
      </p:sp>
      <p:sp>
        <p:nvSpPr>
          <p:cNvPr id="4" name="text-3">
            <a:extLst xmlns:a="http://schemas.openxmlformats.org/drawingml/2006/main">
              <a:ext uri="{FF2B5EF4-FFF2-40B4-BE49-F238E27FC236}">
                <a16:creationId xmlns:a16="http://schemas.microsoft.com/office/drawing/2014/main" id="{05F110C5-86FC-4D66-ABB4-27FD85EE4C81}"/>
              </a:ext>
            </a:extLst>
          </p:cNvPr>
          <p:cNvSpPr>
            <a:spLocks xmlns:a="http://schemas.openxmlformats.org/drawingml/2006/main" noGrp="1"/>
          </p:cNvSpPr>
          <p:nvPr/>
        </p:nvSpPr>
        <p:spPr>
          <a:xfrm xmlns:a="http://schemas.openxmlformats.org/drawingml/2006/main">
            <a:off x="685800" y="13716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75F96"/>
                </a:solidFill>
                <a:latin typeface="Arial"/>
                <a:ea typeface="Arial"/>
                <a:cs typeface="Arial"/>
              </a:defRPr>
            </a:defPPr>
          </a:lstStyle>
          <a:p xmlns:a="http://schemas.openxmlformats.org/drawingml/2006/main">
            <a:pPr>
              <a:defRPr sz="2325">
                <a:solidFill>
                  <a:srgbClr val="175F96"/>
                </a:solidFill>
                <a:latin typeface="Arial"/>
                <a:ea typeface="Arial"/>
                <a:cs typeface="Arial"/>
              </a:defRPr>
            </a:pPr>
            <a:r>
              <a:rPr sz="2325">
                <a:solidFill>
                  <a:srgbClr val="175F96"/>
                </a:solidFill>
                <a:latin typeface="Arial"/>
                <a:ea typeface="Arial"/>
                <a:cs typeface="Arial"/>
              </a:rPr>
              <a:t>Average capped time U differs across the six settings</a:t>
            </a:r>
          </a:p>
        </p:txBody>
      </p:sp>
      <p:graphicFrame>
        <p:nvGraphicFramePr>
          <p:cNvPr id="5" name="Chart">
            <a:extLst xmlns:a="http://schemas.openxmlformats.org/drawingml/2006/main">
              <a:ext uri="{FF2B5EF4-FFF2-40B4-BE49-F238E27FC236}">
                <a16:creationId xmlns:a16="http://schemas.microsoft.com/office/drawing/2014/main" id="{D336F900-ABC4-49E2-8C35-DB063A752725}"/>
              </a:ext>
            </a:extLst>
          </p:cNvPr>
          <p:cNvGraphicFramePr/>
          <p:nvPr/>
        </p:nvGraphicFramePr>
        <p:xfrm>
          <a:off xmlns:a="http://schemas.openxmlformats.org/drawingml/2006/main" x="514350" y="1885950"/>
          <a:ext xmlns:a="http://schemas.openxmlformats.org/drawingml/2006/main" cx="6305550" cy="3810000"/>
        </p:xfrm>
        <a:graphic xmlns:a="http://schemas.openxmlformats.org/drawingml/2006/main">
          <a:graphicData uri="http://schemas.openxmlformats.org/drawingml/2006/chart">
            <c:chart xmlns:r="http://schemas.openxmlformats.org/officeDocument/2006/relationships" xmlns:c="http://schemas.openxmlformats.org/drawingml/2006/chart" r:id="R7b614fc43a3247ff"/>
          </a:graphicData>
        </a:graphic>
      </p:graphicFrame>
      <p:graphicFrame>
        <p:nvGraphicFramePr>
          <p:cNvPr id="6" name="">
            <a:extLst xmlns:a="http://schemas.openxmlformats.org/drawingml/2006/main">
              <a:ext uri="{FF2B5EF4-FFF2-40B4-BE49-F238E27FC236}">
                <a16:creationId xmlns:a16="http://schemas.microsoft.com/office/drawing/2014/main" id="{20BDFA57-7B3F-4504-B843-4A41DDD4817F}"/>
              </a:ext>
            </a:extLst>
          </p:cNvPr>
          <p:cNvGraphicFramePr/>
          <p:nvPr/>
        </p:nvGraphicFramePr>
        <p:xfrm>
          <a:off xmlns:a="http://schemas.openxmlformats.org/drawingml/2006/main" x="7058025" y="2009775"/>
          <a:ext xmlns:a="http://schemas.openxmlformats.org/drawingml/2006/main" cx="4448175" cy="3524250"/>
        </p:xfrm>
        <a:graphic xmlns:a="http://schemas.openxmlformats.org/drawingml/2006/main">
          <a:graphicData uri="http://schemas.openxmlformats.org/drawingml/2006/table">
            <a:tbl>
              <a:tblPr/>
              <a:tblGrid>
                <a:gridCol w="876300"/>
                <a:gridCol w="857250"/>
                <a:gridCol w="1190625"/>
                <a:gridCol w="1524000"/>
              </a:tblGrid>
              <a:tr h="503464">
                <a:tc>
                  <a:txBody>
                    <a:bodyPr lIns="76200" tIns="76200" rIns="76200" bIns="76200"/>
                    <a:lstStyle/>
                    <a:p>
                      <a:r>
                        <a:rPr sz="1500" b="1">
                          <a:solidFill>
                            <a:srgbClr val="175F96"/>
                          </a:solidFill>
                          <a:latin typeface="Arial"/>
                          <a:ea typeface="Arial"/>
                          <a:cs typeface="Arial"/>
                        </a:rPr>
                        <a:t>Data</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500" b="1">
                          <a:solidFill>
                            <a:srgbClr val="175F96"/>
                          </a:solidFill>
                          <a:latin typeface="Arial"/>
                          <a:ea typeface="Arial"/>
                          <a:cs typeface="Arial"/>
                        </a:rPr>
                        <a:t>Decay</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500" b="1">
                          <a:solidFill>
                            <a:srgbClr val="175F96"/>
                          </a:solidFill>
                          <a:latin typeface="Arial"/>
                          <a:ea typeface="Arial"/>
                          <a:cs typeface="Arial"/>
                        </a:rPr>
                        <a:t>Events</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500" b="1">
                          <a:solidFill>
                            <a:srgbClr val="175F96"/>
                          </a:solidFill>
                          <a:latin typeface="Arial"/>
                          <a:ea typeface="Arial"/>
                          <a:cs typeface="Arial"/>
                        </a:rPr>
                        <a:t>Mean U</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r>
              <a:tr h="503464">
                <a:tc>
                  <a:txBody>
                    <a:bodyPr lIns="76200" tIns="76200" rIns="76200" bIns="76200"/>
                    <a:lstStyle/>
                    <a:p>
                      <a:r>
                        <a:rPr sz="1500" b="0">
                          <a:solidFill>
                            <a:srgbClr val="172B3A"/>
                          </a:solidFill>
                          <a:latin typeface="Arial"/>
                          <a:ea typeface="Arial"/>
                          <a:cs typeface="Arial"/>
                        </a:rPr>
                        <a:t>40%</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0.3</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0/20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30,000</a:t>
                      </a:r>
                    </a:p>
                  </a:txBody>
                  <a:tcPr marL="91440" marR="91440" marT="45720" marB="45720" anchor="ctr">
                    <a:lnR w="0">
                      <a:solidFill>
                        <a:srgbClr val="FFFFFF"/>
                      </a:solidFill>
                    </a:lnR>
                    <a:lnB w="0">
                      <a:solidFill>
                        <a:srgbClr val="FFFFFF"/>
                      </a:solidFill>
                    </a:lnB>
                    <a:solidFill>
                      <a:srgbClr val="FFFFFF"/>
                    </a:solidFill>
                  </a:tcPr>
                </a:tc>
              </a:tr>
              <a:tr h="503464">
                <a:tc>
                  <a:txBody>
                    <a:bodyPr lIns="76200" tIns="76200" rIns="76200" bIns="76200"/>
                    <a:lstStyle/>
                    <a:p>
                      <a:r>
                        <a:rPr sz="1500" b="0">
                          <a:solidFill>
                            <a:srgbClr val="172B3A"/>
                          </a:solidFill>
                          <a:latin typeface="Arial"/>
                          <a:ea typeface="Arial"/>
                          <a:cs typeface="Arial"/>
                        </a:rPr>
                        <a:t>40%</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1</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14/20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19,823</a:t>
                      </a:r>
                    </a:p>
                  </a:txBody>
                  <a:tcPr marL="91440" marR="91440" marT="45720" marB="45720" anchor="ctr">
                    <a:lnR w="0">
                      <a:solidFill>
                        <a:srgbClr val="FFFFFF"/>
                      </a:solidFill>
                    </a:lnR>
                    <a:lnB w="0">
                      <a:solidFill>
                        <a:srgbClr val="FFFFFF"/>
                      </a:solidFill>
                    </a:lnB>
                    <a:solidFill>
                      <a:srgbClr val="FFFFFF"/>
                    </a:solidFill>
                  </a:tcPr>
                </a:tc>
              </a:tr>
              <a:tr h="503464">
                <a:tc>
                  <a:txBody>
                    <a:bodyPr lIns="76200" tIns="76200" rIns="76200" bIns="76200"/>
                    <a:lstStyle/>
                    <a:p>
                      <a:r>
                        <a:rPr sz="1500" b="0">
                          <a:solidFill>
                            <a:srgbClr val="172B3A"/>
                          </a:solidFill>
                          <a:latin typeface="Arial"/>
                          <a:ea typeface="Arial"/>
                          <a:cs typeface="Arial"/>
                        </a:rPr>
                        <a:t>40%</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3</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10/20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20,283</a:t>
                      </a:r>
                    </a:p>
                  </a:txBody>
                  <a:tcPr marL="91440" marR="91440" marT="45720" marB="45720" anchor="ctr">
                    <a:lnR w="0">
                      <a:solidFill>
                        <a:srgbClr val="FFFFFF"/>
                      </a:solidFill>
                    </a:lnR>
                    <a:lnB w="0">
                      <a:solidFill>
                        <a:srgbClr val="FFFFFF"/>
                      </a:solidFill>
                    </a:lnB>
                    <a:solidFill>
                      <a:srgbClr val="FFFFFF"/>
                    </a:solidFill>
                  </a:tcPr>
                </a:tc>
              </a:tr>
              <a:tr h="503464">
                <a:tc>
                  <a:txBody>
                    <a:bodyPr lIns="76200" tIns="76200" rIns="76200" bIns="76200"/>
                    <a:lstStyle/>
                    <a:p>
                      <a:r>
                        <a:rPr sz="1500" b="0">
                          <a:solidFill>
                            <a:srgbClr val="172B3A"/>
                          </a:solidFill>
                          <a:latin typeface="Arial"/>
                          <a:ea typeface="Arial"/>
                          <a:cs typeface="Arial"/>
                        </a:rPr>
                        <a:t>60%</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0.3</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19/20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15,235</a:t>
                      </a:r>
                    </a:p>
                  </a:txBody>
                  <a:tcPr marL="91440" marR="91440" marT="45720" marB="45720" anchor="ctr">
                    <a:lnR w="0">
                      <a:solidFill>
                        <a:srgbClr val="FFFFFF"/>
                      </a:solidFill>
                    </a:lnR>
                    <a:lnB w="0">
                      <a:solidFill>
                        <a:srgbClr val="FFFFFF"/>
                      </a:solidFill>
                    </a:lnB>
                    <a:solidFill>
                      <a:srgbClr val="FFFFFF"/>
                    </a:solidFill>
                  </a:tcPr>
                </a:tc>
              </a:tr>
              <a:tr h="503464">
                <a:tc>
                  <a:txBody>
                    <a:bodyPr lIns="76200" tIns="76200" rIns="76200" bIns="76200"/>
                    <a:lstStyle/>
                    <a:p>
                      <a:r>
                        <a:rPr sz="1500" b="0">
                          <a:solidFill>
                            <a:srgbClr val="172B3A"/>
                          </a:solidFill>
                          <a:latin typeface="Arial"/>
                          <a:ea typeface="Arial"/>
                          <a:cs typeface="Arial"/>
                        </a:rPr>
                        <a:t>60%</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1</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20/20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5,481</a:t>
                      </a:r>
                    </a:p>
                  </a:txBody>
                  <a:tcPr marL="91440" marR="91440" marT="45720" marB="45720" anchor="ctr">
                    <a:lnR w="0">
                      <a:solidFill>
                        <a:srgbClr val="FFFFFF"/>
                      </a:solidFill>
                    </a:lnR>
                    <a:lnB w="0">
                      <a:solidFill>
                        <a:srgbClr val="FFFFFF"/>
                      </a:solidFill>
                    </a:lnB>
                    <a:solidFill>
                      <a:srgbClr val="FFFFFF"/>
                    </a:solidFill>
                  </a:tcPr>
                </a:tc>
              </a:tr>
              <a:tr h="503464">
                <a:tc>
                  <a:txBody>
                    <a:bodyPr lIns="76200" tIns="76200" rIns="76200" bIns="76200"/>
                    <a:lstStyle/>
                    <a:p>
                      <a:r>
                        <a:rPr sz="1500" b="0">
                          <a:solidFill>
                            <a:srgbClr val="172B3A"/>
                          </a:solidFill>
                          <a:latin typeface="Arial"/>
                          <a:ea typeface="Arial"/>
                          <a:cs typeface="Arial"/>
                        </a:rPr>
                        <a:t>60%</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3</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20/20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500" b="0">
                          <a:solidFill>
                            <a:srgbClr val="172B3A"/>
                          </a:solidFill>
                          <a:latin typeface="Arial"/>
                          <a:ea typeface="Arial"/>
                          <a:cs typeface="Arial"/>
                        </a:rPr>
                        <a:t>1,430</a:t>
                      </a:r>
                    </a:p>
                  </a:txBody>
                  <a:tcPr marL="91440" marR="91440" marT="45720" marB="45720" anchor="ctr">
                    <a:lnR w="0">
                      <a:solidFill>
                        <a:srgbClr val="FFFFFF"/>
                      </a:solidFill>
                    </a:lnR>
                    <a:lnB w="0">
                      <a:solidFill>
                        <a:srgbClr val="FFFFFF"/>
                      </a:solidFill>
                    </a:lnB>
                    <a:solidFill>
                      <a:srgbClr val="FFFFFF"/>
                    </a:solidFill>
                  </a:tcPr>
                </a:tc>
              </a:tr>
            </a:tbl>
          </a:graphicData>
        </a:graphic>
      </p:graphicFrame>
      <p:sp>
        <p:nvSpPr>
          <p:cNvPr id="7" name="text-4">
            <a:extLst xmlns:a="http://schemas.openxmlformats.org/drawingml/2006/main">
              <a:ext uri="{FF2B5EF4-FFF2-40B4-BE49-F238E27FC236}">
                <a16:creationId xmlns:a16="http://schemas.microsoft.com/office/drawing/2014/main" id="{6675F106-A5D5-488A-963E-E2F4D3215946}"/>
              </a:ext>
            </a:extLst>
          </p:cNvPr>
          <p:cNvSpPr>
            <a:spLocks xmlns:a="http://schemas.openxmlformats.org/drawingml/2006/main" noGrp="1"/>
          </p:cNvSpPr>
          <p:nvPr/>
        </p:nvSpPr>
        <p:spPr>
          <a:xfrm xmlns:a="http://schemas.openxmlformats.org/drawingml/2006/main">
            <a:off x="685800" y="59055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667784"/>
                </a:solidFill>
                <a:latin typeface="Arial"/>
                <a:ea typeface="Arial"/>
                <a:cs typeface="Arial"/>
              </a:defRPr>
            </a:defPPr>
          </a:lstStyle>
          <a:p xmlns:a="http://schemas.openxmlformats.org/drawingml/2006/main">
            <a:pPr>
              <a:defRPr sz="1725">
                <a:solidFill>
                  <a:srgbClr val="667784"/>
                </a:solidFill>
                <a:latin typeface="Arial"/>
                <a:ea typeface="Arial"/>
                <a:cs typeface="Arial"/>
              </a:defRPr>
            </a:pPr>
            <a:r>
              <a:rPr sz="1725">
                <a:solidFill>
                  <a:srgbClr val="667784"/>
                </a:solidFill>
                <a:latin typeface="Arial"/>
                <a:ea typeface="Arial"/>
                <a:cs typeface="Arial"/>
              </a:rPr>
              <a:t>An unfinished run is capped at C in U; its eventual T is still unknown.</a:t>
            </a:r>
          </a:p>
        </p:txBody>
      </p:sp>
    </p:spTree>
    <p:extLst>
      <p:ext uri="{BB962C8B-B14F-4D97-AF65-F5344CB8AC3E}">
        <p14:creationId xmlns:p14="http://schemas.microsoft.com/office/powerpoint/2010/main" val="12972389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82D2D24-F3C7-4BA9-9D14-0950709D1C8B}"/>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Waiting time varies even at the reference setting</a:t>
            </a:r>
          </a:p>
        </p:txBody>
      </p:sp>
      <p:sp>
        <p:nvSpPr>
          <p:cNvPr id="2" name="text-1">
            <a:extLst xmlns:a="http://schemas.openxmlformats.org/drawingml/2006/main">
              <a:ext uri="{FF2B5EF4-FFF2-40B4-BE49-F238E27FC236}">
                <a16:creationId xmlns:a16="http://schemas.microsoft.com/office/drawing/2014/main" id="{06D651DD-996A-42AD-A01C-69A1BADAA258}"/>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4B15A64E-01DD-47CA-8933-C4B5917A2F3D}"/>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07</a:t>
            </a:r>
          </a:p>
        </p:txBody>
      </p:sp>
      <p:sp>
        <p:nvSpPr>
          <p:cNvPr id="4" name="text-3">
            <a:extLst xmlns:a="http://schemas.openxmlformats.org/drawingml/2006/main">
              <a:ext uri="{FF2B5EF4-FFF2-40B4-BE49-F238E27FC236}">
                <a16:creationId xmlns:a16="http://schemas.microsoft.com/office/drawing/2014/main" id="{B10A957C-D97C-466E-B463-B55E2ACCA419}"/>
              </a:ext>
            </a:extLst>
          </p:cNvPr>
          <p:cNvSpPr>
            <a:spLocks xmlns:a="http://schemas.openxmlformats.org/drawingml/2006/main" noGrp="1"/>
          </p:cNvSpPr>
          <p:nvPr/>
        </p:nvSpPr>
        <p:spPr>
          <a:xfrm xmlns:a="http://schemas.openxmlformats.org/drawingml/2006/main">
            <a:off x="685800" y="13716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a:solidFill>
                  <a:srgbClr val="175F96"/>
                </a:solidFill>
                <a:latin typeface="Arial"/>
                <a:ea typeface="Arial"/>
                <a:cs typeface="Arial"/>
              </a:defRPr>
            </a:defPPr>
          </a:lstStyle>
          <a:p xmlns:a="http://schemas.openxmlformats.org/drawingml/2006/main">
            <a:pPr>
              <a:defRPr sz="2400">
                <a:solidFill>
                  <a:srgbClr val="175F96"/>
                </a:solidFill>
                <a:latin typeface="Arial"/>
                <a:ea typeface="Arial"/>
                <a:cs typeface="Arial"/>
              </a:defRPr>
            </a:pPr>
            <a:r>
              <a:rPr sz="2400">
                <a:solidFill>
                  <a:srgbClr val="175F96"/>
                </a:solidFill>
                <a:latin typeface="Arial"/>
                <a:ea typeface="Arial"/>
                <a:cs typeface="Arial"/>
              </a:rPr>
              <a:t>60% practice data, decay 1 | 20 attempts</a:t>
            </a:r>
          </a:p>
        </p:txBody>
      </p:sp>
      <p:graphicFrame>
        <p:nvGraphicFramePr>
          <p:cNvPr id="5" name="Chart">
            <a:extLst xmlns:a="http://schemas.openxmlformats.org/drawingml/2006/main">
              <a:ext uri="{FF2B5EF4-FFF2-40B4-BE49-F238E27FC236}">
                <a16:creationId xmlns:a16="http://schemas.microsoft.com/office/drawing/2014/main" id="{051C0F96-2FB3-4C0A-9A06-3F7AFF14C689}"/>
              </a:ext>
            </a:extLst>
          </p:cNvPr>
          <p:cNvGraphicFramePr/>
          <p:nvPr/>
        </p:nvGraphicFramePr>
        <p:xfrm>
          <a:off xmlns:a="http://schemas.openxmlformats.org/drawingml/2006/main" x="523875" y="1885950"/>
          <a:ext xmlns:a="http://schemas.openxmlformats.org/drawingml/2006/main" cx="6858000" cy="3895725"/>
        </p:xfrm>
        <a:graphic xmlns:a="http://schemas.openxmlformats.org/drawingml/2006/main">
          <a:graphicData uri="http://schemas.openxmlformats.org/drawingml/2006/chart">
            <c:chart xmlns:r="http://schemas.openxmlformats.org/officeDocument/2006/relationships" xmlns:c="http://schemas.openxmlformats.org/drawingml/2006/chart" r:id="Rc3d54e5ef97443db"/>
          </a:graphicData>
        </a:graphic>
      </p:graphicFrame>
      <p:sp>
        <p:nvSpPr>
          <p:cNvPr id="6" name="text-4">
            <a:extLst xmlns:a="http://schemas.openxmlformats.org/drawingml/2006/main">
              <a:ext uri="{FF2B5EF4-FFF2-40B4-BE49-F238E27FC236}">
                <a16:creationId xmlns:a16="http://schemas.microsoft.com/office/drawing/2014/main" id="{C026CB79-B6D7-4106-92C8-2A179BB6911E}"/>
              </a:ext>
            </a:extLst>
          </p:cNvPr>
          <p:cNvSpPr>
            <a:spLocks xmlns:a="http://schemas.openxmlformats.org/drawingml/2006/main" noGrp="1"/>
          </p:cNvSpPr>
          <p:nvPr/>
        </p:nvSpPr>
        <p:spPr>
          <a:xfrm xmlns:a="http://schemas.openxmlformats.org/drawingml/2006/main">
            <a:off x="7953375" y="2000250"/>
            <a:ext cx="3381375"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3A"/>
                </a:solidFill>
                <a:latin typeface="Arial"/>
                <a:ea typeface="Arial"/>
                <a:cs typeface="Arial"/>
              </a:defRPr>
            </a:def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Mean: 5,481 updates</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Median: 4,025</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SD: 5,548</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Range: 1,875–27,175</a:t>
            </a:r>
          </a:p>
          <a:p xmlns:a="http://schemas.openxmlformats.org/drawingml/2006/main">
            <a:r>
              <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Success: 20/20</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Exact 95% CI: 83.2–100%</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Bootstrap mean-U CI:</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3,596–8,224</a:t>
            </a:r>
          </a:p>
        </p:txBody>
      </p:sp>
      <p:sp>
        <p:nvSpPr>
          <p:cNvPr id="7" name="text-5">
            <a:extLst xmlns:a="http://schemas.openxmlformats.org/drawingml/2006/main">
              <a:ext uri="{FF2B5EF4-FFF2-40B4-BE49-F238E27FC236}">
                <a16:creationId xmlns:a16="http://schemas.microsoft.com/office/drawing/2014/main" id="{A6335828-4F2C-4000-BB9E-28685DEC57C3}"/>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667784"/>
                </a:solidFill>
                <a:latin typeface="Arial"/>
                <a:ea typeface="Arial"/>
                <a:cs typeface="Arial"/>
              </a:defRPr>
            </a:defPPr>
          </a:lstStyle>
          <a:p xmlns:a="http://schemas.openxmlformats.org/drawingml/2006/main">
            <a:pPr>
              <a:defRPr sz="1725">
                <a:solidFill>
                  <a:srgbClr val="667784"/>
                </a:solidFill>
                <a:latin typeface="Arial"/>
                <a:ea typeface="Arial"/>
                <a:cs typeface="Arial"/>
              </a:defRPr>
            </a:pPr>
            <a:r>
              <a:rPr sz="1725">
                <a:solidFill>
                  <a:srgbClr val="667784"/>
                </a:solidFill>
                <a:latin typeface="Arial"/>
                <a:ea typeface="Arial"/>
                <a:cs typeface="Arial"/>
              </a:rPr>
              <a:t>SD = standard deviation (spread). The exact interval reflects the small sample.</a:t>
            </a:r>
          </a:p>
        </p:txBody>
      </p:sp>
    </p:spTree>
    <p:extLst>
      <p:ext uri="{BB962C8B-B14F-4D97-AF65-F5344CB8AC3E}">
        <p14:creationId xmlns:p14="http://schemas.microsoft.com/office/powerpoint/2010/main" val="4566522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E3A80A7-3BE4-44A6-888C-D382AF1DBE13}"/>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Which distribution describes the waiting times?</a:t>
            </a:r>
          </a:p>
        </p:txBody>
      </p:sp>
      <p:sp>
        <p:nvSpPr>
          <p:cNvPr id="2" name="text-1">
            <a:extLst xmlns:a="http://schemas.openxmlformats.org/drawingml/2006/main">
              <a:ext uri="{FF2B5EF4-FFF2-40B4-BE49-F238E27FC236}">
                <a16:creationId xmlns:a16="http://schemas.microsoft.com/office/drawing/2014/main" id="{7735102F-0DDA-44CC-BB1C-C645A161E97A}"/>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E165B942-543D-476F-9141-C932068ACB1F}"/>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08</a:t>
            </a:r>
          </a:p>
        </p:txBody>
      </p:sp>
      <p:sp>
        <p:nvSpPr>
          <p:cNvPr id="4" name="text-3">
            <a:extLst xmlns:a="http://schemas.openxmlformats.org/drawingml/2006/main">
              <a:ext uri="{FF2B5EF4-FFF2-40B4-BE49-F238E27FC236}">
                <a16:creationId xmlns:a16="http://schemas.microsoft.com/office/drawing/2014/main" id="{F061EDDA-4CEC-4BAB-9A61-F121F71F0757}"/>
              </a:ext>
            </a:extLst>
          </p:cNvPr>
          <p:cNvSpPr>
            <a:spLocks xmlns:a="http://schemas.openxmlformats.org/drawingml/2006/main" noGrp="1"/>
          </p:cNvSpPr>
          <p:nvPr/>
        </p:nvSpPr>
        <p:spPr>
          <a:xfrm xmlns:a="http://schemas.openxmlformats.org/drawingml/2006/main">
            <a:off x="685800" y="13811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a:solidFill>
                  <a:srgbClr val="175F96"/>
                </a:solidFill>
                <a:latin typeface="Arial"/>
                <a:ea typeface="Arial"/>
                <a:cs typeface="Arial"/>
              </a:defRPr>
            </a:defPPr>
          </a:lstStyle>
          <a:p xmlns:a="http://schemas.openxmlformats.org/drawingml/2006/main">
            <a:pPr>
              <a:defRPr sz="2400">
                <a:solidFill>
                  <a:srgbClr val="175F96"/>
                </a:solidFill>
                <a:latin typeface="Arial"/>
                <a:ea typeface="Arial"/>
                <a:cs typeface="Arial"/>
              </a:defRPr>
            </a:pPr>
            <a:r>
              <a:rPr sz="2400">
                <a:solidFill>
                  <a:srgbClr val="175F96"/>
                </a:solidFill>
                <a:latin typeface="Arial"/>
                <a:ea typeface="Arial"/>
                <a:cs typeface="Arial"/>
              </a:rPr>
              <a:t>Three candidate patterns for the waiting-time data</a:t>
            </a:r>
          </a:p>
        </p:txBody>
      </p:sp>
      <p:sp>
        <p:nvSpPr>
          <p:cNvPr id="5" name="text-4">
            <a:extLst xmlns:a="http://schemas.openxmlformats.org/drawingml/2006/main">
              <a:ext uri="{FF2B5EF4-FFF2-40B4-BE49-F238E27FC236}">
                <a16:creationId xmlns:a16="http://schemas.microsoft.com/office/drawing/2014/main" id="{EE83F780-92DA-4236-88A5-73A5E7C5A21D}"/>
              </a:ext>
            </a:extLst>
          </p:cNvPr>
          <p:cNvSpPr>
            <a:spLocks xmlns:a="http://schemas.openxmlformats.org/drawingml/2006/main" noGrp="1"/>
          </p:cNvSpPr>
          <p:nvPr/>
        </p:nvSpPr>
        <p:spPr>
          <a:xfrm xmlns:a="http://schemas.openxmlformats.org/drawingml/2006/main">
            <a:off x="685800" y="20955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Model fit accounts for the 25-update check grid and the 50-update confirmation lag.</a:t>
            </a:r>
          </a:p>
        </p:txBody>
      </p:sp>
      <p:graphicFrame>
        <p:nvGraphicFramePr>
          <p:cNvPr id="6" name="">
            <a:extLst xmlns:a="http://schemas.openxmlformats.org/drawingml/2006/main">
              <a:ext uri="{FF2B5EF4-FFF2-40B4-BE49-F238E27FC236}">
                <a16:creationId xmlns:a16="http://schemas.microsoft.com/office/drawing/2014/main" id="{06E3A6AD-4A85-45C6-8D1E-D4E8311E9ED3}"/>
              </a:ext>
            </a:extLst>
          </p:cNvPr>
          <p:cNvGraphicFramePr/>
          <p:nvPr/>
        </p:nvGraphicFramePr>
        <p:xfrm>
          <a:off xmlns:a="http://schemas.openxmlformats.org/drawingml/2006/main" x="685800" y="2981325"/>
          <a:ext xmlns:a="http://schemas.openxmlformats.org/drawingml/2006/main" cx="10820400" cy="2286000"/>
        </p:xfrm>
        <a:graphic xmlns:a="http://schemas.openxmlformats.org/drawingml/2006/main">
          <a:graphicData uri="http://schemas.openxmlformats.org/drawingml/2006/table">
            <a:tbl>
              <a:tblPr/>
              <a:tblGrid>
                <a:gridCol w="4000500"/>
                <a:gridCol w="2476500"/>
                <a:gridCol w="4343400"/>
              </a:tblGrid>
              <a:tr h="571500">
                <a:tc>
                  <a:txBody>
                    <a:bodyPr lIns="76200" tIns="76200" rIns="76200" bIns="76200"/>
                    <a:lstStyle/>
                    <a:p>
                      <a:r>
                        <a:rPr sz="1725" b="1">
                          <a:solidFill>
                            <a:srgbClr val="175F96"/>
                          </a:solidFill>
                          <a:latin typeface="Arial"/>
                          <a:ea typeface="Arial"/>
                          <a:cs typeface="Arial"/>
                        </a:rPr>
                        <a:t>Candidate pattern</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725" b="1">
                          <a:solidFill>
                            <a:srgbClr val="175F96"/>
                          </a:solidFill>
                          <a:latin typeface="Arial"/>
                          <a:ea typeface="Arial"/>
                          <a:cs typeface="Arial"/>
                        </a:rPr>
                        <a:t>AIC</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725" b="1">
                          <a:solidFill>
                            <a:srgbClr val="175F96"/>
                          </a:solidFill>
                          <a:latin typeface="Arial"/>
                          <a:ea typeface="Arial"/>
                          <a:cs typeface="Arial"/>
                        </a:rPr>
                        <a:t>Status</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r>
              <a:tr h="571500">
                <a:tc>
                  <a:txBody>
                    <a:bodyPr lIns="76200" tIns="76200" rIns="76200" bIns="76200"/>
                    <a:lstStyle/>
                    <a:p>
                      <a:r>
                        <a:rPr sz="1725" b="0">
                          <a:solidFill>
                            <a:srgbClr val="172B3A"/>
                          </a:solidFill>
                          <a:latin typeface="Arial"/>
                          <a:ea typeface="Arial"/>
                          <a:cs typeface="Arial"/>
                        </a:rPr>
                        <a:t>Exponential</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257.15</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Converged</a:t>
                      </a:r>
                    </a:p>
                  </a:txBody>
                  <a:tcPr marL="91440" marR="91440" marT="45720" marB="45720" anchor="ctr">
                    <a:lnR w="0">
                      <a:solidFill>
                        <a:srgbClr val="FFFFFF"/>
                      </a:solidFill>
                    </a:lnR>
                    <a:lnB w="0">
                      <a:solidFill>
                        <a:srgbClr val="FFFFFF"/>
                      </a:solidFill>
                    </a:lnB>
                    <a:solidFill>
                      <a:srgbClr val="FFFFFF"/>
                    </a:solidFill>
                  </a:tcPr>
                </a:tc>
              </a:tr>
              <a:tr h="571500">
                <a:tc>
                  <a:txBody>
                    <a:bodyPr lIns="76200" tIns="76200" rIns="76200" bIns="76200"/>
                    <a:lstStyle/>
                    <a:p>
                      <a:r>
                        <a:rPr sz="1725" b="0">
                          <a:solidFill>
                            <a:srgbClr val="172B3A"/>
                          </a:solidFill>
                          <a:latin typeface="Arial"/>
                          <a:ea typeface="Arial"/>
                          <a:cs typeface="Arial"/>
                        </a:rPr>
                        <a:t>Gamma</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253.96</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Converged</a:t>
                      </a:r>
                    </a:p>
                  </a:txBody>
                  <a:tcPr marL="91440" marR="91440" marT="45720" marB="45720" anchor="ctr">
                    <a:lnR w="0">
                      <a:solidFill>
                        <a:srgbClr val="FFFFFF"/>
                      </a:solidFill>
                    </a:lnR>
                    <a:lnB w="0">
                      <a:solidFill>
                        <a:srgbClr val="FFFFFF"/>
                      </a:solidFill>
                    </a:lnB>
                    <a:solidFill>
                      <a:srgbClr val="FFFFFF"/>
                    </a:solidFill>
                  </a:tcPr>
                </a:tc>
              </a:tr>
              <a:tr h="571500">
                <a:tc>
                  <a:txBody>
                    <a:bodyPr lIns="76200" tIns="76200" rIns="76200" bIns="76200"/>
                    <a:lstStyle/>
                    <a:p>
                      <a:r>
                        <a:rPr sz="1725" b="0">
                          <a:solidFill>
                            <a:srgbClr val="172B3A"/>
                          </a:solidFill>
                          <a:latin typeface="Arial"/>
                          <a:ea typeface="Arial"/>
                          <a:cs typeface="Arial"/>
                        </a:rPr>
                        <a:t>Weibull</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256.85</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Converged</a:t>
                      </a:r>
                    </a:p>
                  </a:txBody>
                  <a:tcPr marL="91440" marR="91440" marT="45720" marB="45720" anchor="ctr">
                    <a:lnR w="0">
                      <a:solidFill>
                        <a:srgbClr val="FFFFFF"/>
                      </a:solidFill>
                    </a:lnR>
                    <a:lnB w="0">
                      <a:solidFill>
                        <a:srgbClr val="FFFFFF"/>
                      </a:solidFill>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FBBF5B99-1A5F-4BAE-BF9F-0F74D3A0F684}"/>
              </a:ext>
            </a:extLst>
          </p:cNvPr>
          <p:cNvSpPr>
            <a:spLocks xmlns:a="http://schemas.openxmlformats.org/drawingml/2006/main" noGrp="1"/>
          </p:cNvSpPr>
          <p:nvPr/>
        </p:nvSpPr>
        <p:spPr>
          <a:xfrm xmlns:a="http://schemas.openxmlformats.org/drawingml/2006/main">
            <a:off x="685800" y="54959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5F96"/>
                </a:solidFill>
                <a:latin typeface="Arial"/>
                <a:ea typeface="Arial"/>
                <a:cs typeface="Arial"/>
              </a:defRPr>
            </a:defPPr>
          </a:lstStyle>
          <a:p xmlns:a="http://schemas.openxmlformats.org/drawingml/2006/main">
            <a:pPr>
              <a:defRPr sz="1875">
                <a:solidFill>
                  <a:srgbClr val="175F96"/>
                </a:solidFill>
                <a:latin typeface="Arial"/>
                <a:ea typeface="Arial"/>
                <a:cs typeface="Arial"/>
              </a:defRPr>
            </a:pPr>
            <a:r>
              <a:rPr sz="1875">
                <a:solidFill>
                  <a:srgbClr val="175F96"/>
                </a:solidFill>
                <a:latin typeface="Arial"/>
                <a:ea typeface="Arial"/>
                <a:cs typeface="Arial"/>
              </a:rPr>
              <a:t>AIC balances fit and model complexity; lower is better among these candidates.</a:t>
            </a:r>
          </a:p>
        </p:txBody>
      </p:sp>
      <p:sp>
        <p:nvSpPr>
          <p:cNvPr id="8" name="text-6">
            <a:extLst xmlns:a="http://schemas.openxmlformats.org/drawingml/2006/main">
              <a:ext uri="{FF2B5EF4-FFF2-40B4-BE49-F238E27FC236}">
                <a16:creationId xmlns:a16="http://schemas.microsoft.com/office/drawing/2014/main" id="{12B3E94E-64FC-40EB-94EE-F73FB4467E92}"/>
              </a:ext>
            </a:extLst>
          </p:cNvPr>
          <p:cNvSpPr>
            <a:spLocks xmlns:a="http://schemas.openxmlformats.org/drawingml/2006/main" noGrp="1"/>
          </p:cNvSpPr>
          <p:nvPr/>
        </p:nvSpPr>
        <p:spPr>
          <a:xfrm xmlns:a="http://schemas.openxmlformats.org/drawingml/2006/main">
            <a:off x="685800" y="59436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667784"/>
                </a:solidFill>
                <a:latin typeface="Arial"/>
                <a:ea typeface="Arial"/>
                <a:cs typeface="Arial"/>
              </a:defRPr>
            </a:defPPr>
          </a:lstStyle>
          <a:p xmlns:a="http://schemas.openxmlformats.org/drawingml/2006/main">
            <a:pPr>
              <a:defRPr sz="1650">
                <a:solidFill>
                  <a:srgbClr val="667784"/>
                </a:solidFill>
                <a:latin typeface="Arial"/>
                <a:ea typeface="Arial"/>
                <a:cs typeface="Arial"/>
              </a:defRPr>
            </a:pPr>
            <a:r>
              <a:rPr sz="1650">
                <a:solidFill>
                  <a:srgbClr val="667784"/>
                </a:solidFill>
                <a:latin typeface="Arial"/>
                <a:ea typeface="Arial"/>
                <a:cs typeface="Arial"/>
              </a:rPr>
              <a:t>The reference sample has 20 events and 0 unfinished attempts. Gamma ranks first here; this does not prove the true timing law.</a:t>
            </a:r>
          </a:p>
        </p:txBody>
      </p:sp>
    </p:spTree>
    <p:extLst>
      <p:ext uri="{BB962C8B-B14F-4D97-AF65-F5344CB8AC3E}">
        <p14:creationId xmlns:p14="http://schemas.microsoft.com/office/powerpoint/2010/main" val="7405547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5D6CA9D2-D288-4F70-BB8D-A5EF81B215A2}"/>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Statistical comparisons and their limits</a:t>
            </a:r>
          </a:p>
        </p:txBody>
      </p:sp>
      <p:sp>
        <p:nvSpPr>
          <p:cNvPr id="2" name="text-1">
            <a:extLst xmlns:a="http://schemas.openxmlformats.org/drawingml/2006/main">
              <a:ext uri="{FF2B5EF4-FFF2-40B4-BE49-F238E27FC236}">
                <a16:creationId xmlns:a16="http://schemas.microsoft.com/office/drawing/2014/main" id="{385B67A2-F5CE-4BCB-AC17-7E118168D384}"/>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2C45B9D2-CD4A-45F7-A054-69D1E61F53A0}"/>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09</a:t>
            </a:r>
          </a:p>
        </p:txBody>
      </p:sp>
      <p:sp>
        <p:nvSpPr>
          <p:cNvPr id="4" name="text-3">
            <a:extLst xmlns:a="http://schemas.openxmlformats.org/drawingml/2006/main">
              <a:ext uri="{FF2B5EF4-FFF2-40B4-BE49-F238E27FC236}">
                <a16:creationId xmlns:a16="http://schemas.microsoft.com/office/drawing/2014/main" id="{8B80AF59-D074-4404-B19F-B1F9D6CB221F}"/>
              </a:ext>
            </a:extLst>
          </p:cNvPr>
          <p:cNvSpPr>
            <a:spLocks xmlns:a="http://schemas.openxmlformats.org/drawingml/2006/main" noGrp="1"/>
          </p:cNvSpPr>
          <p:nvPr/>
        </p:nvSpPr>
        <p:spPr>
          <a:xfrm xmlns:a="http://schemas.openxmlformats.org/drawingml/2006/main">
            <a:off x="685800" y="13620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75F96"/>
                </a:solidFill>
                <a:latin typeface="Arial"/>
                <a:ea typeface="Arial"/>
                <a:cs typeface="Arial"/>
              </a:defRPr>
            </a:defPPr>
          </a:lstStyle>
          <a:p xmlns:a="http://schemas.openxmlformats.org/drawingml/2006/main">
            <a:pPr>
              <a:defRPr sz="2325">
                <a:solidFill>
                  <a:srgbClr val="175F96"/>
                </a:solidFill>
                <a:latin typeface="Arial"/>
                <a:ea typeface="Arial"/>
                <a:cs typeface="Arial"/>
              </a:defRPr>
            </a:pPr>
            <a:r>
              <a:rPr sz="2325">
                <a:solidFill>
                  <a:srgbClr val="175F96"/>
                </a:solidFill>
                <a:latin typeface="Arial"/>
                <a:ea typeface="Arial"/>
                <a:cs typeface="Arial"/>
              </a:rPr>
              <a:t>Statistics answer different questions; assumptions still matter</a:t>
            </a:r>
          </a:p>
        </p:txBody>
      </p:sp>
      <p:sp>
        <p:nvSpPr>
          <p:cNvPr id="5" name="text-4">
            <a:extLst xmlns:a="http://schemas.openxmlformats.org/drawingml/2006/main">
              <a:ext uri="{FF2B5EF4-FFF2-40B4-BE49-F238E27FC236}">
                <a16:creationId xmlns:a16="http://schemas.microsoft.com/office/drawing/2014/main" id="{785B617A-87D2-4519-A28A-A00E720ABEF0}"/>
              </a:ext>
            </a:extLst>
          </p:cNvPr>
          <p:cNvSpPr>
            <a:spLocks xmlns:a="http://schemas.openxmlformats.org/drawingml/2006/main" noGrp="1"/>
          </p:cNvSpPr>
          <p:nvPr/>
        </p:nvSpPr>
        <p:spPr>
          <a:xfrm xmlns:a="http://schemas.openxmlformats.org/drawingml/2006/main">
            <a:off x="685800" y="21145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3A"/>
                </a:solidFill>
                <a:latin typeface="Arial"/>
                <a:ea typeface="Arial"/>
                <a:cs typeface="Arial"/>
              </a:defRPr>
            </a:def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One-way ANOVA at 60% data: decay-group averages differ in this sample (p &lt; 0.001).</a:t>
            </a:r>
          </a:p>
        </p:txBody>
      </p:sp>
      <p:sp>
        <p:nvSpPr>
          <p:cNvPr id="6" name="text-5">
            <a:extLst xmlns:a="http://schemas.openxmlformats.org/drawingml/2006/main">
              <a:ext uri="{FF2B5EF4-FFF2-40B4-BE49-F238E27FC236}">
                <a16:creationId xmlns:a16="http://schemas.microsoft.com/office/drawing/2014/main" id="{2D9C7003-AE1A-4B25-AC60-95EDB156A90F}"/>
              </a:ext>
            </a:extLst>
          </p:cNvPr>
          <p:cNvSpPr>
            <a:spLocks xmlns:a="http://schemas.openxmlformats.org/drawingml/2006/main" noGrp="1"/>
          </p:cNvSpPr>
          <p:nvPr/>
        </p:nvSpPr>
        <p:spPr>
          <a:xfrm xmlns:a="http://schemas.openxmlformats.org/drawingml/2006/main">
            <a:off x="685800" y="282892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3A"/>
                </a:solidFill>
                <a:latin typeface="Arial"/>
                <a:ea typeface="Arial"/>
                <a:cs typeface="Arial"/>
              </a:defRPr>
            </a:def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Two-factor ANOVA: data fraction and decay differ; interaction is not clearly supported (p = 0.289).</a:t>
            </a:r>
          </a:p>
        </p:txBody>
      </p:sp>
      <p:sp>
        <p:nvSpPr>
          <p:cNvPr id="7" name="text-6">
            <a:extLst xmlns:a="http://schemas.openxmlformats.org/drawingml/2006/main">
              <a:ext uri="{FF2B5EF4-FFF2-40B4-BE49-F238E27FC236}">
                <a16:creationId xmlns:a16="http://schemas.microsoft.com/office/drawing/2014/main" id="{31956443-DDE1-4CE9-8990-16A6B838F494}"/>
              </a:ext>
            </a:extLst>
          </p:cNvPr>
          <p:cNvSpPr>
            <a:spLocks xmlns:a="http://schemas.openxmlformats.org/drawingml/2006/main" noGrp="1"/>
          </p:cNvSpPr>
          <p:nvPr/>
        </p:nvSpPr>
        <p:spPr>
          <a:xfrm xmlns:a="http://schemas.openxmlformats.org/drawingml/2006/main">
            <a:off x="685800" y="35433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3A"/>
                </a:solidFill>
                <a:latin typeface="Arial"/>
                <a:ea typeface="Arial"/>
                <a:cs typeface="Arial"/>
              </a:defRPr>
            </a:def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Correlation: log decay and U move together at 60% data (Pearson −0.715; Spearman −0.866).</a:t>
            </a:r>
          </a:p>
        </p:txBody>
      </p:sp>
      <p:sp>
        <p:nvSpPr>
          <p:cNvPr id="8" name="text-7">
            <a:extLst xmlns:a="http://schemas.openxmlformats.org/drawingml/2006/main">
              <a:ext uri="{FF2B5EF4-FFF2-40B4-BE49-F238E27FC236}">
                <a16:creationId xmlns:a16="http://schemas.microsoft.com/office/drawing/2014/main" id="{BA87189F-3C91-4E0F-9176-DE2BA061DF81}"/>
              </a:ext>
            </a:extLst>
          </p:cNvPr>
          <p:cNvSpPr>
            <a:spLocks xmlns:a="http://schemas.openxmlformats.org/drawingml/2006/main" noGrp="1"/>
          </p:cNvSpPr>
          <p:nvPr/>
        </p:nvSpPr>
        <p:spPr>
          <a:xfrm xmlns:a="http://schemas.openxmlformats.org/drawingml/2006/main">
            <a:off x="685800" y="42576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3A"/>
                </a:solidFill>
                <a:latin typeface="Arial"/>
                <a:ea typeface="Arial"/>
                <a:cs typeface="Arial"/>
              </a:defRPr>
            </a:def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Regression: R² = 0.630 describes sample variation in capped time U.</a:t>
            </a:r>
          </a:p>
        </p:txBody>
      </p:sp>
      <p:sp>
        <p:nvSpPr>
          <p:cNvPr id="9" name="text-8">
            <a:extLst xmlns:a="http://schemas.openxmlformats.org/drawingml/2006/main">
              <a:ext uri="{FF2B5EF4-FFF2-40B4-BE49-F238E27FC236}">
                <a16:creationId xmlns:a16="http://schemas.microsoft.com/office/drawing/2014/main" id="{EEE5D1F5-92A0-4CBD-97AD-09A5CEF3FD51}"/>
              </a:ext>
            </a:extLst>
          </p:cNvPr>
          <p:cNvSpPr>
            <a:spLocks xmlns:a="http://schemas.openxmlformats.org/drawingml/2006/main" noGrp="1"/>
          </p:cNvSpPr>
          <p:nvPr/>
        </p:nvSpPr>
        <p:spPr>
          <a:xfrm xmlns:a="http://schemas.openxmlformats.org/drawingml/2006/main">
            <a:off x="685800" y="49720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3A"/>
                </a:solidFill>
                <a:latin typeface="Arial"/>
                <a:ea typeface="Arial"/>
                <a:cs typeface="Arial"/>
              </a:defRPr>
            </a:def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Residuals fail a normal-shape check (Shapiro p = 0.00020); results are exploratory.</a:t>
            </a:r>
          </a:p>
        </p:txBody>
      </p:sp>
      <p:sp>
        <p:nvSpPr>
          <p:cNvPr id="10" name="text-9">
            <a:extLst xmlns:a="http://schemas.openxmlformats.org/drawingml/2006/main">
              <a:ext uri="{FF2B5EF4-FFF2-40B4-BE49-F238E27FC236}">
                <a16:creationId xmlns:a16="http://schemas.microsoft.com/office/drawing/2014/main" id="{1579C0CB-E641-43B7-A525-FAE976048D6F}"/>
              </a:ext>
            </a:extLst>
          </p:cNvPr>
          <p:cNvSpPr>
            <a:spLocks xmlns:a="http://schemas.openxmlformats.org/drawingml/2006/main" noGrp="1"/>
          </p:cNvSpPr>
          <p:nvPr/>
        </p:nvSpPr>
        <p:spPr>
          <a:xfrm xmlns:a="http://schemas.openxmlformats.org/drawingml/2006/main">
            <a:off x="685800" y="594360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667784"/>
                </a:solidFill>
                <a:latin typeface="Arial"/>
                <a:ea typeface="Arial"/>
                <a:cs typeface="Arial"/>
              </a:defRPr>
            </a:defPPr>
          </a:lstStyle>
          <a:p xmlns:a="http://schemas.openxmlformats.org/drawingml/2006/main">
            <a:pPr>
              <a:defRPr sz="1650">
                <a:solidFill>
                  <a:srgbClr val="667784"/>
                </a:solidFill>
                <a:latin typeface="Arial"/>
                <a:ea typeface="Arial"/>
                <a:cs typeface="Arial"/>
              </a:defRPr>
            </a:pPr>
            <a:r>
              <a:rPr sz="1650">
                <a:solidFill>
                  <a:srgbClr val="667784"/>
                </a:solidFill>
                <a:latin typeface="Arial"/>
                <a:ea typeface="Arial"/>
                <a:cs typeface="Arial"/>
              </a:rPr>
              <a:t>Permutation checks add a sensitivity view but assume exchangeable observations; they do not fix every model problem.</a:t>
            </a:r>
          </a:p>
        </p:txBody>
      </p:sp>
    </p:spTree>
    <p:extLst>
      <p:ext uri="{BB962C8B-B14F-4D97-AF65-F5344CB8AC3E}">
        <p14:creationId xmlns:p14="http://schemas.microsoft.com/office/powerpoint/2010/main" val="11752555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7E1C5F0-8898-40B5-9237-7DFEC9E2EA88}"/>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Predictions for one attempt versus restarts</a:t>
            </a:r>
          </a:p>
        </p:txBody>
      </p:sp>
      <p:sp>
        <p:nvSpPr>
          <p:cNvPr id="2" name="text-1">
            <a:extLst xmlns:a="http://schemas.openxmlformats.org/drawingml/2006/main">
              <a:ext uri="{FF2B5EF4-FFF2-40B4-BE49-F238E27FC236}">
                <a16:creationId xmlns:a16="http://schemas.microsoft.com/office/drawing/2014/main" id="{3CBEA68F-FE5F-4714-84AB-E0931CB5FD60}"/>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0E663C84-90CD-4302-B8AC-A6E6FE1C8068}"/>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10</a:t>
            </a:r>
          </a:p>
        </p:txBody>
      </p:sp>
      <p:sp>
        <p:nvSpPr>
          <p:cNvPr id="4" name="text-3">
            <a:extLst xmlns:a="http://schemas.openxmlformats.org/drawingml/2006/main">
              <a:ext uri="{FF2B5EF4-FFF2-40B4-BE49-F238E27FC236}">
                <a16:creationId xmlns:a16="http://schemas.microsoft.com/office/drawing/2014/main" id="{A778C898-85EF-4888-AB13-EF4E8761BF9C}"/>
              </a:ext>
            </a:extLst>
          </p:cNvPr>
          <p:cNvSpPr>
            <a:spLocks xmlns:a="http://schemas.openxmlformats.org/drawingml/2006/main" noGrp="1"/>
          </p:cNvSpPr>
          <p:nvPr/>
        </p:nvSpPr>
        <p:spPr>
          <a:xfrm xmlns:a="http://schemas.openxmlformats.org/drawingml/2006/main">
            <a:off x="685800" y="13811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75F96"/>
                </a:solidFill>
                <a:latin typeface="Arial"/>
                <a:ea typeface="Arial"/>
                <a:cs typeface="Arial"/>
              </a:defRPr>
            </a:defPPr>
          </a:lstStyle>
          <a:p xmlns:a="http://schemas.openxmlformats.org/drawingml/2006/main">
            <a:pPr>
              <a:defRPr sz="2325">
                <a:solidFill>
                  <a:srgbClr val="175F96"/>
                </a:solidFill>
                <a:latin typeface="Arial"/>
                <a:ea typeface="Arial"/>
                <a:cs typeface="Arial"/>
              </a:defRPr>
            </a:pPr>
            <a:r>
              <a:rPr sz="2325">
                <a:solidFill>
                  <a:srgbClr val="175F96"/>
                </a:solidFill>
                <a:latin typeface="Arial"/>
                <a:ea typeface="Arial"/>
                <a:cs typeface="Arial"/>
              </a:rPr>
              <a:t>Restart probability from the measured single-run curve</a:t>
            </a:r>
          </a:p>
        </p:txBody>
      </p:sp>
      <p:sp>
        <p:nvSpPr>
          <p:cNvPr id="5" name="text-4">
            <a:extLst xmlns:a="http://schemas.openxmlformats.org/drawingml/2006/main">
              <a:ext uri="{FF2B5EF4-FFF2-40B4-BE49-F238E27FC236}">
                <a16:creationId xmlns:a16="http://schemas.microsoft.com/office/drawing/2014/main" id="{A35DED2E-79F8-4C28-9D09-5E7D8A2F2F9A}"/>
              </a:ext>
            </a:extLst>
          </p:cNvPr>
          <p:cNvSpPr>
            <a:spLocks xmlns:a="http://schemas.openxmlformats.org/drawingml/2006/main" noGrp="1"/>
          </p:cNvSpPr>
          <p:nvPr/>
        </p:nvSpPr>
        <p:spPr>
          <a:xfrm xmlns:a="http://schemas.openxmlformats.org/drawingml/2006/main">
            <a:off x="685800" y="20383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a:solidFill>
                  <a:srgbClr val="175F96"/>
                </a:solidFill>
                <a:latin typeface="Arial"/>
                <a:ea typeface="Arial"/>
                <a:cs typeface="Arial"/>
              </a:defRPr>
            </a:defPPr>
          </a:lstStyle>
          <a:p xmlns:a="http://schemas.openxmlformats.org/drawingml/2006/main">
            <a:pPr>
              <a:defRPr sz="2775">
                <a:solidFill>
                  <a:srgbClr val="175F96"/>
                </a:solidFill>
                <a:latin typeface="Arial"/>
                <a:ea typeface="Arial"/>
                <a:cs typeface="Arial"/>
              </a:defRPr>
            </a:pPr>
            <a:r>
              <a:rPr sz="2775">
                <a:solidFill>
                  <a:srgbClr val="175F96"/>
                </a:solidFill>
                <a:latin typeface="Arial"/>
                <a:ea typeface="Arial"/>
                <a:cs typeface="Arial"/>
              </a:rPr>
              <a:t>P(at least one success) = 1 − [1 − F(B/k)]ᵏ</a:t>
            </a:r>
          </a:p>
        </p:txBody>
      </p:sp>
      <p:sp>
        <p:nvSpPr>
          <p:cNvPr id="6" name="text-5">
            <a:extLst xmlns:a="http://schemas.openxmlformats.org/drawingml/2006/main">
              <a:ext uri="{FF2B5EF4-FFF2-40B4-BE49-F238E27FC236}">
                <a16:creationId xmlns:a16="http://schemas.microsoft.com/office/drawing/2014/main" id="{EFB2E795-6995-4FE2-BD92-998C8F02A5D9}"/>
              </a:ext>
            </a:extLst>
          </p:cNvPr>
          <p:cNvSpPr>
            <a:spLocks xmlns:a="http://schemas.openxmlformats.org/drawingml/2006/main" noGrp="1"/>
          </p:cNvSpPr>
          <p:nvPr/>
        </p:nvSpPr>
        <p:spPr>
          <a:xfrm xmlns:a="http://schemas.openxmlformats.org/drawingml/2006/main">
            <a:off x="685800" y="27432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2B3A"/>
                </a:solidFill>
                <a:latin typeface="Arial"/>
                <a:ea typeface="Arial"/>
                <a:cs typeface="Arial"/>
              </a:defRPr>
            </a:defPPr>
          </a:lstStyle>
          <a:p xmlns:a="http://schemas.openxmlformats.org/drawingml/2006/main">
            <a:pPr>
              <a:defRPr sz="1800">
                <a:solidFill>
                  <a:srgbClr val="172B3A"/>
                </a:solidFill>
                <a:latin typeface="Arial"/>
                <a:ea typeface="Arial"/>
                <a:cs typeface="Arial"/>
              </a:defRPr>
            </a:pPr>
            <a:r>
              <a:rPr sz="1800">
                <a:solidFill>
                  <a:srgbClr val="172B3A"/>
                </a:solidFill>
                <a:latin typeface="Arial"/>
                <a:ea typeface="Arial"/>
                <a:cs typeface="Arial"/>
              </a:rPr>
              <a:t>B = total updates  |  k = number of fresh starts  |  F(t) = chance one run succeeds by t</a:t>
            </a:r>
          </a:p>
        </p:txBody>
      </p:sp>
      <p:graphicFrame>
        <p:nvGraphicFramePr>
          <p:cNvPr id="7" name="Chart">
            <a:extLst xmlns:a="http://schemas.openxmlformats.org/drawingml/2006/main">
              <a:ext uri="{FF2B5EF4-FFF2-40B4-BE49-F238E27FC236}">
                <a16:creationId xmlns:a16="http://schemas.microsoft.com/office/drawing/2014/main" id="{E70041B1-CB44-4433-AB38-0D15AA1D9525}"/>
              </a:ext>
            </a:extLst>
          </p:cNvPr>
          <p:cNvGraphicFramePr/>
          <p:nvPr/>
        </p:nvGraphicFramePr>
        <p:xfrm>
          <a:off xmlns:a="http://schemas.openxmlformats.org/drawingml/2006/main" x="533400" y="3286125"/>
          <a:ext xmlns:a="http://schemas.openxmlformats.org/drawingml/2006/main" cx="7181850" cy="2667000"/>
        </p:xfrm>
        <a:graphic xmlns:a="http://schemas.openxmlformats.org/drawingml/2006/main">
          <a:graphicData uri="http://schemas.openxmlformats.org/drawingml/2006/chart">
            <c:chart xmlns:r="http://schemas.openxmlformats.org/officeDocument/2006/relationships" xmlns:c="http://schemas.openxmlformats.org/drawingml/2006/chart" r:id="Rea5e1f7a3d1f4a4b"/>
          </a:graphicData>
        </a:graphic>
      </p:graphicFrame>
      <p:sp>
        <p:nvSpPr>
          <p:cNvPr id="8" name="text-6">
            <a:extLst xmlns:a="http://schemas.openxmlformats.org/drawingml/2006/main">
              <a:ext uri="{FF2B5EF4-FFF2-40B4-BE49-F238E27FC236}">
                <a16:creationId xmlns:a16="http://schemas.microsoft.com/office/drawing/2014/main" id="{3151B28B-1C91-462C-A34E-5224FFB44252}"/>
              </a:ext>
            </a:extLst>
          </p:cNvPr>
          <p:cNvSpPr>
            <a:spLocks xmlns:a="http://schemas.openxmlformats.org/drawingml/2006/main" noGrp="1"/>
          </p:cNvSpPr>
          <p:nvPr/>
        </p:nvSpPr>
        <p:spPr>
          <a:xfrm xmlns:a="http://schemas.openxmlformats.org/drawingml/2006/main">
            <a:off x="8067675" y="3457575"/>
            <a:ext cx="32385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2B3A"/>
                </a:solidFill>
                <a:latin typeface="Arial"/>
                <a:ea typeface="Arial"/>
                <a:cs typeface="Arial"/>
              </a:defRPr>
            </a:def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At B = 30,000:</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1 start: 100%</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2 starts: 99.8%</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4 starts: 99.9%</a:t>
            </a:r>
          </a:p>
          <a:p xmlns:a="http://schemas.openxmlformats.org/drawingml/2006/main">
            <a:r>
              <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From main data; these are predictions, not fresh-run evidence.</a:t>
            </a:r>
          </a:p>
        </p:txBody>
      </p:sp>
    </p:spTree>
    <p:extLst>
      <p:ext uri="{BB962C8B-B14F-4D97-AF65-F5344CB8AC3E}">
        <p14:creationId xmlns:p14="http://schemas.microsoft.com/office/powerpoint/2010/main" val="4981972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A572D90-EFA3-4E6C-A90F-50F5CD6346B2}"/>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Fresh starting seeds test the predictions</a:t>
            </a:r>
          </a:p>
        </p:txBody>
      </p:sp>
      <p:sp>
        <p:nvSpPr>
          <p:cNvPr id="2" name="text-1">
            <a:extLst xmlns:a="http://schemas.openxmlformats.org/drawingml/2006/main">
              <a:ext uri="{FF2B5EF4-FFF2-40B4-BE49-F238E27FC236}">
                <a16:creationId xmlns:a16="http://schemas.microsoft.com/office/drawing/2014/main" id="{CC192D90-E5B2-437B-BE01-D29DF343A207}"/>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08DC4344-A577-4E84-8463-8EA95B8491E5}"/>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11</a:t>
            </a:r>
          </a:p>
        </p:txBody>
      </p:sp>
      <p:sp>
        <p:nvSpPr>
          <p:cNvPr id="4" name="text-3">
            <a:extLst xmlns:a="http://schemas.openxmlformats.org/drawingml/2006/main">
              <a:ext uri="{FF2B5EF4-FFF2-40B4-BE49-F238E27FC236}">
                <a16:creationId xmlns:a16="http://schemas.microsoft.com/office/drawing/2014/main" id="{233A2A2A-5D15-4B52-9B87-E4B7E47CFDA4}"/>
              </a:ext>
            </a:extLst>
          </p:cNvPr>
          <p:cNvSpPr>
            <a:spLocks xmlns:a="http://schemas.openxmlformats.org/drawingml/2006/main" noGrp="1"/>
          </p:cNvSpPr>
          <p:nvPr/>
        </p:nvSpPr>
        <p:spPr>
          <a:xfrm xmlns:a="http://schemas.openxmlformats.org/drawingml/2006/main">
            <a:off x="685800" y="13620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75F96"/>
                </a:solidFill>
                <a:latin typeface="Arial"/>
                <a:ea typeface="Arial"/>
                <a:cs typeface="Arial"/>
              </a:defRPr>
            </a:defPPr>
          </a:lstStyle>
          <a:p xmlns:a="http://schemas.openxmlformats.org/drawingml/2006/main">
            <a:pPr>
              <a:defRPr sz="2325">
                <a:solidFill>
                  <a:srgbClr val="175F96"/>
                </a:solidFill>
                <a:latin typeface="Arial"/>
                <a:ea typeface="Arial"/>
                <a:cs typeface="Arial"/>
              </a:defRPr>
            </a:pPr>
            <a:r>
              <a:rPr sz="2325">
                <a:solidFill>
                  <a:srgbClr val="175F96"/>
                </a:solidFill>
                <a:latin typeface="Arial"/>
                <a:ea typeface="Arial"/>
                <a:cs typeface="Arial"/>
              </a:rPr>
              <a:t>Fresh seeds gave the same outcome at this generous budget</a:t>
            </a:r>
          </a:p>
        </p:txBody>
      </p:sp>
      <p:graphicFrame>
        <p:nvGraphicFramePr>
          <p:cNvPr id="5" name="">
            <a:extLst xmlns:a="http://schemas.openxmlformats.org/drawingml/2006/main">
              <a:ext uri="{FF2B5EF4-FFF2-40B4-BE49-F238E27FC236}">
                <a16:creationId xmlns:a16="http://schemas.microsoft.com/office/drawing/2014/main" id="{3D28A0E6-131C-4B33-89BE-5F74BF8F5028}"/>
              </a:ext>
            </a:extLst>
          </p:cNvPr>
          <p:cNvGraphicFramePr/>
          <p:nvPr/>
        </p:nvGraphicFramePr>
        <p:xfrm>
          <a:off xmlns:a="http://schemas.openxmlformats.org/drawingml/2006/main" x="685800" y="2200275"/>
          <a:ext xmlns:a="http://schemas.openxmlformats.org/drawingml/2006/main" cx="10820400" cy="2381250"/>
        </p:xfrm>
        <a:graphic xmlns:a="http://schemas.openxmlformats.org/drawingml/2006/main">
          <a:graphicData uri="http://schemas.openxmlformats.org/drawingml/2006/table">
            <a:tbl>
              <a:tblPr/>
              <a:tblGrid>
                <a:gridCol w="2286000"/>
                <a:gridCol w="3143250"/>
                <a:gridCol w="2286000"/>
                <a:gridCol w="3105150"/>
              </a:tblGrid>
              <a:tr h="595313">
                <a:tc>
                  <a:txBody>
                    <a:bodyPr lIns="76200" tIns="76200" rIns="76200" bIns="76200"/>
                    <a:lstStyle/>
                    <a:p>
                      <a:r>
                        <a:rPr sz="1725" b="1">
                          <a:solidFill>
                            <a:srgbClr val="175F96"/>
                          </a:solidFill>
                          <a:latin typeface="Arial"/>
                          <a:ea typeface="Arial"/>
                          <a:cs typeface="Arial"/>
                        </a:rPr>
                        <a:t>Policy</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725" b="1">
                          <a:solidFill>
                            <a:srgbClr val="175F96"/>
                          </a:solidFill>
                          <a:latin typeface="Arial"/>
                          <a:ea typeface="Arial"/>
                          <a:cs typeface="Arial"/>
                        </a:rPr>
                        <a:t>Allocation</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725" b="1">
                          <a:solidFill>
                            <a:srgbClr val="175F96"/>
                          </a:solidFill>
                          <a:latin typeface="Arial"/>
                          <a:ea typeface="Arial"/>
                          <a:cs typeface="Arial"/>
                        </a:rPr>
                        <a:t>Success</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725" b="1">
                          <a:solidFill>
                            <a:srgbClr val="175F96"/>
                          </a:solidFill>
                          <a:latin typeface="Arial"/>
                          <a:ea typeface="Arial"/>
                          <a:cs typeface="Arial"/>
                        </a:rPr>
                        <a:t>Exact 95% CI</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r>
              <a:tr h="595313">
                <a:tc>
                  <a:txBody>
                    <a:bodyPr lIns="76200" tIns="76200" rIns="76200" bIns="76200"/>
                    <a:lstStyle/>
                    <a:p>
                      <a:r>
                        <a:rPr sz="1725" b="0">
                          <a:solidFill>
                            <a:srgbClr val="172B3A"/>
                          </a:solidFill>
                          <a:latin typeface="Arial"/>
                          <a:ea typeface="Arial"/>
                          <a:cs typeface="Arial"/>
                        </a:rPr>
                        <a:t>1 start</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1 × 30,000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10/10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69.2–100%</a:t>
                      </a:r>
                    </a:p>
                  </a:txBody>
                  <a:tcPr marL="91440" marR="91440" marT="45720" marB="45720" anchor="ctr">
                    <a:lnR w="0">
                      <a:solidFill>
                        <a:srgbClr val="FFFFFF"/>
                      </a:solidFill>
                    </a:lnR>
                    <a:lnB w="0">
                      <a:solidFill>
                        <a:srgbClr val="FFFFFF"/>
                      </a:solidFill>
                    </a:lnB>
                    <a:solidFill>
                      <a:srgbClr val="FFFFFF"/>
                    </a:solidFill>
                  </a:tcPr>
                </a:tc>
              </a:tr>
              <a:tr h="595313">
                <a:tc>
                  <a:txBody>
                    <a:bodyPr lIns="76200" tIns="76200" rIns="76200" bIns="76200"/>
                    <a:lstStyle/>
                    <a:p>
                      <a:r>
                        <a:rPr sz="1725" b="0">
                          <a:solidFill>
                            <a:srgbClr val="172B3A"/>
                          </a:solidFill>
                          <a:latin typeface="Arial"/>
                          <a:ea typeface="Arial"/>
                          <a:cs typeface="Arial"/>
                        </a:rPr>
                        <a:t>2 starts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 × 15,000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10/10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69.2–100%</a:t>
                      </a:r>
                    </a:p>
                  </a:txBody>
                  <a:tcPr marL="91440" marR="91440" marT="45720" marB="45720" anchor="ctr">
                    <a:lnR w="0">
                      <a:solidFill>
                        <a:srgbClr val="FFFFFF"/>
                      </a:solidFill>
                    </a:lnR>
                    <a:lnB w="0">
                      <a:solidFill>
                        <a:srgbClr val="FFFFFF"/>
                      </a:solidFill>
                    </a:lnB>
                    <a:solidFill>
                      <a:srgbClr val="FFFFFF"/>
                    </a:solidFill>
                  </a:tcPr>
                </a:tc>
              </a:tr>
              <a:tr h="595313">
                <a:tc>
                  <a:txBody>
                    <a:bodyPr lIns="76200" tIns="76200" rIns="76200" bIns="76200"/>
                    <a:lstStyle/>
                    <a:p>
                      <a:r>
                        <a:rPr sz="1725" b="0">
                          <a:solidFill>
                            <a:srgbClr val="172B3A"/>
                          </a:solidFill>
                          <a:latin typeface="Arial"/>
                          <a:ea typeface="Arial"/>
                          <a:cs typeface="Arial"/>
                        </a:rPr>
                        <a:t>4 starts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4 × 7,500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10/10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69.2–100%</a:t>
                      </a:r>
                    </a:p>
                  </a:txBody>
                  <a:tcPr marL="91440" marR="91440" marT="45720" marB="45720" anchor="ctr">
                    <a:lnR w="0">
                      <a:solidFill>
                        <a:srgbClr val="FFFFFF"/>
                      </a:solidFill>
                    </a:lnR>
                    <a:lnB w="0">
                      <a:solidFill>
                        <a:srgbClr val="FFFFFF"/>
                      </a:solidFill>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7410597A-793C-4206-97E4-31B3720E9165}"/>
              </a:ext>
            </a:extLst>
          </p:cNvPr>
          <p:cNvSpPr>
            <a:spLocks xmlns:a="http://schemas.openxmlformats.org/drawingml/2006/main" noGrp="1"/>
          </p:cNvSpPr>
          <p:nvPr/>
        </p:nvSpPr>
        <p:spPr>
          <a:xfrm xmlns:a="http://schemas.openxmlformats.org/drawingml/2006/main">
            <a:off x="685800" y="49149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2B3A"/>
                </a:solidFill>
                <a:latin typeface="Arial"/>
                <a:ea typeface="Arial"/>
                <a:cs typeface="Arial"/>
              </a:defRPr>
            </a:defPPr>
          </a:lstStyle>
          <a:p xmlns:a="http://schemas.openxmlformats.org/drawingml/2006/main">
            <a:pPr>
              <a:defRPr sz="1800">
                <a:solidFill>
                  <a:srgbClr val="172B3A"/>
                </a:solidFill>
                <a:latin typeface="Arial"/>
                <a:ea typeface="Arial"/>
                <a:cs typeface="Arial"/>
              </a:defRPr>
            </a:pPr>
            <a:r>
              <a:rPr sz="1800">
                <a:solidFill>
                  <a:srgbClr val="172B3A"/>
                </a:solidFill>
                <a:latin typeface="Arial"/>
                <a:ea typeface="Arial"/>
                <a:cs typeface="Arial"/>
              </a:rPr>
              <a:t>30 independent budget attempts; 70 individual training runs; exactly 30,000 logical updates per attempt.</a:t>
            </a:r>
          </a:p>
        </p:txBody>
      </p:sp>
      <p:sp>
        <p:nvSpPr>
          <p:cNvPr id="7" name="text-5">
            <a:extLst xmlns:a="http://schemas.openxmlformats.org/drawingml/2006/main">
              <a:ext uri="{FF2B5EF4-FFF2-40B4-BE49-F238E27FC236}">
                <a16:creationId xmlns:a16="http://schemas.microsoft.com/office/drawing/2014/main" id="{EA484166-96C1-4DD3-8256-EFA774D376DE}"/>
              </a:ext>
            </a:extLst>
          </p:cNvPr>
          <p:cNvSpPr>
            <a:spLocks xmlns:a="http://schemas.openxmlformats.org/drawingml/2006/main" noGrp="1"/>
          </p:cNvSpPr>
          <p:nvPr/>
        </p:nvSpPr>
        <p:spPr>
          <a:xfrm xmlns:a="http://schemas.openxmlformats.org/drawingml/2006/main">
            <a:off x="685800" y="55530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5F96"/>
                </a:solidFill>
                <a:latin typeface="Arial"/>
                <a:ea typeface="Arial"/>
                <a:cs typeface="Arial"/>
              </a:defRPr>
            </a:defPPr>
          </a:lstStyle>
          <a:p xmlns:a="http://schemas.openxmlformats.org/drawingml/2006/main">
            <a:pPr>
              <a:defRPr sz="1800">
                <a:solidFill>
                  <a:srgbClr val="175F96"/>
                </a:solidFill>
                <a:latin typeface="Arial"/>
                <a:ea typeface="Arial"/>
                <a:cs typeface="Arial"/>
              </a:defRPr>
            </a:pPr>
            <a:r>
              <a:rPr sz="1800">
                <a:solidFill>
                  <a:srgbClr val="175F96"/>
                </a:solidFill>
                <a:latin typeface="Arial"/>
                <a:ea typeface="Arial"/>
                <a:cs typeface="Arial"/>
              </a:rPr>
              <a:t>No clear winner at this budget; equal results do not prove the policies equivalent. Runtime was not a controlled comparison.</a:t>
            </a:r>
          </a:p>
        </p:txBody>
      </p:sp>
    </p:spTree>
    <p:extLst>
      <p:ext uri="{BB962C8B-B14F-4D97-AF65-F5344CB8AC3E}">
        <p14:creationId xmlns:p14="http://schemas.microsoft.com/office/powerpoint/2010/main" val="11680251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EFF07471-2AFB-4529-9EDE-5053D93A9B29}"/>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What the completed study establishes</a:t>
            </a:r>
          </a:p>
        </p:txBody>
      </p:sp>
      <p:sp>
        <p:nvSpPr>
          <p:cNvPr id="2" name="text-1">
            <a:extLst xmlns:a="http://schemas.openxmlformats.org/drawingml/2006/main">
              <a:ext uri="{FF2B5EF4-FFF2-40B4-BE49-F238E27FC236}">
                <a16:creationId xmlns:a16="http://schemas.microsoft.com/office/drawing/2014/main" id="{FB749496-5816-4397-8C35-DF549201D920}"/>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D69214BE-E700-4DA1-9CB4-8AA5E141D8BF}"/>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12</a:t>
            </a:r>
          </a:p>
        </p:txBody>
      </p:sp>
      <p:sp>
        <p:nvSpPr>
          <p:cNvPr id="4" name="text-3">
            <a:extLst xmlns:a="http://schemas.openxmlformats.org/drawingml/2006/main">
              <a:ext uri="{FF2B5EF4-FFF2-40B4-BE49-F238E27FC236}">
                <a16:creationId xmlns:a16="http://schemas.microsoft.com/office/drawing/2014/main" id="{373A6AC9-6083-44EE-8AAD-8826510F1C23}"/>
              </a:ext>
            </a:extLst>
          </p:cNvPr>
          <p:cNvSpPr>
            <a:spLocks xmlns:a="http://schemas.openxmlformats.org/drawingml/2006/main" noGrp="1"/>
          </p:cNvSpPr>
          <p:nvPr/>
        </p:nvSpPr>
        <p:spPr>
          <a:xfrm xmlns:a="http://schemas.openxmlformats.org/drawingml/2006/main">
            <a:off x="685800" y="13811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175F96"/>
                </a:solidFill>
                <a:latin typeface="Arial"/>
                <a:ea typeface="Arial"/>
                <a:cs typeface="Arial"/>
              </a:defRPr>
            </a:defPPr>
          </a:lstStyle>
          <a:p xmlns:a="http://schemas.openxmlformats.org/drawingml/2006/main">
            <a:pPr>
              <a:defRPr sz="2550">
                <a:solidFill>
                  <a:srgbClr val="175F96"/>
                </a:solidFill>
                <a:latin typeface="Arial"/>
                <a:ea typeface="Arial"/>
                <a:cs typeface="Arial"/>
              </a:defRPr>
            </a:pPr>
            <a:r>
              <a:rPr sz="2550">
                <a:solidFill>
                  <a:srgbClr val="175F96"/>
                </a:solidFill>
                <a:latin typeface="Arial"/>
                <a:ea typeface="Arial"/>
                <a:cs typeface="Arial"/>
              </a:rPr>
              <a:t>Findings and limits</a:t>
            </a:r>
          </a:p>
        </p:txBody>
      </p:sp>
      <p:sp>
        <p:nvSpPr>
          <p:cNvPr id="5" name="text-4">
            <a:extLst xmlns:a="http://schemas.openxmlformats.org/drawingml/2006/main">
              <a:ext uri="{FF2B5EF4-FFF2-40B4-BE49-F238E27FC236}">
                <a16:creationId xmlns:a16="http://schemas.microsoft.com/office/drawing/2014/main" id="{3F732845-CBF0-4C6D-97D9-9FBDE2F62BA2}"/>
              </a:ext>
            </a:extLst>
          </p:cNvPr>
          <p:cNvSpPr>
            <a:spLocks xmlns:a="http://schemas.openxmlformats.org/drawingml/2006/main" noGrp="1"/>
          </p:cNvSpPr>
          <p:nvPr/>
        </p:nvSpPr>
        <p:spPr>
          <a:xfrm xmlns:a="http://schemas.openxmlformats.org/drawingml/2006/main">
            <a:off x="685800" y="22383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Waiting time changes across random starts and training settings.</a:t>
            </a:r>
          </a:p>
        </p:txBody>
      </p:sp>
      <p:sp>
        <p:nvSpPr>
          <p:cNvPr id="6" name="text-5">
            <a:extLst xmlns:a="http://schemas.openxmlformats.org/drawingml/2006/main">
              <a:ext uri="{FF2B5EF4-FFF2-40B4-BE49-F238E27FC236}">
                <a16:creationId xmlns:a16="http://schemas.microsoft.com/office/drawing/2014/main" id="{B4D397B4-4FC4-456F-B058-76A35F4960EB}"/>
              </a:ext>
            </a:extLst>
          </p:cNvPr>
          <p:cNvSpPr>
            <a:spLocks xmlns:a="http://schemas.openxmlformats.org/drawingml/2006/main" noGrp="1"/>
          </p:cNvSpPr>
          <p:nvPr/>
        </p:nvSpPr>
        <p:spPr>
          <a:xfrm xmlns:a="http://schemas.openxmlformats.org/drawingml/2006/main">
            <a:off x="685800" y="29432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83/120 main runs confirmed generalization within 30,000 updates; 37 remained unfinished.</a:t>
            </a:r>
          </a:p>
        </p:txBody>
      </p:sp>
      <p:sp>
        <p:nvSpPr>
          <p:cNvPr id="7" name="text-6">
            <a:extLst xmlns:a="http://schemas.openxmlformats.org/drawingml/2006/main">
              <a:ext uri="{FF2B5EF4-FFF2-40B4-BE49-F238E27FC236}">
                <a16:creationId xmlns:a16="http://schemas.microsoft.com/office/drawing/2014/main" id="{A9961154-7AE2-400B-B6C1-DFADE3DFC4CD}"/>
              </a:ext>
            </a:extLst>
          </p:cNvPr>
          <p:cNvSpPr>
            <a:spLocks xmlns:a="http://schemas.openxmlformats.org/drawingml/2006/main" noGrp="1"/>
          </p:cNvSpPr>
          <p:nvPr/>
        </p:nvSpPr>
        <p:spPr>
          <a:xfrm xmlns:a="http://schemas.openxmlformats.org/drawingml/2006/main">
            <a:off x="685800" y="36480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62/83 confirmed runs later fell below 95% held-out accuracy: first success is not permanent success.</a:t>
            </a:r>
          </a:p>
        </p:txBody>
      </p:sp>
      <p:sp>
        <p:nvSpPr>
          <p:cNvPr id="8" name="text-7">
            <a:extLst xmlns:a="http://schemas.openxmlformats.org/drawingml/2006/main">
              <a:ext uri="{FF2B5EF4-FFF2-40B4-BE49-F238E27FC236}">
                <a16:creationId xmlns:a16="http://schemas.microsoft.com/office/drawing/2014/main" id="{720DB071-F2D4-4ADF-B83D-35C2C660A70F}"/>
              </a:ext>
            </a:extLst>
          </p:cNvPr>
          <p:cNvSpPr>
            <a:spLocks xmlns:a="http://schemas.openxmlformats.org/drawingml/2006/main" noGrp="1"/>
          </p:cNvSpPr>
          <p:nvPr/>
        </p:nvSpPr>
        <p:spPr>
          <a:xfrm xmlns:a="http://schemas.openxmlformats.org/drawingml/2006/main">
            <a:off x="685800" y="43529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All restart policies succeeded 10/10 at the tested budget, so the policy comparison is inconclusive.</a:t>
            </a:r>
          </a:p>
        </p:txBody>
      </p:sp>
      <p:sp>
        <p:nvSpPr>
          <p:cNvPr id="9" name="text-8">
            <a:extLst xmlns:a="http://schemas.openxmlformats.org/drawingml/2006/main">
              <a:ext uri="{FF2B5EF4-FFF2-40B4-BE49-F238E27FC236}">
                <a16:creationId xmlns:a16="http://schemas.microsoft.com/office/drawing/2014/main" id="{FBC65F43-16D0-4CB1-878D-48128F1444D9}"/>
              </a:ext>
            </a:extLst>
          </p:cNvPr>
          <p:cNvSpPr>
            <a:spLocks xmlns:a="http://schemas.openxmlformats.org/drawingml/2006/main" noGrp="1"/>
          </p:cNvSpPr>
          <p:nvPr/>
        </p:nvSpPr>
        <p:spPr>
          <a:xfrm xmlns:a="http://schemas.openxmlformats.org/drawingml/2006/main">
            <a:off x="685800" y="50577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Next research: smaller budgets, different practice/test splits, and sustained generalization.</a:t>
            </a:r>
          </a:p>
        </p:txBody>
      </p:sp>
      <p:sp>
        <p:nvSpPr>
          <p:cNvPr id="10" name="text-9">
            <a:extLst xmlns:a="http://schemas.openxmlformats.org/drawingml/2006/main">
              <a:ext uri="{FF2B5EF4-FFF2-40B4-BE49-F238E27FC236}">
                <a16:creationId xmlns:a16="http://schemas.microsoft.com/office/drawing/2014/main" id="{22EED23E-0E77-4F65-876F-A15E1ED905FF}"/>
              </a:ext>
            </a:extLst>
          </p:cNvPr>
          <p:cNvSpPr>
            <a:spLocks xmlns:a="http://schemas.openxmlformats.org/drawingml/2006/main" noGrp="1"/>
          </p:cNvSpPr>
          <p:nvPr/>
        </p:nvSpPr>
        <p:spPr>
          <a:xfrm xmlns:a="http://schemas.openxmlformats.org/drawingml/2006/main">
            <a:off x="685800" y="59436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667784"/>
                </a:solidFill>
                <a:latin typeface="Arial"/>
                <a:ea typeface="Arial"/>
                <a:cs typeface="Arial"/>
              </a:defRPr>
            </a:defPPr>
          </a:lstStyle>
          <a:p xmlns:a="http://schemas.openxmlformats.org/drawingml/2006/main">
            <a:pPr>
              <a:defRPr sz="1725">
                <a:solidFill>
                  <a:srgbClr val="667784"/>
                </a:solidFill>
                <a:latin typeface="Arial"/>
                <a:ea typeface="Arial"/>
                <a:cs typeface="Arial"/>
              </a:defRPr>
            </a:pPr>
            <a:r>
              <a:rPr sz="1725">
                <a:solidFill>
                  <a:srgbClr val="667784"/>
                </a:solidFill>
                <a:latin typeface="Arial"/>
                <a:ea typeface="Arial"/>
                <a:cs typeface="Arial"/>
              </a:rPr>
              <a:t>The evidence is for this task, one fixed split and this small model.</a:t>
            </a:r>
          </a:p>
        </p:txBody>
      </p:sp>
    </p:spTree>
    <p:extLst>
      <p:ext uri="{BB962C8B-B14F-4D97-AF65-F5344CB8AC3E}">
        <p14:creationId xmlns:p14="http://schemas.microsoft.com/office/powerpoint/2010/main" val="18709627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BB27628F-534C-49C9-8E8F-373A962D40EF}"/>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Sources and proposed contribution</a:t>
            </a:r>
          </a:p>
        </p:txBody>
      </p:sp>
      <p:sp>
        <p:nvSpPr>
          <p:cNvPr id="2" name="text-1">
            <a:extLst xmlns:a="http://schemas.openxmlformats.org/drawingml/2006/main">
              <a:ext uri="{FF2B5EF4-FFF2-40B4-BE49-F238E27FC236}">
                <a16:creationId xmlns:a16="http://schemas.microsoft.com/office/drawing/2014/main" id="{96F82854-4E78-4075-A801-380735D675C7}"/>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3BC9357F-48FA-4E18-8138-42E23946B3DE}"/>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13</a:t>
            </a:r>
          </a:p>
        </p:txBody>
      </p:sp>
      <p:sp>
        <p:nvSpPr>
          <p:cNvPr id="4" name="text-3">
            <a:extLst xmlns:a="http://schemas.openxmlformats.org/drawingml/2006/main">
              <a:ext uri="{FF2B5EF4-FFF2-40B4-BE49-F238E27FC236}">
                <a16:creationId xmlns:a16="http://schemas.microsoft.com/office/drawing/2014/main" id="{08A24CCC-EF55-4948-8FA7-3855E08D51C7}"/>
              </a:ext>
            </a:extLst>
          </p:cNvPr>
          <p:cNvSpPr>
            <a:spLocks xmlns:a="http://schemas.openxmlformats.org/drawingml/2006/main" noGrp="1"/>
          </p:cNvSpPr>
          <p:nvPr/>
        </p:nvSpPr>
        <p:spPr>
          <a:xfrm xmlns:a="http://schemas.openxmlformats.org/drawingml/2006/main">
            <a:off x="685800" y="14287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2B3A"/>
                </a:solidFill>
                <a:latin typeface="Arial"/>
                <a:ea typeface="Arial"/>
                <a:cs typeface="Arial"/>
              </a:defRPr>
            </a:defPPr>
          </a:lstStyle>
          <a:p xmlns:a="http://schemas.openxmlformats.org/drawingml/2006/main">
            <a:pPr>
              <a:defRPr sz="1725">
                <a:solidFill>
                  <a:srgbClr val="172B3A"/>
                </a:solidFill>
                <a:latin typeface="Arial"/>
                <a:ea typeface="Arial"/>
                <a:cs typeface="Arial"/>
              </a:defRPr>
            </a:pPr>
            <a:r>
              <a:rPr sz="1725">
                <a:solidFill>
                  <a:srgbClr val="172B3A"/>
                </a:solidFill>
                <a:latin typeface="Arial"/>
                <a:ea typeface="Arial"/>
                <a:cs typeface="Arial"/>
              </a:rPr>
              <a:t>[1] Power et al. (2022)</a:t>
            </a:r>
          </a:p>
          <a:p xmlns:a="http://schemas.openxmlformats.org/drawingml/2006/main">
            <a:pPr>
              <a:defRPr sz="1725">
                <a:solidFill>
                  <a:srgbClr val="172B3A"/>
                </a:solidFill>
                <a:latin typeface="Arial"/>
                <a:ea typeface="Arial"/>
                <a:cs typeface="Arial"/>
              </a:defRPr>
            </a:pPr>
            <a:r>
              <a:rPr sz="1725">
                <a:solidFill>
                  <a:srgbClr val="172B3A"/>
                </a:solidFill>
                <a:latin typeface="Arial"/>
                <a:ea typeface="Arial"/>
                <a:cs typeface="Arial"/>
              </a:rPr>
              <a:t>Grokking: Generalization Beyond Overfitting on Small Algorithmic Datasets</a:t>
            </a:r>
          </a:p>
        </p:txBody>
      </p:sp>
      <p:sp>
        <p:nvSpPr>
          <p:cNvPr id="5" name="text-4">
            <a:extLst xmlns:a="http://schemas.openxmlformats.org/drawingml/2006/main">
              <a:ext uri="{FF2B5EF4-FFF2-40B4-BE49-F238E27FC236}">
                <a16:creationId xmlns:a16="http://schemas.microsoft.com/office/drawing/2014/main" id="{6E843FB0-6CB9-4EF2-9C2A-E44741E26D87}"/>
              </a:ext>
            </a:extLst>
          </p:cNvPr>
          <p:cNvSpPr>
            <a:spLocks xmlns:a="http://schemas.openxmlformats.org/drawingml/2006/main" noGrp="1"/>
          </p:cNvSpPr>
          <p:nvPr/>
        </p:nvSpPr>
        <p:spPr>
          <a:xfrm xmlns:a="http://schemas.openxmlformats.org/drawingml/2006/main">
            <a:off x="685800" y="2085975"/>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175F96"/>
                </a:solidFill>
                <a:latin typeface="Arial"/>
                <a:ea typeface="Arial"/>
                <a:cs typeface="Arial"/>
              </a:defRPr>
            </a:defPPr>
          </a:lstStyle>
          <a:p xmlns:a="http://schemas.openxmlformats.org/drawingml/2006/main">
            <a:pPr>
              <a:defRPr sz="1350">
                <a:solidFill>
                  <a:srgbClr val="175F96"/>
                </a:solidFill>
                <a:latin typeface="Arial"/>
                <a:ea typeface="Arial"/>
                <a:cs typeface="Arial"/>
              </a:defRPr>
            </a:pPr>
            <a:r>
              <a:rPr sz="1350">
                <a:solidFill>
                  <a:srgbClr val="175F96"/>
                </a:solidFill>
                <a:latin typeface="Arial"/>
                <a:ea typeface="Arial"/>
                <a:cs typeface="Arial"/>
              </a:rPr>
              <a:t>https://arxiv.org/abs/2201.02177</a:t>
            </a:r>
          </a:p>
        </p:txBody>
      </p:sp>
      <p:sp>
        <p:nvSpPr>
          <p:cNvPr id="6" name="text-5">
            <a:extLst xmlns:a="http://schemas.openxmlformats.org/drawingml/2006/main">
              <a:ext uri="{FF2B5EF4-FFF2-40B4-BE49-F238E27FC236}">
                <a16:creationId xmlns:a16="http://schemas.microsoft.com/office/drawing/2014/main" id="{6A5EAAA9-8EB1-4CE6-AA08-F7A0378F0602}"/>
              </a:ext>
            </a:extLst>
          </p:cNvPr>
          <p:cNvSpPr>
            <a:spLocks xmlns:a="http://schemas.openxmlformats.org/drawingml/2006/main" noGrp="1"/>
          </p:cNvSpPr>
          <p:nvPr/>
        </p:nvSpPr>
        <p:spPr>
          <a:xfrm xmlns:a="http://schemas.openxmlformats.org/drawingml/2006/main">
            <a:off x="685800" y="25336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2B3A"/>
                </a:solidFill>
                <a:latin typeface="Arial"/>
                <a:ea typeface="Arial"/>
                <a:cs typeface="Arial"/>
              </a:defRPr>
            </a:defPPr>
          </a:lstStyle>
          <a:p xmlns:a="http://schemas.openxmlformats.org/drawingml/2006/main">
            <a:pPr>
              <a:defRPr sz="1725">
                <a:solidFill>
                  <a:srgbClr val="172B3A"/>
                </a:solidFill>
                <a:latin typeface="Arial"/>
                <a:ea typeface="Arial"/>
                <a:cs typeface="Arial"/>
              </a:defRPr>
            </a:pPr>
            <a:r>
              <a:rPr sz="1725">
                <a:solidFill>
                  <a:srgbClr val="172B3A"/>
                </a:solidFill>
                <a:latin typeface="Arial"/>
                <a:ea typeface="Arial"/>
                <a:cs typeface="Arial"/>
              </a:rPr>
              <a:t>[2] Truong et al. (2026), preprint</a:t>
            </a:r>
          </a:p>
          <a:p xmlns:a="http://schemas.openxmlformats.org/drawingml/2006/main">
            <a:pPr>
              <a:defRPr sz="1725">
                <a:solidFill>
                  <a:srgbClr val="172B3A"/>
                </a:solidFill>
                <a:latin typeface="Arial"/>
                <a:ea typeface="Arial"/>
                <a:cs typeface="Arial"/>
              </a:defRPr>
            </a:pPr>
            <a:r>
              <a:rPr sz="1725">
                <a:solidFill>
                  <a:srgbClr val="172B3A"/>
                </a:solidFill>
                <a:latin typeface="Arial"/>
                <a:ea typeface="Arial"/>
                <a:cs typeface="Arial"/>
              </a:rPr>
              <a:t>First-Passage Prediction of Grokking Delay: A Calibrated Law under AdamW with Causal Validation</a:t>
            </a:r>
          </a:p>
        </p:txBody>
      </p:sp>
      <p:sp>
        <p:nvSpPr>
          <p:cNvPr id="7" name="text-6">
            <a:extLst xmlns:a="http://schemas.openxmlformats.org/drawingml/2006/main">
              <a:ext uri="{FF2B5EF4-FFF2-40B4-BE49-F238E27FC236}">
                <a16:creationId xmlns:a16="http://schemas.microsoft.com/office/drawing/2014/main" id="{30E0E173-5AB5-4CC0-B092-E50ED66C1EED}"/>
              </a:ext>
            </a:extLst>
          </p:cNvPr>
          <p:cNvSpPr>
            <a:spLocks xmlns:a="http://schemas.openxmlformats.org/drawingml/2006/main" noGrp="1"/>
          </p:cNvSpPr>
          <p:nvPr/>
        </p:nvSpPr>
        <p:spPr>
          <a:xfrm xmlns:a="http://schemas.openxmlformats.org/drawingml/2006/main">
            <a:off x="685800" y="3190875"/>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175F96"/>
                </a:solidFill>
                <a:latin typeface="Arial"/>
                <a:ea typeface="Arial"/>
                <a:cs typeface="Arial"/>
              </a:defRPr>
            </a:defPPr>
          </a:lstStyle>
          <a:p xmlns:a="http://schemas.openxmlformats.org/drawingml/2006/main">
            <a:pPr>
              <a:defRPr sz="1350">
                <a:solidFill>
                  <a:srgbClr val="175F96"/>
                </a:solidFill>
                <a:latin typeface="Arial"/>
                <a:ea typeface="Arial"/>
                <a:cs typeface="Arial"/>
              </a:defRPr>
            </a:pPr>
            <a:r>
              <a:rPr sz="1350">
                <a:solidFill>
                  <a:srgbClr val="175F96"/>
                </a:solidFill>
                <a:latin typeface="Arial"/>
                <a:ea typeface="Arial"/>
                <a:cs typeface="Arial"/>
              </a:rPr>
              <a:t>https://arxiv.org/abs/2605.18845</a:t>
            </a:r>
          </a:p>
        </p:txBody>
      </p:sp>
      <p:sp>
        <p:nvSpPr>
          <p:cNvPr id="8" name="text-7">
            <a:extLst xmlns:a="http://schemas.openxmlformats.org/drawingml/2006/main">
              <a:ext uri="{FF2B5EF4-FFF2-40B4-BE49-F238E27FC236}">
                <a16:creationId xmlns:a16="http://schemas.microsoft.com/office/drawing/2014/main" id="{5C83AF38-DBF4-4268-A050-C6883F803442}"/>
              </a:ext>
            </a:extLst>
          </p:cNvPr>
          <p:cNvSpPr>
            <a:spLocks xmlns:a="http://schemas.openxmlformats.org/drawingml/2006/main" noGrp="1"/>
          </p:cNvSpPr>
          <p:nvPr/>
        </p:nvSpPr>
        <p:spPr>
          <a:xfrm xmlns:a="http://schemas.openxmlformats.org/drawingml/2006/main">
            <a:off x="685800" y="36385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2B3A"/>
                </a:solidFill>
                <a:latin typeface="Arial"/>
                <a:ea typeface="Arial"/>
                <a:cs typeface="Arial"/>
              </a:defRPr>
            </a:defPPr>
          </a:lstStyle>
          <a:p xmlns:a="http://schemas.openxmlformats.org/drawingml/2006/main">
            <a:pPr>
              <a:defRPr sz="1725">
                <a:solidFill>
                  <a:srgbClr val="172B3A"/>
                </a:solidFill>
                <a:latin typeface="Arial"/>
                <a:ea typeface="Arial"/>
                <a:cs typeface="Arial"/>
              </a:defRPr>
            </a:pPr>
            <a:r>
              <a:rPr sz="1725">
                <a:solidFill>
                  <a:srgbClr val="172B3A"/>
                </a:solidFill>
                <a:latin typeface="Arial"/>
                <a:ea typeface="Arial"/>
                <a:cs typeface="Arial"/>
              </a:rPr>
              <a:t>[3] Streeter, Golovin and Smith (2007)</a:t>
            </a:r>
          </a:p>
          <a:p xmlns:a="http://schemas.openxmlformats.org/drawingml/2006/main">
            <a:pPr>
              <a:defRPr sz="1725">
                <a:solidFill>
                  <a:srgbClr val="172B3A"/>
                </a:solidFill>
                <a:latin typeface="Arial"/>
                <a:ea typeface="Arial"/>
                <a:cs typeface="Arial"/>
              </a:defRPr>
            </a:pPr>
            <a:r>
              <a:rPr sz="1725">
                <a:solidFill>
                  <a:srgbClr val="172B3A"/>
                </a:solidFill>
                <a:latin typeface="Arial"/>
                <a:ea typeface="Arial"/>
                <a:cs typeface="Arial"/>
              </a:rPr>
              <a:t>Restart Schedules for Ensembles of Problem Instances</a:t>
            </a:r>
          </a:p>
        </p:txBody>
      </p:sp>
      <p:sp>
        <p:nvSpPr>
          <p:cNvPr id="9" name="text-8">
            <a:extLst xmlns:a="http://schemas.openxmlformats.org/drawingml/2006/main">
              <a:ext uri="{FF2B5EF4-FFF2-40B4-BE49-F238E27FC236}">
                <a16:creationId xmlns:a16="http://schemas.microsoft.com/office/drawing/2014/main" id="{477C0907-0917-44DF-9E69-9CF1E26FCA33}"/>
              </a:ext>
            </a:extLst>
          </p:cNvPr>
          <p:cNvSpPr>
            <a:spLocks xmlns:a="http://schemas.openxmlformats.org/drawingml/2006/main" noGrp="1"/>
          </p:cNvSpPr>
          <p:nvPr/>
        </p:nvSpPr>
        <p:spPr>
          <a:xfrm xmlns:a="http://schemas.openxmlformats.org/drawingml/2006/main">
            <a:off x="685800" y="4295775"/>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175F96"/>
                </a:solidFill>
                <a:latin typeface="Arial"/>
                <a:ea typeface="Arial"/>
                <a:cs typeface="Arial"/>
              </a:defRPr>
            </a:defPPr>
          </a:lstStyle>
          <a:p xmlns:a="http://schemas.openxmlformats.org/drawingml/2006/main">
            <a:pPr>
              <a:defRPr sz="1350">
                <a:solidFill>
                  <a:srgbClr val="175F96"/>
                </a:solidFill>
                <a:latin typeface="Arial"/>
                <a:ea typeface="Arial"/>
                <a:cs typeface="Arial"/>
              </a:defRPr>
            </a:pPr>
            <a:r>
              <a:rPr sz="1350">
                <a:solidFill>
                  <a:srgbClr val="175F96"/>
                </a:solidFill>
                <a:latin typeface="Arial"/>
                <a:ea typeface="Arial"/>
                <a:cs typeface="Arial"/>
              </a:rPr>
              <a:t>https://www.cs.cmu.edu/~dgolovin/papers/aaai07b.pdf</a:t>
            </a:r>
          </a:p>
        </p:txBody>
      </p:sp>
      <p:sp>
        <p:nvSpPr>
          <p:cNvPr id="10" name="text-9">
            <a:extLst xmlns:a="http://schemas.openxmlformats.org/drawingml/2006/main">
              <a:ext uri="{FF2B5EF4-FFF2-40B4-BE49-F238E27FC236}">
                <a16:creationId xmlns:a16="http://schemas.microsoft.com/office/drawing/2014/main" id="{6162ABD9-9578-44B0-B4A3-ED9638B64CEC}"/>
              </a:ext>
            </a:extLst>
          </p:cNvPr>
          <p:cNvSpPr>
            <a:spLocks xmlns:a="http://schemas.openxmlformats.org/drawingml/2006/main" noGrp="1"/>
          </p:cNvSpPr>
          <p:nvPr/>
        </p:nvSpPr>
        <p:spPr>
          <a:xfrm xmlns:a="http://schemas.openxmlformats.org/drawingml/2006/main">
            <a:off x="685800" y="48577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172B3A"/>
                </a:solidFill>
                <a:latin typeface="Arial"/>
                <a:ea typeface="Arial"/>
                <a:cs typeface="Arial"/>
              </a:defRPr>
            </a:defPPr>
          </a:lstStyle>
          <a:p xmlns:a="http://schemas.openxmlformats.org/drawingml/2006/main">
            <a:pPr>
              <a:defRPr sz="1575">
                <a:solidFill>
                  <a:srgbClr val="172B3A"/>
                </a:solidFill>
                <a:latin typeface="Arial"/>
                <a:ea typeface="Arial"/>
                <a:cs typeface="Arial"/>
              </a:defRPr>
            </a:pPr>
            <a:r>
              <a:rPr sz="1575">
                <a:solidFill>
                  <a:srgbClr val="172B3A"/>
                </a:solidFill>
                <a:latin typeface="Arial"/>
                <a:ea typeface="Arial"/>
                <a:cs typeface="Arial"/>
              </a:rPr>
              <a:t>[4] Official BAMAT207 syllabus  |  [5] This project’s recorded final-study results</a:t>
            </a:r>
          </a:p>
        </p:txBody>
      </p:sp>
      <p:sp>
        <p:nvSpPr>
          <p:cNvPr id="11" name="text-10">
            <a:extLst xmlns:a="http://schemas.openxmlformats.org/drawingml/2006/main">
              <a:ext uri="{FF2B5EF4-FFF2-40B4-BE49-F238E27FC236}">
                <a16:creationId xmlns:a16="http://schemas.microsoft.com/office/drawing/2014/main" id="{AECE4E47-5A4E-40B0-B4FB-EF7D11C96B38}"/>
              </a:ext>
            </a:extLst>
          </p:cNvPr>
          <p:cNvSpPr>
            <a:spLocks xmlns:a="http://schemas.openxmlformats.org/drawingml/2006/main" noGrp="1"/>
          </p:cNvSpPr>
          <p:nvPr/>
        </p:nvSpPr>
        <p:spPr>
          <a:xfrm xmlns:a="http://schemas.openxmlformats.org/drawingml/2006/main">
            <a:off x="685800" y="54102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5F96"/>
                </a:solidFill>
                <a:latin typeface="Arial"/>
                <a:ea typeface="Arial"/>
                <a:cs typeface="Arial"/>
              </a:defRPr>
            </a:defPPr>
          </a:lstStyle>
          <a:p xmlns:a="http://schemas.openxmlformats.org/drawingml/2006/main">
            <a:pPr>
              <a:defRPr sz="1800">
                <a:solidFill>
                  <a:srgbClr val="175F96"/>
                </a:solidFill>
                <a:latin typeface="Arial"/>
                <a:ea typeface="Arial"/>
                <a:cs typeface="Arial"/>
              </a:defRPr>
            </a:pPr>
            <a:r>
              <a:rPr sz="1800">
                <a:solidFill>
                  <a:srgbClr val="175F96"/>
                </a:solidFill>
                <a:latin typeface="Arial"/>
                <a:ea typeface="Arial"/>
                <a:cs typeface="Arial"/>
              </a:rPr>
              <a:t>Proposed empirical connection: learning-time variation and equal-budget restarts. No worldwide-first claim is established.</a:t>
            </a:r>
          </a:p>
        </p:txBody>
      </p:sp>
    </p:spTree>
    <p:extLst>
      <p:ext uri="{BB962C8B-B14F-4D97-AF65-F5344CB8AC3E}">
        <p14:creationId xmlns:p14="http://schemas.microsoft.com/office/powerpoint/2010/main" val="4061548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7304A57D-420F-497C-8F47-A8FAB61694AD}"/>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Appendix A: terms and a worked probability</a:t>
            </a:r>
          </a:p>
        </p:txBody>
      </p:sp>
      <p:sp>
        <p:nvSpPr>
          <p:cNvPr id="2" name="text-1">
            <a:extLst xmlns:a="http://schemas.openxmlformats.org/drawingml/2006/main">
              <a:ext uri="{FF2B5EF4-FFF2-40B4-BE49-F238E27FC236}">
                <a16:creationId xmlns:a16="http://schemas.microsoft.com/office/drawing/2014/main" id="{5097653C-62B0-437C-B811-1A396B59FDC2}"/>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DC35E096-B262-4EAA-9DA8-F6770BD59928}"/>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14 | Optional</a:t>
            </a:r>
          </a:p>
        </p:txBody>
      </p:sp>
      <p:sp>
        <p:nvSpPr>
          <p:cNvPr id="4" name="text-3">
            <a:extLst xmlns:a="http://schemas.openxmlformats.org/drawingml/2006/main">
              <a:ext uri="{FF2B5EF4-FFF2-40B4-BE49-F238E27FC236}">
                <a16:creationId xmlns:a16="http://schemas.microsoft.com/office/drawing/2014/main" id="{E96CF2A9-16E5-4DF1-ABC6-19D605424613}"/>
              </a:ext>
            </a:extLst>
          </p:cNvPr>
          <p:cNvSpPr>
            <a:spLocks xmlns:a="http://schemas.openxmlformats.org/drawingml/2006/main" noGrp="1"/>
          </p:cNvSpPr>
          <p:nvPr/>
        </p:nvSpPr>
        <p:spPr>
          <a:xfrm xmlns:a="http://schemas.openxmlformats.org/drawingml/2006/main">
            <a:off x="685800" y="13811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175F96"/>
                </a:solidFill>
                <a:latin typeface="Arial"/>
                <a:ea typeface="Arial"/>
                <a:cs typeface="Arial"/>
              </a:defRPr>
            </a:defPPr>
          </a:lstStyle>
          <a:p xmlns:a="http://schemas.openxmlformats.org/drawingml/2006/main">
            <a:pPr>
              <a:defRPr sz="2550">
                <a:solidFill>
                  <a:srgbClr val="175F96"/>
                </a:solidFill>
                <a:latin typeface="Arial"/>
                <a:ea typeface="Arial"/>
                <a:cs typeface="Arial"/>
              </a:defRPr>
            </a:pPr>
            <a:r>
              <a:rPr sz="2550">
                <a:solidFill>
                  <a:srgbClr val="175F96"/>
                </a:solidFill>
                <a:latin typeface="Arial"/>
                <a:ea typeface="Arial"/>
                <a:cs typeface="Arial"/>
              </a:rPr>
              <a:t>Words and a worked probability</a:t>
            </a:r>
          </a:p>
        </p:txBody>
      </p:sp>
      <p:sp>
        <p:nvSpPr>
          <p:cNvPr id="5" name="text-4">
            <a:extLst xmlns:a="http://schemas.openxmlformats.org/drawingml/2006/main">
              <a:ext uri="{FF2B5EF4-FFF2-40B4-BE49-F238E27FC236}">
                <a16:creationId xmlns:a16="http://schemas.microsoft.com/office/drawing/2014/main" id="{5201A777-38CC-46D9-A823-3E75B97145B8}"/>
              </a:ext>
            </a:extLst>
          </p:cNvPr>
          <p:cNvSpPr>
            <a:spLocks xmlns:a="http://schemas.openxmlformats.org/drawingml/2006/main" noGrp="1"/>
          </p:cNvSpPr>
          <p:nvPr/>
        </p:nvSpPr>
        <p:spPr>
          <a:xfrm xmlns:a="http://schemas.openxmlformats.org/drawingml/2006/main">
            <a:off x="685800" y="2133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Seed = repeatable random starting point. Update = one learning step.</a:t>
            </a:r>
          </a:p>
        </p:txBody>
      </p:sp>
      <p:sp>
        <p:nvSpPr>
          <p:cNvPr id="6" name="text-5">
            <a:extLst xmlns:a="http://schemas.openxmlformats.org/drawingml/2006/main">
              <a:ext uri="{FF2B5EF4-FFF2-40B4-BE49-F238E27FC236}">
                <a16:creationId xmlns:a16="http://schemas.microsoft.com/office/drawing/2014/main" id="{2C46D5B3-DA5B-4A9C-B2E9-235E70ADC5A4}"/>
              </a:ext>
            </a:extLst>
          </p:cNvPr>
          <p:cNvSpPr>
            <a:spLocks xmlns:a="http://schemas.openxmlformats.org/drawingml/2006/main" noGrp="1"/>
          </p:cNvSpPr>
          <p:nvPr/>
        </p:nvSpPr>
        <p:spPr>
          <a:xfrm xmlns:a="http://schemas.openxmlformats.org/drawingml/2006/main">
            <a:off x="685800" y="2895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Censored = the event was not seen before the observation limit.</a:t>
            </a:r>
          </a:p>
        </p:txBody>
      </p:sp>
      <p:sp>
        <p:nvSpPr>
          <p:cNvPr id="7" name="text-6">
            <a:extLst xmlns:a="http://schemas.openxmlformats.org/drawingml/2006/main">
              <a:ext uri="{FF2B5EF4-FFF2-40B4-BE49-F238E27FC236}">
                <a16:creationId xmlns:a16="http://schemas.microsoft.com/office/drawing/2014/main" id="{504847BA-3FAE-41E8-AE78-56C0F1239394}"/>
              </a:ext>
            </a:extLst>
          </p:cNvPr>
          <p:cNvSpPr>
            <a:spLocks xmlns:a="http://schemas.openxmlformats.org/drawingml/2006/main" noGrp="1"/>
          </p:cNvSpPr>
          <p:nvPr/>
        </p:nvSpPr>
        <p:spPr>
          <a:xfrm xmlns:a="http://schemas.openxmlformats.org/drawingml/2006/main">
            <a:off x="685800" y="3657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Assume two independent starts each have a 60% chance; failure chance = 40%.</a:t>
            </a:r>
          </a:p>
        </p:txBody>
      </p:sp>
      <p:sp>
        <p:nvSpPr>
          <p:cNvPr id="8" name="text-7">
            <a:extLst xmlns:a="http://schemas.openxmlformats.org/drawingml/2006/main">
              <a:ext uri="{FF2B5EF4-FFF2-40B4-BE49-F238E27FC236}">
                <a16:creationId xmlns:a16="http://schemas.microsoft.com/office/drawing/2014/main" id="{0B6B0DF5-BA01-44B4-B0AC-27C850E2E82F}"/>
              </a:ext>
            </a:extLst>
          </p:cNvPr>
          <p:cNvSpPr>
            <a:spLocks xmlns:a="http://schemas.openxmlformats.org/drawingml/2006/main" noGrp="1"/>
          </p:cNvSpPr>
          <p:nvPr/>
        </p:nvSpPr>
        <p:spPr>
          <a:xfrm xmlns:a="http://schemas.openxmlformats.org/drawingml/2006/main">
            <a:off x="685800" y="4419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Both fail: 0.40 × 0.40 = 0.16. At least one succeeds: 1 − 0.16 = 0.84 (84%).</a:t>
            </a:r>
          </a:p>
        </p:txBody>
      </p:sp>
      <p:sp>
        <p:nvSpPr>
          <p:cNvPr id="9" name="text-8">
            <a:extLst xmlns:a="http://schemas.openxmlformats.org/drawingml/2006/main">
              <a:ext uri="{FF2B5EF4-FFF2-40B4-BE49-F238E27FC236}">
                <a16:creationId xmlns:a16="http://schemas.microsoft.com/office/drawing/2014/main" id="{E57C8936-3754-4EC0-BCC6-413AD66EE035}"/>
              </a:ext>
            </a:extLst>
          </p:cNvPr>
          <p:cNvSpPr>
            <a:spLocks xmlns:a="http://schemas.openxmlformats.org/drawingml/2006/main" noGrp="1"/>
          </p:cNvSpPr>
          <p:nvPr/>
        </p:nvSpPr>
        <p:spPr>
          <a:xfrm xmlns:a="http://schemas.openxmlformats.org/drawingml/2006/main">
            <a:off x="685800" y="55626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67784"/>
                </a:solidFill>
                <a:latin typeface="Arial"/>
                <a:ea typeface="Arial"/>
                <a:cs typeface="Arial"/>
              </a:defRPr>
            </a:defPPr>
          </a:lstStyle>
          <a:p xmlns:a="http://schemas.openxmlformats.org/drawingml/2006/main">
            <a:pPr>
              <a:defRPr sz="1800">
                <a:solidFill>
                  <a:srgbClr val="667784"/>
                </a:solidFill>
                <a:latin typeface="Arial"/>
                <a:ea typeface="Arial"/>
                <a:cs typeface="Arial"/>
              </a:defRPr>
            </a:pPr>
            <a:r>
              <a:rPr sz="1800">
                <a:solidFill>
                  <a:srgbClr val="667784"/>
                </a:solidFill>
                <a:latin typeface="Arial"/>
                <a:ea typeface="Arial"/>
                <a:cs typeface="Arial"/>
              </a:rPr>
              <a:t>This calculation is hypothetical, not a measured result. Independence is an assumption.</a:t>
            </a:r>
          </a:p>
        </p:txBody>
      </p:sp>
    </p:spTree>
    <p:extLst>
      <p:ext uri="{BB962C8B-B14F-4D97-AF65-F5344CB8AC3E}">
        <p14:creationId xmlns:p14="http://schemas.microsoft.com/office/powerpoint/2010/main" val="15913599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2F6DCACB-85B2-4C59-AABC-8F9A99C43E9C}"/>
              </a:ext>
            </a:extLst>
          </p:cNvPr>
          <p:cNvSpPr>
            <a:spLocks xmlns:a="http://schemas.openxmlformats.org/drawingml/2006/main" noGrp="1"/>
          </p:cNvSpPr>
          <p:nvPr/>
        </p:nvSpPr>
        <p:spPr>
          <a:xfrm xmlns:a="http://schemas.openxmlformats.org/drawingml/2006/main">
            <a:off x="685800" y="428625"/>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Appendix B: statistical details for questions</a:t>
            </a:r>
          </a:p>
        </p:txBody>
      </p:sp>
      <p:sp>
        <p:nvSpPr>
          <p:cNvPr id="2" name="text-1">
            <a:extLst xmlns:a="http://schemas.openxmlformats.org/drawingml/2006/main">
              <a:ext uri="{FF2B5EF4-FFF2-40B4-BE49-F238E27FC236}">
                <a16:creationId xmlns:a16="http://schemas.microsoft.com/office/drawing/2014/main" id="{61B54C58-9125-454B-8E99-0B2193A53FE4}"/>
              </a:ext>
            </a:extLst>
          </p:cNvPr>
          <p:cNvSpPr>
            <a:spLocks xmlns:a="http://schemas.openxmlformats.org/drawingml/2006/main" noGrp="1"/>
          </p:cNvSpPr>
          <p:nvPr/>
        </p:nvSpPr>
        <p:spPr>
          <a:xfrm xmlns:a="http://schemas.openxmlformats.org/drawingml/2006/main">
            <a:off x="685800" y="64865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Final study | 120 main attempts</a:t>
            </a:r>
          </a:p>
        </p:txBody>
      </p:sp>
      <p:sp>
        <p:nvSpPr>
          <p:cNvPr id="3" name="text-2">
            <a:extLst xmlns:a="http://schemas.openxmlformats.org/drawingml/2006/main">
              <a:ext uri="{FF2B5EF4-FFF2-40B4-BE49-F238E27FC236}">
                <a16:creationId xmlns:a16="http://schemas.microsoft.com/office/drawing/2014/main" id="{A913F147-EB95-431F-906B-57F8150E37E1}"/>
              </a:ext>
            </a:extLst>
          </p:cNvPr>
          <p:cNvSpPr>
            <a:spLocks xmlns:a="http://schemas.openxmlformats.org/drawingml/2006/main" noGrp="1"/>
          </p:cNvSpPr>
          <p:nvPr/>
        </p:nvSpPr>
        <p:spPr>
          <a:xfrm xmlns:a="http://schemas.openxmlformats.org/drawingml/2006/main">
            <a:off x="9906000" y="6486525"/>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15 | Optional</a:t>
            </a:r>
          </a:p>
        </p:txBody>
      </p:sp>
      <p:sp>
        <p:nvSpPr>
          <p:cNvPr id="4" name="text-3">
            <a:extLst xmlns:a="http://schemas.openxmlformats.org/drawingml/2006/main">
              <a:ext uri="{FF2B5EF4-FFF2-40B4-BE49-F238E27FC236}">
                <a16:creationId xmlns:a16="http://schemas.microsoft.com/office/drawing/2014/main" id="{D05D61BD-F545-4402-85DA-BC5A0328EF49}"/>
              </a:ext>
            </a:extLst>
          </p:cNvPr>
          <p:cNvSpPr>
            <a:spLocks xmlns:a="http://schemas.openxmlformats.org/drawingml/2006/main" noGrp="1"/>
          </p:cNvSpPr>
          <p:nvPr/>
        </p:nvSpPr>
        <p:spPr>
          <a:xfrm xmlns:a="http://schemas.openxmlformats.org/drawingml/2006/main">
            <a:off x="685800" y="13811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a:solidFill>
                  <a:srgbClr val="175F96"/>
                </a:solidFill>
                <a:latin typeface="Arial"/>
                <a:ea typeface="Arial"/>
                <a:cs typeface="Arial"/>
              </a:defRPr>
            </a:defPPr>
          </a:lstStyle>
          <a:p xmlns:a="http://schemas.openxmlformats.org/drawingml/2006/main">
            <a:pPr>
              <a:defRPr sz="2475">
                <a:solidFill>
                  <a:srgbClr val="175F96"/>
                </a:solidFill>
                <a:latin typeface="Arial"/>
                <a:ea typeface="Arial"/>
                <a:cs typeface="Arial"/>
              </a:defRPr>
            </a:pPr>
            <a:r>
              <a:rPr sz="2475">
                <a:solidFill>
                  <a:srgbClr val="175F96"/>
                </a:solidFill>
                <a:latin typeface="Arial"/>
                <a:ea typeface="Arial"/>
                <a:cs typeface="Arial"/>
              </a:rPr>
              <a:t>Statistical details for questions</a:t>
            </a:r>
          </a:p>
        </p:txBody>
      </p:sp>
      <p:sp>
        <p:nvSpPr>
          <p:cNvPr id="5" name="text-4">
            <a:extLst xmlns:a="http://schemas.openxmlformats.org/drawingml/2006/main">
              <a:ext uri="{FF2B5EF4-FFF2-40B4-BE49-F238E27FC236}">
                <a16:creationId xmlns:a16="http://schemas.microsoft.com/office/drawing/2014/main" id="{D1C62C8A-5670-4C7C-AA3F-32A86AB45530}"/>
              </a:ext>
            </a:extLst>
          </p:cNvPr>
          <p:cNvSpPr>
            <a:spLocks xmlns:a="http://schemas.openxmlformats.org/drawingml/2006/main" noGrp="1"/>
          </p:cNvSpPr>
          <p:nvPr/>
        </p:nvSpPr>
        <p:spPr>
          <a:xfrm xmlns:a="http://schemas.openxmlformats.org/drawingml/2006/main">
            <a:off x="685800" y="21526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2B3A"/>
                </a:solidFill>
                <a:latin typeface="Arial"/>
                <a:ea typeface="Arial"/>
                <a:cs typeface="Arial"/>
              </a:defRPr>
            </a:defPPr>
          </a:lstStyle>
          <a:p xmlns:a="http://schemas.openxmlformats.org/drawingml/2006/main">
            <a:pPr>
              <a:defRPr sz="1800">
                <a:solidFill>
                  <a:srgbClr val="172B3A"/>
                </a:solidFill>
                <a:latin typeface="Arial"/>
                <a:ea typeface="Arial"/>
                <a:cs typeface="Arial"/>
              </a:defRPr>
            </a:pPr>
            <a:r>
              <a:rPr sz="1800">
                <a:solidFill>
                  <a:srgbClr val="172B3A"/>
                </a:solidFill>
                <a:latin typeface="Arial"/>
                <a:ea typeface="Arial"/>
                <a:cs typeface="Arial"/>
              </a:rPr>
              <a:t>One-way ANOVA at 60% data: p = 3.69 × 10⁻¹⁰; permutation check p ≈ 0.001.</a:t>
            </a:r>
          </a:p>
        </p:txBody>
      </p:sp>
      <p:sp>
        <p:nvSpPr>
          <p:cNvPr id="6" name="text-5">
            <a:extLst xmlns:a="http://schemas.openxmlformats.org/drawingml/2006/main">
              <a:ext uri="{FF2B5EF4-FFF2-40B4-BE49-F238E27FC236}">
                <a16:creationId xmlns:a16="http://schemas.microsoft.com/office/drawing/2014/main" id="{999BEA71-9F96-48F4-9F9B-CE2E57C44089}"/>
              </a:ext>
            </a:extLst>
          </p:cNvPr>
          <p:cNvSpPr>
            <a:spLocks xmlns:a="http://schemas.openxmlformats.org/drawingml/2006/main" noGrp="1"/>
          </p:cNvSpPr>
          <p:nvPr/>
        </p:nvSpPr>
        <p:spPr>
          <a:xfrm xmlns:a="http://schemas.openxmlformats.org/drawingml/2006/main">
            <a:off x="685800" y="29146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2B3A"/>
                </a:solidFill>
                <a:latin typeface="Arial"/>
                <a:ea typeface="Arial"/>
                <a:cs typeface="Arial"/>
              </a:defRPr>
            </a:defPPr>
          </a:lstStyle>
          <a:p xmlns:a="http://schemas.openxmlformats.org/drawingml/2006/main">
            <a:pPr>
              <a:defRPr sz="1800">
                <a:solidFill>
                  <a:srgbClr val="172B3A"/>
                </a:solidFill>
                <a:latin typeface="Arial"/>
                <a:ea typeface="Arial"/>
                <a:cs typeface="Arial"/>
              </a:defRPr>
            </a:pPr>
            <a:r>
              <a:rPr sz="1800">
                <a:solidFill>
                  <a:srgbClr val="172B3A"/>
                </a:solidFill>
                <a:latin typeface="Arial"/>
                <a:ea typeface="Arial"/>
                <a:cs typeface="Arial"/>
              </a:rPr>
              <a:t>Two-factor ANOVA: fraction p ≈ 5.65 × 10⁻²³; decay p ≈ 7.09 × 10⁻¹²; interaction p = 0.289.</a:t>
            </a:r>
          </a:p>
        </p:txBody>
      </p:sp>
      <p:sp>
        <p:nvSpPr>
          <p:cNvPr id="7" name="text-6">
            <a:extLst xmlns:a="http://schemas.openxmlformats.org/drawingml/2006/main">
              <a:ext uri="{FF2B5EF4-FFF2-40B4-BE49-F238E27FC236}">
                <a16:creationId xmlns:a16="http://schemas.microsoft.com/office/drawing/2014/main" id="{E96067E4-F2EC-4671-9268-68501A98DE5A}"/>
              </a:ext>
            </a:extLst>
          </p:cNvPr>
          <p:cNvSpPr>
            <a:spLocks xmlns:a="http://schemas.openxmlformats.org/drawingml/2006/main" noGrp="1"/>
          </p:cNvSpPr>
          <p:nvPr/>
        </p:nvSpPr>
        <p:spPr>
          <a:xfrm xmlns:a="http://schemas.openxmlformats.org/drawingml/2006/main">
            <a:off x="685800" y="36766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2B3A"/>
                </a:solidFill>
                <a:latin typeface="Arial"/>
                <a:ea typeface="Arial"/>
                <a:cs typeface="Arial"/>
              </a:defRPr>
            </a:defPPr>
          </a:lstStyle>
          <a:p xmlns:a="http://schemas.openxmlformats.org/drawingml/2006/main">
            <a:pPr>
              <a:defRPr sz="1800">
                <a:solidFill>
                  <a:srgbClr val="172B3A"/>
                </a:solidFill>
                <a:latin typeface="Arial"/>
                <a:ea typeface="Arial"/>
                <a:cs typeface="Arial"/>
              </a:defRPr>
            </a:pPr>
            <a:r>
              <a:rPr sz="1800">
                <a:solidFill>
                  <a:srgbClr val="172B3A"/>
                </a:solidFill>
                <a:latin typeface="Arial"/>
                <a:ea typeface="Arial"/>
                <a:cs typeface="Arial"/>
              </a:rPr>
              <a:t>Regression on U: R² = 0.630; fitted 40%-to-60% difference ≈ −15,986 updates.</a:t>
            </a:r>
          </a:p>
        </p:txBody>
      </p:sp>
      <p:sp>
        <p:nvSpPr>
          <p:cNvPr id="8" name="text-7">
            <a:extLst xmlns:a="http://schemas.openxmlformats.org/drawingml/2006/main">
              <a:ext uri="{FF2B5EF4-FFF2-40B4-BE49-F238E27FC236}">
                <a16:creationId xmlns:a16="http://schemas.microsoft.com/office/drawing/2014/main" id="{E4DC69F4-F915-4595-9C60-713D840ABAD6}"/>
              </a:ext>
            </a:extLst>
          </p:cNvPr>
          <p:cNvSpPr>
            <a:spLocks xmlns:a="http://schemas.openxmlformats.org/drawingml/2006/main" noGrp="1"/>
          </p:cNvSpPr>
          <p:nvPr/>
        </p:nvSpPr>
        <p:spPr>
          <a:xfrm xmlns:a="http://schemas.openxmlformats.org/drawingml/2006/main">
            <a:off x="685800" y="44386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2B3A"/>
                </a:solidFill>
                <a:latin typeface="Arial"/>
                <a:ea typeface="Arial"/>
                <a:cs typeface="Arial"/>
              </a:defRPr>
            </a:defPPr>
          </a:lstStyle>
          <a:p xmlns:a="http://schemas.openxmlformats.org/drawingml/2006/main">
            <a:pPr>
              <a:defRPr sz="1800">
                <a:solidFill>
                  <a:srgbClr val="172B3A"/>
                </a:solidFill>
                <a:latin typeface="Arial"/>
                <a:ea typeface="Arial"/>
                <a:cs typeface="Arial"/>
              </a:defRPr>
            </a:pPr>
            <a:r>
              <a:rPr sz="1800">
                <a:solidFill>
                  <a:srgbClr val="172B3A"/>
                </a:solidFill>
                <a:latin typeface="Arial"/>
                <a:ea typeface="Arial"/>
                <a:cs typeface="Arial"/>
              </a:rPr>
              <a:t>Policy intervals are wide because there are only ten attempts in each group.</a:t>
            </a:r>
          </a:p>
        </p:txBody>
      </p:sp>
      <p:sp>
        <p:nvSpPr>
          <p:cNvPr id="9" name="text-8">
            <a:extLst xmlns:a="http://schemas.openxmlformats.org/drawingml/2006/main">
              <a:ext uri="{FF2B5EF4-FFF2-40B4-BE49-F238E27FC236}">
                <a16:creationId xmlns:a16="http://schemas.microsoft.com/office/drawing/2014/main" id="{AB012A8D-E164-40A1-A797-AB3B5B7FACE9}"/>
              </a:ext>
            </a:extLst>
          </p:cNvPr>
          <p:cNvSpPr>
            <a:spLocks xmlns:a="http://schemas.openxmlformats.org/drawingml/2006/main" noGrp="1"/>
          </p:cNvSpPr>
          <p:nvPr/>
        </p:nvSpPr>
        <p:spPr>
          <a:xfrm xmlns:a="http://schemas.openxmlformats.org/drawingml/2006/main">
            <a:off x="685800" y="52006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2B3A"/>
                </a:solidFill>
                <a:latin typeface="Arial"/>
                <a:ea typeface="Arial"/>
                <a:cs typeface="Arial"/>
              </a:defRPr>
            </a:defPPr>
          </a:lstStyle>
          <a:p xmlns:a="http://schemas.openxmlformats.org/drawingml/2006/main">
            <a:pPr>
              <a:defRPr sz="1800">
                <a:solidFill>
                  <a:srgbClr val="172B3A"/>
                </a:solidFill>
                <a:latin typeface="Arial"/>
                <a:ea typeface="Arial"/>
                <a:cs typeface="Arial"/>
              </a:defRPr>
            </a:pPr>
            <a:r>
              <a:rPr sz="1800">
                <a:solidFill>
                  <a:srgbClr val="172B3A"/>
                </a:solidFill>
                <a:latin typeface="Arial"/>
                <a:ea typeface="Arial"/>
                <a:cs typeface="Arial"/>
              </a:rPr>
              <a:t>The local copied-phrase screen is limited; an institutional plagiarism score is pending its chosen checker.</a:t>
            </a:r>
          </a:p>
        </p:txBody>
      </p:sp>
      <p:sp>
        <p:nvSpPr>
          <p:cNvPr id="10" name="text-9">
            <a:extLst xmlns:a="http://schemas.openxmlformats.org/drawingml/2006/main">
              <a:ext uri="{FF2B5EF4-FFF2-40B4-BE49-F238E27FC236}">
                <a16:creationId xmlns:a16="http://schemas.microsoft.com/office/drawing/2014/main" id="{300A9A73-CFD1-4BB8-A19C-27CFF73F0F37}"/>
              </a:ext>
            </a:extLst>
          </p:cNvPr>
          <p:cNvSpPr>
            <a:spLocks xmlns:a="http://schemas.openxmlformats.org/drawingml/2006/main" noGrp="1"/>
          </p:cNvSpPr>
          <p:nvPr/>
        </p:nvSpPr>
        <p:spPr>
          <a:xfrm xmlns:a="http://schemas.openxmlformats.org/drawingml/2006/main">
            <a:off x="685800" y="59436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667784"/>
                </a:solidFill>
                <a:latin typeface="Arial"/>
                <a:ea typeface="Arial"/>
                <a:cs typeface="Arial"/>
              </a:defRPr>
            </a:defPPr>
          </a:lstStyle>
          <a:p xmlns:a="http://schemas.openxmlformats.org/drawingml/2006/main">
            <a:pPr>
              <a:defRPr sz="1650">
                <a:solidFill>
                  <a:srgbClr val="667784"/>
                </a:solidFill>
                <a:latin typeface="Arial"/>
                <a:ea typeface="Arial"/>
                <a:cs typeface="Arial"/>
              </a:defRPr>
            </a:pPr>
            <a:r>
              <a:rPr sz="1650">
                <a:solidFill>
                  <a:srgbClr val="667784"/>
                </a:solidFill>
                <a:latin typeface="Arial"/>
                <a:ea typeface="Arial"/>
                <a:cs typeface="Arial"/>
              </a:rPr>
              <a:t>See the final report for exact methods, assumptions, uncertainty and source record.</a:t>
            </a:r>
          </a:p>
        </p:txBody>
      </p:sp>
    </p:spTree>
    <p:extLst>
      <p:ext uri="{BB962C8B-B14F-4D97-AF65-F5344CB8AC3E}">
        <p14:creationId xmlns:p14="http://schemas.microsoft.com/office/powerpoint/2010/main" val="16655090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2026-10-15T08:27:39.8090000Z</dcterms:created>
  <dcterms:modified xsi:type="dcterms:W3CDTF">2026-10-15T08:27:39.8090000Z</dcterms:modified>
</coreProperties>
</file>