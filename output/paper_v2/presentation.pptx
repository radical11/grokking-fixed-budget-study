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2.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3.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4.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5.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6.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39b29922bbbf43ce" /><Relationship Type="http://schemas.openxmlformats.org/officeDocument/2006/relationships/extended-properties" Target="/docProps/app.xml" Id="R5f195e58036242de" /><Relationship Type="http://schemas.openxmlformats.org/officeDocument/2006/relationships/officeDocument" Target="/ppt/presentation.xml" Id="Re4f7d4fee90440a8" /></Relationships>
</file>

<file path=ppt/presentation.xml><?xml version="1.0" encoding="utf-8"?>
<p:presentation xmlns:p="http://schemas.openxmlformats.org/presentationml/2006/main">
  <p:sldMasterIdLst>
    <p:sldMasterId xmlns:r="http://schemas.openxmlformats.org/officeDocument/2006/relationships" id="2147483648" r:id="Raa11a1062a5d4457"/>
  </p:sldMasterIdLst>
  <p:notesMasterIdLst>
    <p:notesMasterId xmlns:r="http://schemas.openxmlformats.org/officeDocument/2006/relationships" r:id="R4b694cbea8d948a8"/>
  </p:notesMasterIdLst>
  <p:sldIdLst>
    <p:sldId xmlns:r="http://schemas.openxmlformats.org/officeDocument/2006/relationships" id="256" r:id="R87674d05816848b5"/>
    <p:sldId xmlns:r="http://schemas.openxmlformats.org/officeDocument/2006/relationships" id="257" r:id="Rd848c2c4e4da4ab6"/>
    <p:sldId xmlns:r="http://schemas.openxmlformats.org/officeDocument/2006/relationships" id="258" r:id="Rb4799d396c324373"/>
    <p:sldId xmlns:r="http://schemas.openxmlformats.org/officeDocument/2006/relationships" id="259" r:id="R3ade2bf6c01f4941"/>
    <p:sldId xmlns:r="http://schemas.openxmlformats.org/officeDocument/2006/relationships" id="260" r:id="R30ec5d25407c46fc"/>
    <p:sldId xmlns:r="http://schemas.openxmlformats.org/officeDocument/2006/relationships" id="261" r:id="R3c75c6af38ce4824"/>
    <p:sldId xmlns:r="http://schemas.openxmlformats.org/officeDocument/2006/relationships" id="262" r:id="R529956a21c784556"/>
    <p:sldId xmlns:r="http://schemas.openxmlformats.org/officeDocument/2006/relationships" id="263" r:id="R701ef3d856074477"/>
    <p:sldId xmlns:r="http://schemas.openxmlformats.org/officeDocument/2006/relationships" id="264" r:id="R72178d64ea42415d"/>
    <p:sldId xmlns:r="http://schemas.openxmlformats.org/officeDocument/2006/relationships" id="265" r:id="R4facfa06424a46a2"/>
    <p:sldId xmlns:r="http://schemas.openxmlformats.org/officeDocument/2006/relationships" id="266" r:id="R03b15465dae1425d"/>
    <p:sldId xmlns:r="http://schemas.openxmlformats.org/officeDocument/2006/relationships" id="267" r:id="Rbda6c0ac46224369"/>
    <p:sldId xmlns:r="http://schemas.openxmlformats.org/officeDocument/2006/relationships" id="268" r:id="R0bc16c2bb6fc4b78"/>
    <p:sldId xmlns:r="http://schemas.openxmlformats.org/officeDocument/2006/relationships" id="269" r:id="Rb41572fa0e874fc2"/>
    <p:sldId xmlns:r="http://schemas.openxmlformats.org/officeDocument/2006/relationships" id="270" r:id="Rb1cff438293b49a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e6921be933a4466" /><Relationship Type="http://schemas.openxmlformats.org/officeDocument/2006/relationships/slideMaster" Target="/ppt/slideMasters/slideMaster1.xml" Id="Raa11a1062a5d4457" /><Relationship Type="http://schemas.openxmlformats.org/officeDocument/2006/relationships/notesMaster" Target="/ppt/notesMasters/notesMaster1.xml" Id="R4b694cbea8d948a8" /><Relationship Type="http://schemas.openxmlformats.org/officeDocument/2006/relationships/presProps" Target="/ppt/presProps.xml" Id="R72b01855caa24c5a" /><Relationship Type="http://schemas.openxmlformats.org/officeDocument/2006/relationships/tableStyles" Target="/ppt/tableStyles.xml" Id="Rc373cf28703d43c6" /><Relationship Type="http://schemas.openxmlformats.org/officeDocument/2006/relationships/slide" Target="/ppt/slides/slide1.xml" Id="R87674d05816848b5" /><Relationship Type="http://schemas.openxmlformats.org/officeDocument/2006/relationships/slide" Target="/ppt/slides/slide2.xml" Id="Rd848c2c4e4da4ab6" /><Relationship Type="http://schemas.openxmlformats.org/officeDocument/2006/relationships/slide" Target="/ppt/slides/slide3.xml" Id="Rb4799d396c324373" /><Relationship Type="http://schemas.openxmlformats.org/officeDocument/2006/relationships/slide" Target="/ppt/slides/slide4.xml" Id="R3ade2bf6c01f4941" /><Relationship Type="http://schemas.openxmlformats.org/officeDocument/2006/relationships/slide" Target="/ppt/slides/slide5.xml" Id="R30ec5d25407c46fc" /><Relationship Type="http://schemas.openxmlformats.org/officeDocument/2006/relationships/slide" Target="/ppt/slides/slide6.xml" Id="R3c75c6af38ce4824" /><Relationship Type="http://schemas.openxmlformats.org/officeDocument/2006/relationships/slide" Target="/ppt/slides/slide7.xml" Id="R529956a21c784556" /><Relationship Type="http://schemas.openxmlformats.org/officeDocument/2006/relationships/slide" Target="/ppt/slides/slide8.xml" Id="R701ef3d856074477" /><Relationship Type="http://schemas.openxmlformats.org/officeDocument/2006/relationships/slide" Target="/ppt/slides/slide9.xml" Id="R72178d64ea42415d" /><Relationship Type="http://schemas.openxmlformats.org/officeDocument/2006/relationships/slide" Target="/ppt/slides/slide10.xml" Id="R4facfa06424a46a2" /><Relationship Type="http://schemas.openxmlformats.org/officeDocument/2006/relationships/slide" Target="/ppt/slides/slide11.xml" Id="R03b15465dae1425d" /><Relationship Type="http://schemas.openxmlformats.org/officeDocument/2006/relationships/slide" Target="/ppt/slides/slide12.xml" Id="Rbda6c0ac46224369" /><Relationship Type="http://schemas.openxmlformats.org/officeDocument/2006/relationships/slide" Target="/ppt/slides/slide13.xml" Id="R0bc16c2bb6fc4b78" /><Relationship Type="http://schemas.openxmlformats.org/officeDocument/2006/relationships/slide" Target="/ppt/slides/slide14.xml" Id="Rb41572fa0e874fc2" /><Relationship Type="http://schemas.openxmlformats.org/officeDocument/2006/relationships/slide" Target="/ppt/slides/slide15.xml" Id="Rb1cff438293b49a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9153d509d78433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f774038d4a140ef" /><Relationship Type="http://schemas.openxmlformats.org/officeDocument/2006/relationships/notesMaster" Target="/ppt/notesMasters/notesMaster1.xml" Id="Redf0caa2b61d45b9" /></Relationships>
</file>

<file path=ppt/notesSlides/_rels/notesSlide2.xml.rels>&#65279;<?xml version="1.0" encoding="utf-8"?><Relationships xmlns="http://schemas.openxmlformats.org/package/2006/relationships"><Relationship Type="http://schemas.openxmlformats.org/officeDocument/2006/relationships/slide" Target="/ppt/slides/slide2.xml" Id="Rc86e0f6f96634c8e" /><Relationship Type="http://schemas.openxmlformats.org/officeDocument/2006/relationships/notesMaster" Target="/ppt/notesMasters/notesMaster1.xml" Id="R0da2dcf5d3664000" /></Relationships>
</file>

<file path=ppt/notesSlides/_rels/notesSlide3.xml.rels>&#65279;<?xml version="1.0" encoding="utf-8"?><Relationships xmlns="http://schemas.openxmlformats.org/package/2006/relationships"><Relationship Type="http://schemas.openxmlformats.org/officeDocument/2006/relationships/slide" Target="/ppt/slides/slide3.xml" Id="Rf2a98fdf272646c8" /><Relationship Type="http://schemas.openxmlformats.org/officeDocument/2006/relationships/notesMaster" Target="/ppt/notesMasters/notesMaster1.xml" Id="Rbedbf0f8ffd84e41" /></Relationships>
</file>

<file path=ppt/notesSlides/_rels/notesSlide4.xml.rels>&#65279;<?xml version="1.0" encoding="utf-8"?><Relationships xmlns="http://schemas.openxmlformats.org/package/2006/relationships"><Relationship Type="http://schemas.openxmlformats.org/officeDocument/2006/relationships/slide" Target="/ppt/slides/slide4.xml" Id="Rd00251b008aa4272" /><Relationship Type="http://schemas.openxmlformats.org/officeDocument/2006/relationships/notesMaster" Target="/ppt/notesMasters/notesMaster1.xml" Id="Rcc08da7613cd4fad" /></Relationships>
</file>

<file path=ppt/notesSlides/_rels/notesSlide5.xml.rels>&#65279;<?xml version="1.0" encoding="utf-8"?><Relationships xmlns="http://schemas.openxmlformats.org/package/2006/relationships"><Relationship Type="http://schemas.openxmlformats.org/officeDocument/2006/relationships/slide" Target="/ppt/slides/slide5.xml" Id="R6160707d77c049fc" /><Relationship Type="http://schemas.openxmlformats.org/officeDocument/2006/relationships/notesMaster" Target="/ppt/notesMasters/notesMaster1.xml" Id="R525ca8b483254d09" /></Relationships>
</file>

<file path=ppt/notesSlides/_rels/notesSlide6.xml.rels>&#65279;<?xml version="1.0" encoding="utf-8"?><Relationships xmlns="http://schemas.openxmlformats.org/package/2006/relationships"><Relationship Type="http://schemas.openxmlformats.org/officeDocument/2006/relationships/slide" Target="/ppt/slides/slide6.xml" Id="R9d8db6015faa4e38" /><Relationship Type="http://schemas.openxmlformats.org/officeDocument/2006/relationships/notesMaster" Target="/ppt/notesMasters/notesMaster1.xml" Id="R0a6995b3a550492d" /></Relationships>
</file>

<file path=ppt/notesSlides/_rels/notesSlide7.xml.rels>&#65279;<?xml version="1.0" encoding="utf-8"?><Relationships xmlns="http://schemas.openxmlformats.org/package/2006/relationships"><Relationship Type="http://schemas.openxmlformats.org/officeDocument/2006/relationships/slide" Target="/ppt/slides/slide7.xml" Id="R68ffcb1012f849b3" /><Relationship Type="http://schemas.openxmlformats.org/officeDocument/2006/relationships/notesMaster" Target="/ppt/notesMasters/notesMaster1.xml" Id="R01ae246877ae435e" /></Relationships>
</file>

<file path=ppt/notesSlides/_rels/notesSlide8.xml.rels>&#65279;<?xml version="1.0" encoding="utf-8"?><Relationships xmlns="http://schemas.openxmlformats.org/package/2006/relationships"><Relationship Type="http://schemas.openxmlformats.org/officeDocument/2006/relationships/slide" Target="/ppt/slides/slide8.xml" Id="R24a937ea84f14f6c" /><Relationship Type="http://schemas.openxmlformats.org/officeDocument/2006/relationships/notesMaster" Target="/ppt/notesMasters/notesMaster1.xml" Id="Rc326fe73a58042e3" /></Relationships>
</file>

<file path=ppt/notesSlides/_rels/notesSlide9.xml.rels>&#65279;<?xml version="1.0" encoding="utf-8"?><Relationships xmlns="http://schemas.openxmlformats.org/package/2006/relationships"><Relationship Type="http://schemas.openxmlformats.org/officeDocument/2006/relationships/slide" Target="/ppt/slides/slide9.xml" Id="R00789ece5f344fc9" /><Relationship Type="http://schemas.openxmlformats.org/officeDocument/2006/relationships/notesMaster" Target="/ppt/notesMasters/notesMaster1.xml" Id="Rd2491939ee3b428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55d26083f1e4636" /><Relationship Type="http://schemas.openxmlformats.org/officeDocument/2006/relationships/notesMaster" Target="/ppt/notesMasters/notesMaster1.xml" Id="R4314ffb40714422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97998130a124a4b" /><Relationship Type="http://schemas.openxmlformats.org/officeDocument/2006/relationships/notesMaster" Target="/ppt/notesMasters/notesMaster1.xml" Id="R17735f3d3bb048f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be0fd70f0eb4b52" /><Relationship Type="http://schemas.openxmlformats.org/officeDocument/2006/relationships/notesMaster" Target="/ppt/notesMasters/notesMaster1.xml" Id="R1e24a695fb11458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0f7f6b7df0045d7" /><Relationship Type="http://schemas.openxmlformats.org/officeDocument/2006/relationships/notesMaster" Target="/ppt/notesMasters/notesMaster1.xml" Id="R8bc0d95d3ced432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b1c57f8975a44f4" /><Relationship Type="http://schemas.openxmlformats.org/officeDocument/2006/relationships/notesMaster" Target="/ppt/notesMasters/notesMaster1.xml" Id="Rc93a43f17f3e44a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3aba85bdce1455e" /><Relationship Type="http://schemas.openxmlformats.org/officeDocument/2006/relationships/notesMaster" Target="/ppt/notesMasters/notesMaster1.xml" Id="R323e4067485c448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20 seconds.</a:t>
            </a:r>
          </a:p>
          <a:p xmlns:a="http://schemas.openxmlformats.org/drawingml/2006/main">
            <a:r>
              <a:t/>
            </a:r>
          </a:p>
          <a:p xmlns:a="http://schemas.openxmlformats.org/drawingml/2006/main">
            <a:r>
              <a:t>This paper asks how much training a small learning program needs before it answers new questions correctly. We measure the variation across random starts and test one long attempt against several fresh starts. The follow-up uses smaller budgets and three fixed dataset splits. We report uncertainty and accept negative or inconclusive results.</a:t>
            </a:r>
          </a:p>
          <a:p xmlns:a="http://schemas.openxmlformats.org/drawingml/2006/main">
            <a:r>
              <a:t/>
            </a:r>
          </a:p>
          <a:p xmlns:a="http://schemas.openxmlformats.org/drawingml/2006/main">
            <a:r>
              <a:t>Sources:</a:t>
            </a:r>
          </a:p>
          <a:p xmlns:a="http://schemas.openxmlformats.org/drawingml/2006/main">
            <a:r>
              <a:t>[8] Project paper-v2 evidence. Frozen calibration and fresh fixed-budget validation. data/paper_v2/; output/paper_v2/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60 seconds.</a:t>
            </a:r>
          </a:p>
          <a:p xmlns:a="http://schemas.openxmlformats.org/drawingml/2006/main">
            <a:r>
              <a:t/>
            </a:r>
          </a:p>
          <a:p xmlns:a="http://schemas.openxmlformats.org/drawingml/2006/main">
            <a:r>
              <a:t>Think of practising maths questions and then trying questions with different numbers. Memorization means doing well on the practice examples. Generalization means doing well on questions held back from practice. Grokking is the delayed improvement on these new questions after practice performance is already good. Accuracy is the percentage of correct answers. This analogy explains the measured pattern; it does not prove human-like understanding or permanent learning. Our computer task is simple arithmetic, so every correct answer is known exactly. Power and colleagues introduced the phenomenon; our project studies its timing and the chance of success within a budget.</a:t>
            </a:r>
          </a:p>
          <a:p xmlns:a="http://schemas.openxmlformats.org/drawingml/2006/main">
            <a:r>
              <a:t/>
            </a:r>
          </a:p>
          <a:p xmlns:a="http://schemas.openxmlformats.org/drawingml/2006/main">
            <a:r>
              <a:t>Sources:</a:t>
            </a:r>
          </a:p>
          <a:p xmlns:a="http://schemas.openxmlformats.org/drawingml/2006/main">
            <a:r>
              <a:t>[1] Power et al. (2022). Grokking: Generalization Beyond Overfitting on Small Algorithmic Datasets. https://arxiv.org/abs/2201.02177</a:t>
            </a:r>
          </a:p>
          <a:p xmlns:a="http://schemas.openxmlformats.org/drawingml/2006/main">
            <a:r>
              <a:t>[8] Project paper-v2 evidence. Frozen calibration and fresh fixed-budget validation. data/paper_v2/; output/paper_v2/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50 seconds.</a:t>
            </a:r>
          </a:p>
          <a:p xmlns:a="http://schemas.openxmlformats.org/drawingml/2006/main">
            <a:r>
              <a:t/>
            </a:r>
          </a:p>
          <a:p xmlns:a="http://schemas.openxmlformats.org/drawingml/2006/main">
            <a:r>
              <a:t>One update means one learning step using the practice data. A budget is the total number of these steps we can afford. A restart begins again from new random starting weights, rather than continuing the old model. We ask whether spending the same total steps on one attempt, two attempts or four attempts changes the chance that at least one learns. In the original validation at thirty thousand updates, every policy worked ten times out of ten. That is a valid result, but the generous budget made differences hard to see. We selected eight thousand and twelve thousand from the original completion curves, and disclosed that choice before the new experiments.</a:t>
            </a:r>
          </a:p>
          <a:p xmlns:a="http://schemas.openxmlformats.org/drawingml/2006/main">
            <a:r>
              <a:t/>
            </a:r>
          </a:p>
          <a:p xmlns:a="http://schemas.openxmlformats.org/drawingml/2006/main">
            <a:r>
              <a:t>Sources:</a:t>
            </a:r>
          </a:p>
          <a:p xmlns:a="http://schemas.openxmlformats.org/drawingml/2006/main">
            <a:r>
              <a:t>[3] Streeter, Golovin and Smith (2007). Restart Schedules for Ensembles of Problem Instances. https://www.cs.cmu.edu/~dgolovin/papers/aaai07b.pdf</a:t>
            </a:r>
          </a:p>
          <a:p xmlns:a="http://schemas.openxmlformats.org/drawingml/2006/main">
            <a:r>
              <a:t>[8] Project paper-v2 evidence. Frozen calibration and fresh fixed-budget validation. data/paper_v2/; output/paper_v2/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70 seconds.</a:t>
            </a:r>
          </a:p>
          <a:p xmlns:a="http://schemas.openxmlformats.org/drawingml/2006/main">
            <a:r>
              <a:t/>
            </a:r>
          </a:p>
          <a:p xmlns:a="http://schemas.openxmlformats.org/drawingml/2006/main">
            <a:r>
              <a:t>The rule is addition modulo thirty one: add two numbers and keep the remainder after division by thirty one. Thirty plus four gives remainder three. There are nine hundred and sixty one ordered pairs. In the baseline, five hundred and seventy six are practice questions and three hundred and eighty five are new questions. A dataset split chooses which pairs go into each group. We use three fixed splits. A seed chooses repeatable random starting weights, which are the numbers the model adjusts. Weight decay is a control that gently shrinks these numbers; we keep it at one in the follow-up. Thirty calibration runs per split estimate completion probabilities; twenty old runs are reused once. Separate fresh runs make five hundred and forty budget attempts. The architecture and numerical settings stay fixed.</a:t>
            </a:r>
          </a:p>
          <a:p xmlns:a="http://schemas.openxmlformats.org/drawingml/2006/main">
            <a:r>
              <a:t/>
            </a:r>
          </a:p>
          <a:p xmlns:a="http://schemas.openxmlformats.org/drawingml/2006/main">
            <a:r>
              <a:t>Sources:</a:t>
            </a:r>
          </a:p>
          <a:p xmlns:a="http://schemas.openxmlformats.org/drawingml/2006/main">
            <a:r>
              <a:t>[4] Ootani (2026). Grokking Is Conditional and Fragile: A Fully-Tractable, Multi-Seed Study at 12K Parameters. https://arxiv.org/abs/2607.05104</a:t>
            </a:r>
          </a:p>
          <a:p xmlns:a="http://schemas.openxmlformats.org/drawingml/2006/main">
            <a:r>
              <a:t>[5] Loshchilov and Hutter (2019). Decoupled Weight Decay Regularization. https://arxiv.org/abs/1711.05101</a:t>
            </a:r>
          </a:p>
          <a:p xmlns:a="http://schemas.openxmlformats.org/drawingml/2006/main">
            <a:r>
              <a:t>[6] Vaswani et al. (2017). Attention Is All You Need. https://arxiv.org/abs/1706.03762</a:t>
            </a:r>
          </a:p>
          <a:p xmlns:a="http://schemas.openxmlformats.org/drawingml/2006/main">
            <a:r>
              <a:t>[8] Project paper-v2 evidence. Frozen calibration and fresh fixed-budget validation. data/paper_v2/; output/paper_v2/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60 seconds.</a:t>
            </a:r>
          </a:p>
          <a:p xmlns:a="http://schemas.openxmlformats.org/drawingml/2006/main">
            <a:r>
              <a:t/>
            </a:r>
          </a:p>
          <a:p xmlns:a="http://schemas.openxmlformats.org/drawingml/2006/main">
            <a:r>
              <a:t>This is a representative calibration run selected near the original-split median. Practice accuracy improves before new-question accuracy. An update is one learning step using all practice examples, and we check every twenty five updates. First success T requires at least ninety nine percent practice accuracy and ninety five percent new-question accuracy for three checks in a row. Here the final confirming check is at 4375 updates. The secondary measure needs twenty one checks, spanning five hundred updates. We count the final check, never the start of the streak, and never use observations beyond the run budget. Even the longer window does not mean that accuracy stays high forever.</a:t>
            </a:r>
          </a:p>
          <a:p xmlns:a="http://schemas.openxmlformats.org/drawingml/2006/main">
            <a:r>
              <a:t/>
            </a:r>
          </a:p>
          <a:p xmlns:a="http://schemas.openxmlformats.org/drawingml/2006/main">
            <a:r>
              <a:t>Sources:</a:t>
            </a:r>
          </a:p>
          <a:p xmlns:a="http://schemas.openxmlformats.org/drawingml/2006/main">
            <a:r>
              <a:t>[8] Project paper-v2 evidence. Frozen calibration and fresh fixed-budget validation. data/paper_v2/; output/paper_v2/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55 seconds.</a:t>
            </a:r>
          </a:p>
          <a:p xmlns:a="http://schemas.openxmlformats.org/drawingml/2006/main">
            <a:r>
              <a:t/>
            </a:r>
          </a:p>
          <a:p xmlns:a="http://schemas.openxmlformats.org/drawingml/2006/main">
            <a:r>
              <a:t>Each completion curve uses thirty calibration runs for one fixed split. At a chosen step, count how many have confirmed success and divide by thirty. Keep every unfinished run in the denominator. The original-split capped mean is about 5347 updates and the median about 4375. Capped means that if a run has not succeeded by thirty thousand, U records the limit; its eventual T is still unknown. Different curves reveal both random-start variation and differences among these fixed partitions. They do not represent all possible models or tasks. The paper includes the complete timing distributions and intervals.</a:t>
            </a:r>
          </a:p>
          <a:p xmlns:a="http://schemas.openxmlformats.org/drawingml/2006/main">
            <a:r>
              <a:t/>
            </a:r>
          </a:p>
          <a:p xmlns:a="http://schemas.openxmlformats.org/drawingml/2006/main">
            <a:r>
              <a:t>Sources:</a:t>
            </a:r>
          </a:p>
          <a:p xmlns:a="http://schemas.openxmlformats.org/drawingml/2006/main">
            <a:r>
              <a:t>[8] Project paper-v2 evidence. Frozen calibration and fresh fixed-budget validation. data/paper_v2/; output/paper_v2/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70 seconds.</a:t>
            </a:r>
          </a:p>
          <a:p xmlns:a="http://schemas.openxmlformats.org/drawingml/2006/main">
            <a:r>
              <a:t/>
            </a:r>
          </a:p>
          <a:p xmlns:a="http://schemas.openxmlformats.org/drawingml/2006/main">
            <a:r>
              <a:t>A Bernoulli outcome is one yes-or-no result: did this budget attempt succeed? A binomial count is the number of successes among independent attempts with the same setting. Exact confidence intervals show uncertainty from a finite sample. F of t is the single-run completion probability by step t. The restart formula is one minus the probability that every independent start fails. For group comparisons we report differences in success probabilities. The twelve planned Fisher tests compare each restart policy with one long run, and Holm adjustment accounts for considering twelve tests together. Bootstrap resampling provides a sensitivity view. We also use conservative exact bounds because a sample with all successes or all failures can make bootstrap uncertainty look too small.</a:t>
            </a:r>
          </a:p>
          <a:p xmlns:a="http://schemas.openxmlformats.org/drawingml/2006/main">
            <a:r>
              <a:t/>
            </a:r>
          </a:p>
          <a:p xmlns:a="http://schemas.openxmlformats.org/drawingml/2006/main">
            <a:r>
              <a:t>Sources:</a:t>
            </a:r>
          </a:p>
          <a:p xmlns:a="http://schemas.openxmlformats.org/drawingml/2006/main">
            <a:r>
              <a:t>[3] Streeter, Golovin and Smith (2007). Restart Schedules for Ensembles of Problem Instances. https://www.cs.cmu.edu/~dgolovin/papers/aaai07b.pdf</a:t>
            </a:r>
          </a:p>
          <a:p xmlns:a="http://schemas.openxmlformats.org/drawingml/2006/main">
            <a:r>
              <a:t>[7] Official supplied BAMAT207 syllabus, version 1. Probability and Statistics: theory and embedded laboratory. sources/; docs/SYLLABUS_MAP.md</a:t>
            </a:r>
          </a:p>
          <a:p xmlns:a="http://schemas.openxmlformats.org/drawingml/2006/main">
            <a:r>
              <a:t>[8] Project paper-v2 evidence. Frozen calibration and fresh fixed-budget validation. data/paper_v2/; output/paper_v2/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60 seconds.</a:t>
            </a:r>
          </a:p>
          <a:p xmlns:a="http://schemas.openxmlformats.org/drawingml/2006/main">
            <a:r>
              <a:t/>
            </a:r>
          </a:p>
          <a:p xmlns:a="http://schemas.openxmlformats.org/drawingml/2006/main">
            <a:r>
              <a:t>This graph shows the original split at the two fixed budgets, with thirty fresh attempts per policy in each budget. The side table gives the success counts. All policies in one budget spend the same total updates: one gets B, two get B divided by two each, and four get B divided by four each. Every allocated step is executed even if one run succeeds early. The counts come from independent validation seeds, not the calibration sample used for predictions. Read the size and direction of the differences, then explain that finite-sample intervals and the corrected tests determine how much evidence there is. A point estimate alone does not justify a universal winner.</a:t>
            </a:r>
          </a:p>
          <a:p xmlns:a="http://schemas.openxmlformats.org/drawingml/2006/main">
            <a:r>
              <a:t/>
            </a:r>
          </a:p>
          <a:p xmlns:a="http://schemas.openxmlformats.org/drawingml/2006/main">
            <a:r>
              <a:t>Sources:</a:t>
            </a:r>
          </a:p>
          <a:p xmlns:a="http://schemas.openxmlformats.org/drawingml/2006/main">
            <a:r>
              <a:t>[8] Project paper-v2 evidence. Frozen calibration and fresh fixed-budget validation. data/paper_v2/; output/paper_v2/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55 seconds.</a:t>
            </a:r>
          </a:p>
          <a:p xmlns:a="http://schemas.openxmlformats.org/drawingml/2006/main">
            <a:r>
              <a:t/>
            </a:r>
          </a:p>
          <a:p xmlns:a="http://schemas.openxmlformats.org/drawingml/2006/main">
            <a:r>
              <a:t>Here we show the eight-thousand-update comparison on all three fixed splits. The practice and new-question assignments change, while the model, optimizer and success rule remain the same. Every displayed policy group has thirty fresh attempts. The full paper also reports twelve-thousand-update results on all three splits; we are not showing only a successful condition. Repetition across splits makes the evidence more informative, but three partitions of one arithmetic task do not establish transfer to large models or natural-language data. Compare the pattern and its variation rather than assuming that matching ranks prove a universal rule.</a:t>
            </a:r>
          </a:p>
          <a:p xmlns:a="http://schemas.openxmlformats.org/drawingml/2006/main">
            <a:r>
              <a:t/>
            </a:r>
          </a:p>
          <a:p xmlns:a="http://schemas.openxmlformats.org/drawingml/2006/main">
            <a:r>
              <a:t>Sources:</a:t>
            </a:r>
          </a:p>
          <a:p xmlns:a="http://schemas.openxmlformats.org/drawingml/2006/main">
            <a:r>
              <a:t>[4] Ootani (2026). Grokking Is Conditional and Fragile: A Fully-Tractable, Multi-Seed Study at 12K Parameters. https://arxiv.org/abs/2607.05104</a:t>
            </a:r>
          </a:p>
          <a:p xmlns:a="http://schemas.openxmlformats.org/drawingml/2006/main">
            <a:r>
              <a:t>[8] Project paper-v2 evidence. Frozen calibration and fresh fixed-budget validation. data/paper_v2/; output/paper_v2/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65 seconds.</a:t>
            </a:r>
          </a:p>
          <a:p xmlns:a="http://schemas.openxmlformats.org/drawingml/2006/main">
            <a:r>
              <a:t/>
            </a:r>
          </a:p>
          <a:p xmlns:a="http://schemas.openxmlformats.org/drawingml/2006/main">
            <a:r>
              <a:t>Calibration gives a measured single-run completion curve for each split. Before validation, we freeze the input trace hashes and all predicted policy probabilities. The predictions use one minus one minus F of B divided by k, raised to k. The graph compares these frozen predictions with the fresh original-split observations at both budgets. These are separate samples. Prediction error therefore contains uncertainty from both calibration and validation; the paper resamples them independently and also provides exact bounds. A close match is useful evidence about this setting, not proof of a true distribution or perfect calibration at every possible budget.</a:t>
            </a:r>
          </a:p>
          <a:p xmlns:a="http://schemas.openxmlformats.org/drawingml/2006/main">
            <a:r>
              <a:t/>
            </a:r>
          </a:p>
          <a:p xmlns:a="http://schemas.openxmlformats.org/drawingml/2006/main">
            <a:r>
              <a:t>Sources:</a:t>
            </a:r>
          </a:p>
          <a:p xmlns:a="http://schemas.openxmlformats.org/drawingml/2006/main">
            <a:r>
              <a:t>[3] Streeter, Golovin and Smith (2007). Restart Schedules for Ensembles of Problem Instances. https://www.cs.cmu.edu/~dgolovin/papers/aaai07b.pdf</a:t>
            </a:r>
          </a:p>
          <a:p xmlns:a="http://schemas.openxmlformats.org/drawingml/2006/main">
            <a:r>
              <a:t>[8] Project paper-v2 evidence. Frozen calibration and fresh fixed-budget validation. data/paper_v2/; output/paper_v2/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65 seconds.</a:t>
            </a:r>
          </a:p>
          <a:p xmlns:a="http://schemas.openxmlformats.org/drawingml/2006/main">
            <a:r>
              <a:t/>
            </a:r>
          </a:p>
          <a:p xmlns:a="http://schemas.openxmlformats.org/drawingml/2006/main">
            <a:r>
              <a:t>Both outcomes come from the same attempt, so they are correlated. The first rule confirms three successful checks; the longer rule confirms twenty one. The longer window must finish inside the same allocated budget. It receives no extra follow-up time. Its count cannot exceed the first-confirmation count. In the original main study, sixty two of eighty three generalized runs later dipped below ninety five percent held-out accuracy. That is why we distinguish first success from longer stability. The follow-up window is still finite and may be followed by another dip. These stability comparisons are secondary descriptive results, rather than another hidden family of significance tests.</a:t>
            </a:r>
          </a:p>
          <a:p xmlns:a="http://schemas.openxmlformats.org/drawingml/2006/main">
            <a:r>
              <a:t/>
            </a:r>
          </a:p>
          <a:p xmlns:a="http://schemas.openxmlformats.org/drawingml/2006/main">
            <a:r>
              <a:t>Sources:</a:t>
            </a:r>
          </a:p>
          <a:p xmlns:a="http://schemas.openxmlformats.org/drawingml/2006/main">
            <a:r>
              <a:t>[8] Project paper-v2 evidence. Frozen calibration and fresh fixed-budget validation. data/paper_v2/; output/paper_v2/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50 seconds.</a:t>
            </a:r>
          </a:p>
          <a:p xmlns:a="http://schemas.openxmlformats.org/drawingml/2006/main">
            <a:r>
              <a:t/>
            </a:r>
          </a:p>
          <a:p xmlns:a="http://schemas.openxmlformats.org/drawingml/2006/main">
            <a:r>
              <a:t>At eight thousand total updates, one long run succeeded twenty eight times out of thirty on every split. Four short runs succeeded twelve, nine and eleven times out of thirty. All three differences survived the correction for twelve planned comparisons. At twelve thousand updates, only the second-split four-run difference survived correction. No two-run comparison was detected, which does not prove equality. Giving each run too few steps can leave too little time for delayed learning. This conclusion applies to our model, task and three fixed splits. We report all intervals and distinguish brief confirmation from a longer window. Future research can test new tasks, more splits and longer accuracy windows.</a:t>
            </a:r>
          </a:p>
          <a:p xmlns:a="http://schemas.openxmlformats.org/drawingml/2006/main">
            <a:r>
              <a:t/>
            </a:r>
          </a:p>
          <a:p xmlns:a="http://schemas.openxmlformats.org/drawingml/2006/main">
            <a:r>
              <a:t>Sources:</a:t>
            </a:r>
          </a:p>
          <a:p xmlns:a="http://schemas.openxmlformats.org/drawingml/2006/main">
            <a:r>
              <a:t>[8] Project paper-v2 evidence. Frozen calibration and fresh fixed-budget validation. data/paper_v2/; output/paper_v2/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20 seconds.</a:t>
            </a:r>
          </a:p>
          <a:p xmlns:a="http://schemas.openxmlformats.org/drawingml/2006/main">
            <a:r>
              <a:t/>
            </a:r>
          </a:p>
          <a:p xmlns:a="http://schemas.openxmlformats.org/drawingml/2006/main">
            <a:r>
              <a:t>Grokking, timing prediction, restart schedules and numerical fragility have prior research. The paper credits these sources and the standard transformer and AdamW methods. Our contribution is the controlled experiment and its recorded results. The source record explains the limited local copied-phrase screen; an institutional similarity score still depends on the college checker.</a:t>
            </a:r>
          </a:p>
          <a:p xmlns:a="http://schemas.openxmlformats.org/drawingml/2006/main">
            <a:r>
              <a:t/>
            </a:r>
          </a:p>
          <a:p xmlns:a="http://schemas.openxmlformats.org/drawingml/2006/main">
            <a:r>
              <a:t>Sources:</a:t>
            </a:r>
          </a:p>
          <a:p xmlns:a="http://schemas.openxmlformats.org/drawingml/2006/main">
            <a:r>
              <a:t>[1] Power et al. (2022). Grokking: Generalization Beyond Overfitting on Small Algorithmic Datasets. https://arxiv.org/abs/2201.02177</a:t>
            </a:r>
          </a:p>
          <a:p xmlns:a="http://schemas.openxmlformats.org/drawingml/2006/main">
            <a:r>
              <a:t>[2] Truong et al. (2026). First-Passage Prediction of Grokking Delay: A Calibrated Law under AdamW with Causal Validation. https://arxiv.org/abs/2605.18845</a:t>
            </a:r>
          </a:p>
          <a:p xmlns:a="http://schemas.openxmlformats.org/drawingml/2006/main">
            <a:r>
              <a:t>[3] Streeter, Golovin and Smith (2007). Restart Schedules for Ensembles of Problem Instances. https://www.cs.cmu.edu/~dgolovin/papers/aaai07b.pdf</a:t>
            </a:r>
          </a:p>
          <a:p xmlns:a="http://schemas.openxmlformats.org/drawingml/2006/main">
            <a:r>
              <a:t>[4] Ootani (2026). Grokking Is Conditional and Fragile: A Fully-Tractable, Multi-Seed Study at 12K Parameters. https://arxiv.org/abs/2607.05104</a:t>
            </a:r>
          </a:p>
          <a:p xmlns:a="http://schemas.openxmlformats.org/drawingml/2006/main">
            <a:r>
              <a:t>[5] Loshchilov and Hutter (2019). Decoupled Weight Decay Regularization. https://arxiv.org/abs/1711.05101</a:t>
            </a:r>
          </a:p>
          <a:p xmlns:a="http://schemas.openxmlformats.org/drawingml/2006/main">
            <a:r>
              <a:t>[6] Vaswani et al. (2017). Attention Is All You Need. https://arxiv.org/abs/1706.03762</a:t>
            </a:r>
          </a:p>
          <a:p xmlns:a="http://schemas.openxmlformats.org/drawingml/2006/main">
            <a:r>
              <a:t>[7] Official supplied BAMAT207 syllabus, version 1. Probability and Statistics: theory and embedded laboratory. sources/; docs/SYLLABUS_MAP.md</a:t>
            </a:r>
          </a:p>
          <a:p xmlns:a="http://schemas.openxmlformats.org/drawingml/2006/main">
            <a:r>
              <a:t>[8] Project paper-v2 evidence. Frozen calibration and fresh fixed-budget validation. data/paper_v2/; output/paper_v2/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Optional appendix; outside main timing.</a:t>
            </a:r>
          </a:p>
          <a:p xmlns:a="http://schemas.openxmlformats.org/drawingml/2006/main">
            <a:r>
              <a:t/>
            </a:r>
          </a:p>
          <a:p xmlns:a="http://schemas.openxmlformats.org/drawingml/2006/main">
            <a:r>
              <a:t>This is an illustration, not a measured result. If two independent attempts each have sixty percent success, each has forty percent failure. Both fail with probability zero point four times zero point four, or zero point one six. At least one succeeds with probability one minus zero point one six, or eighty four percent. To decide between this and one longer run we still need the longer run probability. Independence refers to random starts conditional on the fixed task and training setting.</a:t>
            </a:r>
          </a:p>
          <a:p xmlns:a="http://schemas.openxmlformats.org/drawingml/2006/main">
            <a:r>
              <a:t/>
            </a:r>
          </a:p>
          <a:p xmlns:a="http://schemas.openxmlformats.org/drawingml/2006/main">
            <a:r>
              <a:t>Sources:</a:t>
            </a:r>
          </a:p>
          <a:p xmlns:a="http://schemas.openxmlformats.org/drawingml/2006/main">
            <a:r>
              <a:t>[3] Streeter, Golovin and Smith (2007). Restart Schedules for Ensembles of Problem Instances. https://www.cs.cmu.edu/~dgolovin/papers/aaai07b.pdf</a:t>
            </a:r>
          </a:p>
          <a:p xmlns:a="http://schemas.openxmlformats.org/drawingml/2006/main">
            <a:r>
              <a:t>[7] Official supplied BAMAT207 syllabus, version 1. Probability and Statistics: theory and embedded laboratory. sources/; docs/SYLLABUS_MAP.md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Optional appendix; outside main timing.</a:t>
            </a:r>
          </a:p>
          <a:p xmlns:a="http://schemas.openxmlformats.org/drawingml/2006/main">
            <a:r>
              <a:t/>
            </a:r>
          </a:p>
          <a:p xmlns:a="http://schemas.openxmlformats.org/drawingml/2006/main">
            <a:r>
              <a:t>Every entry shows the first-confirmation count and the five-hundred-update count, each out of thirty attempts. The two counts in an entry are paired endpoints from the same attempts, not independent replications. The six rows cover every split and budget. The paper and supplement provide exact probability intervals, the twelve corrected comparisons, candidate timing fits, exploratory syllabus analyses and all limitations.</a:t>
            </a:r>
          </a:p>
          <a:p xmlns:a="http://schemas.openxmlformats.org/drawingml/2006/main">
            <a:r>
              <a:t/>
            </a:r>
          </a:p>
          <a:p xmlns:a="http://schemas.openxmlformats.org/drawingml/2006/main">
            <a:r>
              <a:t>Sources:</a:t>
            </a:r>
          </a:p>
          <a:p xmlns:a="http://schemas.openxmlformats.org/drawingml/2006/main">
            <a:r>
              <a:t>[8] Project paper-v2 evidence. Frozen calibration and fresh fixed-budget validation. data/paper_v2/; output/paper_v2/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3d30b0a97f04af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01e0d412c734a8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5909857a47e496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3506d2da1964f3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dec57be0a134f3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44285cac402460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026CD12-1E39-4AFD-AEA7-330ED1C8FCF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2411B8B-92DE-466F-B68C-ED774D08FD3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C0C0425-55F0-4C92-9DB1-17F16EB5BC5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12E6566-5790-437C-8D56-3F0E557BACA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0C6DA5C-E666-4979-AB3A-65ADD280C10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1D1C0EC-4D6B-4DFD-8215-10920B3650E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CDE7406-B11F-46D0-95CE-F7EF0D90284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3E14B2B-FFC9-4C19-B661-365FCF7B38C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8BE00C9-D4C1-4425-920F-1A55D0C3DA2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AACD94A-0A26-408F-A60E-1AA0070E2D3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10dfda4168d4f99" /><Relationship Type="http://schemas.openxmlformats.org/officeDocument/2006/relationships/slideLayout" Target="/ppt/slideLayouts/slideLayout1.xml" Id="R2c66f0ce56804165" /><Relationship Type="http://schemas.openxmlformats.org/officeDocument/2006/relationships/slideLayout" Target="/ppt/slideLayouts/slideLayout2.xml" Id="R976b23cedfb147da" /><Relationship Type="http://schemas.openxmlformats.org/officeDocument/2006/relationships/slideLayout" Target="/ppt/slideLayouts/slideLayout3.xml" Id="R6da8ff9ebe914468" /><Relationship Type="http://schemas.openxmlformats.org/officeDocument/2006/relationships/slideLayout" Target="/ppt/slideLayouts/slideLayout4.xml" Id="R55ad0505629b4a97" /><Relationship Type="http://schemas.openxmlformats.org/officeDocument/2006/relationships/slideLayout" Target="/ppt/slideLayouts/slideLayout5.xml" Id="Ra733a608dab048f9" /><Relationship Type="http://schemas.openxmlformats.org/officeDocument/2006/relationships/slideLayout" Target="/ppt/slideLayouts/slideLayout6.xml" Id="R41856d16f52c45e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c66f0ce56804165"/>
    <p:sldLayoutId xmlns:r="http://schemas.openxmlformats.org/officeDocument/2006/relationships" id="2147483650" r:id="R976b23cedfb147da"/>
    <p:sldLayoutId xmlns:r="http://schemas.openxmlformats.org/officeDocument/2006/relationships" id="2147483651" r:id="R6da8ff9ebe914468"/>
    <p:sldLayoutId xmlns:r="http://schemas.openxmlformats.org/officeDocument/2006/relationships" id="2147483652" r:id="R55ad0505629b4a97"/>
    <p:sldLayoutId xmlns:r="http://schemas.openxmlformats.org/officeDocument/2006/relationships" id="2147483653" r:id="Ra733a608dab048f9"/>
    <p:sldLayoutId xmlns:r="http://schemas.openxmlformats.org/officeDocument/2006/relationships" id="2147483654" r:id="R41856d16f52c45e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9fc83685ca54600" /><Relationship Type="http://schemas.openxmlformats.org/officeDocument/2006/relationships/notesSlide" Target="/ppt/notesSlides/notesSlide1.xml" Id="R1d6cb081c94e443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39cc41a1b4d4a52" /><Relationship Type="http://schemas.openxmlformats.org/officeDocument/2006/relationships/notesSlide" Target="/ppt/notesSlides/notesSlide2.xml" Id="R11a752191f6247e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e41f283ead2436e" /><Relationship Type="http://schemas.openxmlformats.org/officeDocument/2006/relationships/notesSlide" Target="/ppt/notesSlides/notesSlide3.xml" Id="Rbdc620c10d744c2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e2edcb5fd864776" /><Relationship Type="http://schemas.openxmlformats.org/officeDocument/2006/relationships/notesSlide" Target="/ppt/notesSlides/notesSlide4.xml" Id="Rb8cde4aa1149400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ed47a14a4114a02" /><Relationship Type="http://schemas.openxmlformats.org/officeDocument/2006/relationships/chart" Target="/ppt/slides/charts/chart1.xml" Id="R16d657bc2d5c4447" /><Relationship Type="http://schemas.openxmlformats.org/officeDocument/2006/relationships/notesSlide" Target="/ppt/notesSlides/notesSlide5.xml" Id="Rca5e008b163342c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665b62a20c147ce" /><Relationship Type="http://schemas.openxmlformats.org/officeDocument/2006/relationships/chart" Target="/ppt/slides/charts/chart2.xml" Id="Rc4a8b203d2624716" /><Relationship Type="http://schemas.openxmlformats.org/officeDocument/2006/relationships/notesSlide" Target="/ppt/notesSlides/notesSlide6.xml" Id="R2653b458edc74097"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f9f50970ee349c7" /><Relationship Type="http://schemas.openxmlformats.org/officeDocument/2006/relationships/notesSlide" Target="/ppt/notesSlides/notesSlide7.xml" Id="Re659ffd3dddb497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d033f6553e44b8d" /><Relationship Type="http://schemas.openxmlformats.org/officeDocument/2006/relationships/chart" Target="/ppt/slides/charts/chart3.xml" Id="R1b280d6670df4ab0" /><Relationship Type="http://schemas.openxmlformats.org/officeDocument/2006/relationships/notesSlide" Target="/ppt/notesSlides/notesSlide8.xml" Id="Rebb0f471ab734c15"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ecf30ced71df4cee" /><Relationship Type="http://schemas.openxmlformats.org/officeDocument/2006/relationships/chart" Target="/ppt/slides/charts/chart4.xml" Id="R3cab96a5d40b4caa" /><Relationship Type="http://schemas.openxmlformats.org/officeDocument/2006/relationships/notesSlide" Target="/ppt/notesSlides/notesSlide9.xml" Id="Rd27b2400fa7142b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4412a7d0c63d4ffd" /><Relationship Type="http://schemas.openxmlformats.org/officeDocument/2006/relationships/chart" Target="/ppt/slides/charts/chart5.xml" Id="Rd8d1251dcd804600" /><Relationship Type="http://schemas.openxmlformats.org/officeDocument/2006/relationships/notesSlide" Target="/ppt/notesSlides/notesSlide10.xml" Id="R0c4815ea7ded4c4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b4ce9802d522410f" /><Relationship Type="http://schemas.openxmlformats.org/officeDocument/2006/relationships/chart" Target="/ppt/slides/charts/chart6.xml" Id="R386ce250cae549cd" /><Relationship Type="http://schemas.openxmlformats.org/officeDocument/2006/relationships/notesSlide" Target="/ppt/notesSlides/notesSlide11.xml" Id="R1e2d01d13b394be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5be9c726a3c24854" /><Relationship Type="http://schemas.openxmlformats.org/officeDocument/2006/relationships/notesSlide" Target="/ppt/notesSlides/notesSlide12.xml" Id="R2f0f80450257461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3c744a2d0c4b49b8" /><Relationship Type="http://schemas.openxmlformats.org/officeDocument/2006/relationships/notesSlide" Target="/ppt/notesSlides/notesSlide13.xml" Id="Ra8dd539bb639416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b0f7b7151af24da3" /><Relationship Type="http://schemas.openxmlformats.org/officeDocument/2006/relationships/notesSlide" Target="/ppt/notesSlides/notesSlide14.xml" Id="R2e3eb7b92d96448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6a5131da04554061" /><Relationship Type="http://schemas.openxmlformats.org/officeDocument/2006/relationships/notesSlide" Target="/ppt/notesSlides/notesSlide15.xml" Id="Rb7a2dd55f6264c2e"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00">
                <a:solidFill>
                  <a:srgbClr val="172B3A"/>
                </a:solidFill>
                <a:latin typeface="Arial"/>
                <a:ea typeface="Arial"/>
                <a:cs typeface="Arial"/>
              </a:rPr>
              <a:t>Representative calibration run; early training window</a:t>
            </a:r>
          </a:p>
        </c:rich>
      </c:tx>
      <c:overlay val="0"/>
      <c:txPr>
        <a:bodyPr xmlns:a="http://schemas.openxmlformats.org/drawingml/2006/main" anchorCtr="1"/>
        <a:lstStyle xmlns:a="http://schemas.openxmlformats.org/drawingml/2006/main"/>
        <a:p xmlns:a="http://schemas.openxmlformats.org/drawingml/2006/main">
          <a:pPr>
            <a:defRPr sz="1800">
              <a:solidFill>
                <a:srgbClr val="172B3A"/>
              </a:solidFill>
              <a:latin typeface="Arial"/>
              <a:ea typeface="Arial"/>
              <a:cs typeface="Arial"/>
            </a:defRPr>
          </a:pPr>
        </a:p>
      </c:txPr>
    </c:title>
    <c:plotArea>
      <c:scatterChart>
        <c:scatterStyle val="line"/>
        <c:varyColors val="0"/>
        <c:ser>
          <c:idx val="0"/>
          <c:order val="0"/>
          <c:tx>
            <c:v>Practice questions</c:v>
          </c:tx>
          <c:spPr>
            <a:ln xmlns:a="http://schemas.openxmlformats.org/drawingml/2006/main" w="28575">
              <a:solidFill>
                <a:srgbClr val="175F96"/>
              </a:solidFill>
            </a:ln>
          </c:spPr>
          <c:marker>
            <c:symbol val="none"/>
          </c:marker>
          <c:xVal>
            <c:numRef>
              <c:f>'Chart Data'!$A$2:$A$282</c:f>
              <c:numCache>
                <c:formatCode>General</c:formatCode>
                <c:ptCount val="281"/>
                <c:pt idx="0">
                  <c:v>0</c:v>
                </c:pt>
                <c:pt idx="1">
                  <c:v>25</c:v>
                </c:pt>
                <c:pt idx="2">
                  <c:v>50</c:v>
                </c:pt>
                <c:pt idx="3">
                  <c:v>75</c:v>
                </c:pt>
                <c:pt idx="4">
                  <c:v>100</c:v>
                </c:pt>
                <c:pt idx="5">
                  <c:v>125</c:v>
                </c:pt>
                <c:pt idx="6">
                  <c:v>150</c:v>
                </c:pt>
                <c:pt idx="7">
                  <c:v>175</c:v>
                </c:pt>
                <c:pt idx="8">
                  <c:v>200</c:v>
                </c:pt>
                <c:pt idx="9">
                  <c:v>225</c:v>
                </c:pt>
                <c:pt idx="10">
                  <c:v>250</c:v>
                </c:pt>
                <c:pt idx="11">
                  <c:v>275</c:v>
                </c:pt>
                <c:pt idx="12">
                  <c:v>300</c:v>
                </c:pt>
                <c:pt idx="13">
                  <c:v>325</c:v>
                </c:pt>
                <c:pt idx="14">
                  <c:v>350</c:v>
                </c:pt>
                <c:pt idx="15">
                  <c:v>375</c:v>
                </c:pt>
                <c:pt idx="16">
                  <c:v>400</c:v>
                </c:pt>
                <c:pt idx="17">
                  <c:v>425</c:v>
                </c:pt>
                <c:pt idx="18">
                  <c:v>450</c:v>
                </c:pt>
                <c:pt idx="19">
                  <c:v>475</c:v>
                </c:pt>
                <c:pt idx="20">
                  <c:v>500</c:v>
                </c:pt>
                <c:pt idx="21">
                  <c:v>525</c:v>
                </c:pt>
                <c:pt idx="22">
                  <c:v>550</c:v>
                </c:pt>
                <c:pt idx="23">
                  <c:v>575</c:v>
                </c:pt>
                <c:pt idx="24">
                  <c:v>600</c:v>
                </c:pt>
                <c:pt idx="25">
                  <c:v>625</c:v>
                </c:pt>
                <c:pt idx="26">
                  <c:v>650</c:v>
                </c:pt>
                <c:pt idx="27">
                  <c:v>675</c:v>
                </c:pt>
                <c:pt idx="28">
                  <c:v>700</c:v>
                </c:pt>
                <c:pt idx="29">
                  <c:v>725</c:v>
                </c:pt>
                <c:pt idx="30">
                  <c:v>750</c:v>
                </c:pt>
                <c:pt idx="31">
                  <c:v>775</c:v>
                </c:pt>
                <c:pt idx="32">
                  <c:v>800</c:v>
                </c:pt>
                <c:pt idx="33">
                  <c:v>825</c:v>
                </c:pt>
                <c:pt idx="34">
                  <c:v>850</c:v>
                </c:pt>
                <c:pt idx="35">
                  <c:v>875</c:v>
                </c:pt>
                <c:pt idx="36">
                  <c:v>900</c:v>
                </c:pt>
                <c:pt idx="37">
                  <c:v>925</c:v>
                </c:pt>
                <c:pt idx="38">
                  <c:v>950</c:v>
                </c:pt>
                <c:pt idx="39">
                  <c:v>975</c:v>
                </c:pt>
                <c:pt idx="40">
                  <c:v>1000</c:v>
                </c:pt>
                <c:pt idx="41">
                  <c:v>1025</c:v>
                </c:pt>
                <c:pt idx="42">
                  <c:v>1050</c:v>
                </c:pt>
                <c:pt idx="43">
                  <c:v>1075</c:v>
                </c:pt>
                <c:pt idx="44">
                  <c:v>1100</c:v>
                </c:pt>
                <c:pt idx="45">
                  <c:v>1125</c:v>
                </c:pt>
                <c:pt idx="46">
                  <c:v>1150</c:v>
                </c:pt>
                <c:pt idx="47">
                  <c:v>1175</c:v>
                </c:pt>
                <c:pt idx="48">
                  <c:v>1200</c:v>
                </c:pt>
                <c:pt idx="49">
                  <c:v>1225</c:v>
                </c:pt>
                <c:pt idx="50">
                  <c:v>1250</c:v>
                </c:pt>
                <c:pt idx="51">
                  <c:v>1275</c:v>
                </c:pt>
                <c:pt idx="52">
                  <c:v>1300</c:v>
                </c:pt>
                <c:pt idx="53">
                  <c:v>1325</c:v>
                </c:pt>
                <c:pt idx="54">
                  <c:v>1350</c:v>
                </c:pt>
                <c:pt idx="55">
                  <c:v>1375</c:v>
                </c:pt>
                <c:pt idx="56">
                  <c:v>1400</c:v>
                </c:pt>
                <c:pt idx="57">
                  <c:v>1425</c:v>
                </c:pt>
                <c:pt idx="58">
                  <c:v>1450</c:v>
                </c:pt>
                <c:pt idx="59">
                  <c:v>1475</c:v>
                </c:pt>
                <c:pt idx="60">
                  <c:v>1500</c:v>
                </c:pt>
                <c:pt idx="61">
                  <c:v>1525</c:v>
                </c:pt>
                <c:pt idx="62">
                  <c:v>1550</c:v>
                </c:pt>
                <c:pt idx="63">
                  <c:v>1575</c:v>
                </c:pt>
                <c:pt idx="64">
                  <c:v>1600</c:v>
                </c:pt>
                <c:pt idx="65">
                  <c:v>1625</c:v>
                </c:pt>
                <c:pt idx="66">
                  <c:v>1650</c:v>
                </c:pt>
                <c:pt idx="67">
                  <c:v>1675</c:v>
                </c:pt>
                <c:pt idx="68">
                  <c:v>1700</c:v>
                </c:pt>
                <c:pt idx="69">
                  <c:v>1725</c:v>
                </c:pt>
                <c:pt idx="70">
                  <c:v>1750</c:v>
                </c:pt>
                <c:pt idx="71">
                  <c:v>1775</c:v>
                </c:pt>
                <c:pt idx="72">
                  <c:v>1800</c:v>
                </c:pt>
                <c:pt idx="73">
                  <c:v>1825</c:v>
                </c:pt>
                <c:pt idx="74">
                  <c:v>1850</c:v>
                </c:pt>
                <c:pt idx="75">
                  <c:v>1875</c:v>
                </c:pt>
                <c:pt idx="76">
                  <c:v>1900</c:v>
                </c:pt>
                <c:pt idx="77">
                  <c:v>1925</c:v>
                </c:pt>
                <c:pt idx="78">
                  <c:v>1950</c:v>
                </c:pt>
                <c:pt idx="79">
                  <c:v>1975</c:v>
                </c:pt>
                <c:pt idx="80">
                  <c:v>2000</c:v>
                </c:pt>
                <c:pt idx="81">
                  <c:v>2025</c:v>
                </c:pt>
                <c:pt idx="82">
                  <c:v>2050</c:v>
                </c:pt>
                <c:pt idx="83">
                  <c:v>2075</c:v>
                </c:pt>
                <c:pt idx="84">
                  <c:v>2100</c:v>
                </c:pt>
                <c:pt idx="85">
                  <c:v>2125</c:v>
                </c:pt>
                <c:pt idx="86">
                  <c:v>2150</c:v>
                </c:pt>
                <c:pt idx="87">
                  <c:v>2175</c:v>
                </c:pt>
                <c:pt idx="88">
                  <c:v>2200</c:v>
                </c:pt>
                <c:pt idx="89">
                  <c:v>2225</c:v>
                </c:pt>
                <c:pt idx="90">
                  <c:v>2250</c:v>
                </c:pt>
                <c:pt idx="91">
                  <c:v>2275</c:v>
                </c:pt>
                <c:pt idx="92">
                  <c:v>2300</c:v>
                </c:pt>
                <c:pt idx="93">
                  <c:v>2325</c:v>
                </c:pt>
                <c:pt idx="94">
                  <c:v>2350</c:v>
                </c:pt>
                <c:pt idx="95">
                  <c:v>2375</c:v>
                </c:pt>
                <c:pt idx="96">
                  <c:v>2400</c:v>
                </c:pt>
                <c:pt idx="97">
                  <c:v>2425</c:v>
                </c:pt>
                <c:pt idx="98">
                  <c:v>2450</c:v>
                </c:pt>
                <c:pt idx="99">
                  <c:v>2475</c:v>
                </c:pt>
                <c:pt idx="100">
                  <c:v>2500</c:v>
                </c:pt>
                <c:pt idx="101">
                  <c:v>2525</c:v>
                </c:pt>
                <c:pt idx="102">
                  <c:v>2550</c:v>
                </c:pt>
                <c:pt idx="103">
                  <c:v>2575</c:v>
                </c:pt>
                <c:pt idx="104">
                  <c:v>2600</c:v>
                </c:pt>
                <c:pt idx="105">
                  <c:v>2625</c:v>
                </c:pt>
                <c:pt idx="106">
                  <c:v>2650</c:v>
                </c:pt>
                <c:pt idx="107">
                  <c:v>2675</c:v>
                </c:pt>
                <c:pt idx="108">
                  <c:v>2700</c:v>
                </c:pt>
                <c:pt idx="109">
                  <c:v>2725</c:v>
                </c:pt>
                <c:pt idx="110">
                  <c:v>2750</c:v>
                </c:pt>
                <c:pt idx="111">
                  <c:v>2775</c:v>
                </c:pt>
                <c:pt idx="112">
                  <c:v>2800</c:v>
                </c:pt>
                <c:pt idx="113">
                  <c:v>2825</c:v>
                </c:pt>
                <c:pt idx="114">
                  <c:v>2850</c:v>
                </c:pt>
                <c:pt idx="115">
                  <c:v>2875</c:v>
                </c:pt>
                <c:pt idx="116">
                  <c:v>2900</c:v>
                </c:pt>
                <c:pt idx="117">
                  <c:v>2925</c:v>
                </c:pt>
                <c:pt idx="118">
                  <c:v>2950</c:v>
                </c:pt>
                <c:pt idx="119">
                  <c:v>2975</c:v>
                </c:pt>
                <c:pt idx="120">
                  <c:v>3000</c:v>
                </c:pt>
                <c:pt idx="121">
                  <c:v>3025</c:v>
                </c:pt>
                <c:pt idx="122">
                  <c:v>3050</c:v>
                </c:pt>
                <c:pt idx="123">
                  <c:v>3075</c:v>
                </c:pt>
                <c:pt idx="124">
                  <c:v>3100</c:v>
                </c:pt>
                <c:pt idx="125">
                  <c:v>3125</c:v>
                </c:pt>
                <c:pt idx="126">
                  <c:v>3150</c:v>
                </c:pt>
                <c:pt idx="127">
                  <c:v>3175</c:v>
                </c:pt>
                <c:pt idx="128">
                  <c:v>3200</c:v>
                </c:pt>
                <c:pt idx="129">
                  <c:v>3225</c:v>
                </c:pt>
                <c:pt idx="130">
                  <c:v>3250</c:v>
                </c:pt>
                <c:pt idx="131">
                  <c:v>3275</c:v>
                </c:pt>
                <c:pt idx="132">
                  <c:v>3300</c:v>
                </c:pt>
                <c:pt idx="133">
                  <c:v>3325</c:v>
                </c:pt>
                <c:pt idx="134">
                  <c:v>3350</c:v>
                </c:pt>
                <c:pt idx="135">
                  <c:v>3375</c:v>
                </c:pt>
                <c:pt idx="136">
                  <c:v>3400</c:v>
                </c:pt>
                <c:pt idx="137">
                  <c:v>3425</c:v>
                </c:pt>
                <c:pt idx="138">
                  <c:v>3450</c:v>
                </c:pt>
                <c:pt idx="139">
                  <c:v>3475</c:v>
                </c:pt>
                <c:pt idx="140">
                  <c:v>3500</c:v>
                </c:pt>
                <c:pt idx="141">
                  <c:v>3525</c:v>
                </c:pt>
                <c:pt idx="142">
                  <c:v>3550</c:v>
                </c:pt>
                <c:pt idx="143">
                  <c:v>3575</c:v>
                </c:pt>
                <c:pt idx="144">
                  <c:v>3600</c:v>
                </c:pt>
                <c:pt idx="145">
                  <c:v>3625</c:v>
                </c:pt>
                <c:pt idx="146">
                  <c:v>3650</c:v>
                </c:pt>
                <c:pt idx="147">
                  <c:v>3675</c:v>
                </c:pt>
                <c:pt idx="148">
                  <c:v>3700</c:v>
                </c:pt>
                <c:pt idx="149">
                  <c:v>3725</c:v>
                </c:pt>
                <c:pt idx="150">
                  <c:v>3750</c:v>
                </c:pt>
                <c:pt idx="151">
                  <c:v>3775</c:v>
                </c:pt>
                <c:pt idx="152">
                  <c:v>3800</c:v>
                </c:pt>
                <c:pt idx="153">
                  <c:v>3825</c:v>
                </c:pt>
                <c:pt idx="154">
                  <c:v>3850</c:v>
                </c:pt>
                <c:pt idx="155">
                  <c:v>3875</c:v>
                </c:pt>
                <c:pt idx="156">
                  <c:v>3900</c:v>
                </c:pt>
                <c:pt idx="157">
                  <c:v>3925</c:v>
                </c:pt>
                <c:pt idx="158">
                  <c:v>3950</c:v>
                </c:pt>
                <c:pt idx="159">
                  <c:v>3975</c:v>
                </c:pt>
                <c:pt idx="160">
                  <c:v>4000</c:v>
                </c:pt>
                <c:pt idx="161">
                  <c:v>4025</c:v>
                </c:pt>
                <c:pt idx="162">
                  <c:v>4050</c:v>
                </c:pt>
                <c:pt idx="163">
                  <c:v>4075</c:v>
                </c:pt>
                <c:pt idx="164">
                  <c:v>4100</c:v>
                </c:pt>
                <c:pt idx="165">
                  <c:v>4125</c:v>
                </c:pt>
                <c:pt idx="166">
                  <c:v>4150</c:v>
                </c:pt>
                <c:pt idx="167">
                  <c:v>4175</c:v>
                </c:pt>
                <c:pt idx="168">
                  <c:v>4200</c:v>
                </c:pt>
                <c:pt idx="169">
                  <c:v>4225</c:v>
                </c:pt>
                <c:pt idx="170">
                  <c:v>4250</c:v>
                </c:pt>
                <c:pt idx="171">
                  <c:v>4275</c:v>
                </c:pt>
                <c:pt idx="172">
                  <c:v>4300</c:v>
                </c:pt>
                <c:pt idx="173">
                  <c:v>4325</c:v>
                </c:pt>
                <c:pt idx="174">
                  <c:v>4350</c:v>
                </c:pt>
                <c:pt idx="175">
                  <c:v>4375</c:v>
                </c:pt>
                <c:pt idx="176">
                  <c:v>4400</c:v>
                </c:pt>
                <c:pt idx="177">
                  <c:v>4425</c:v>
                </c:pt>
                <c:pt idx="178">
                  <c:v>4450</c:v>
                </c:pt>
                <c:pt idx="179">
                  <c:v>4475</c:v>
                </c:pt>
                <c:pt idx="180">
                  <c:v>4500</c:v>
                </c:pt>
                <c:pt idx="181">
                  <c:v>4525</c:v>
                </c:pt>
                <c:pt idx="182">
                  <c:v>4550</c:v>
                </c:pt>
                <c:pt idx="183">
                  <c:v>4575</c:v>
                </c:pt>
                <c:pt idx="184">
                  <c:v>4600</c:v>
                </c:pt>
                <c:pt idx="185">
                  <c:v>4625</c:v>
                </c:pt>
                <c:pt idx="186">
                  <c:v>4650</c:v>
                </c:pt>
                <c:pt idx="187">
                  <c:v>4675</c:v>
                </c:pt>
                <c:pt idx="188">
                  <c:v>4700</c:v>
                </c:pt>
                <c:pt idx="189">
                  <c:v>4725</c:v>
                </c:pt>
                <c:pt idx="190">
                  <c:v>4750</c:v>
                </c:pt>
                <c:pt idx="191">
                  <c:v>4775</c:v>
                </c:pt>
                <c:pt idx="192">
                  <c:v>4800</c:v>
                </c:pt>
                <c:pt idx="193">
                  <c:v>4825</c:v>
                </c:pt>
                <c:pt idx="194">
                  <c:v>4850</c:v>
                </c:pt>
                <c:pt idx="195">
                  <c:v>4875</c:v>
                </c:pt>
                <c:pt idx="196">
                  <c:v>4900</c:v>
                </c:pt>
                <c:pt idx="197">
                  <c:v>4925</c:v>
                </c:pt>
                <c:pt idx="198">
                  <c:v>4950</c:v>
                </c:pt>
                <c:pt idx="199">
                  <c:v>4975</c:v>
                </c:pt>
                <c:pt idx="200">
                  <c:v>5000</c:v>
                </c:pt>
                <c:pt idx="201">
                  <c:v>5025</c:v>
                </c:pt>
                <c:pt idx="202">
                  <c:v>5050</c:v>
                </c:pt>
                <c:pt idx="203">
                  <c:v>5075</c:v>
                </c:pt>
                <c:pt idx="204">
                  <c:v>5100</c:v>
                </c:pt>
                <c:pt idx="205">
                  <c:v>5125</c:v>
                </c:pt>
                <c:pt idx="206">
                  <c:v>5150</c:v>
                </c:pt>
                <c:pt idx="207">
                  <c:v>5175</c:v>
                </c:pt>
                <c:pt idx="208">
                  <c:v>5200</c:v>
                </c:pt>
                <c:pt idx="209">
                  <c:v>5225</c:v>
                </c:pt>
                <c:pt idx="210">
                  <c:v>5250</c:v>
                </c:pt>
                <c:pt idx="211">
                  <c:v>5275</c:v>
                </c:pt>
                <c:pt idx="212">
                  <c:v>5300</c:v>
                </c:pt>
                <c:pt idx="213">
                  <c:v>5325</c:v>
                </c:pt>
                <c:pt idx="214">
                  <c:v>5350</c:v>
                </c:pt>
                <c:pt idx="215">
                  <c:v>5375</c:v>
                </c:pt>
                <c:pt idx="216">
                  <c:v>5400</c:v>
                </c:pt>
                <c:pt idx="217">
                  <c:v>5425</c:v>
                </c:pt>
                <c:pt idx="218">
                  <c:v>5450</c:v>
                </c:pt>
                <c:pt idx="219">
                  <c:v>5475</c:v>
                </c:pt>
                <c:pt idx="220">
                  <c:v>5500</c:v>
                </c:pt>
                <c:pt idx="221">
                  <c:v>5525</c:v>
                </c:pt>
                <c:pt idx="222">
                  <c:v>5550</c:v>
                </c:pt>
                <c:pt idx="223">
                  <c:v>5575</c:v>
                </c:pt>
                <c:pt idx="224">
                  <c:v>5600</c:v>
                </c:pt>
                <c:pt idx="225">
                  <c:v>5625</c:v>
                </c:pt>
                <c:pt idx="226">
                  <c:v>5650</c:v>
                </c:pt>
                <c:pt idx="227">
                  <c:v>5675</c:v>
                </c:pt>
                <c:pt idx="228">
                  <c:v>5700</c:v>
                </c:pt>
                <c:pt idx="229">
                  <c:v>5725</c:v>
                </c:pt>
                <c:pt idx="230">
                  <c:v>5750</c:v>
                </c:pt>
                <c:pt idx="231">
                  <c:v>5775</c:v>
                </c:pt>
                <c:pt idx="232">
                  <c:v>5800</c:v>
                </c:pt>
                <c:pt idx="233">
                  <c:v>5825</c:v>
                </c:pt>
                <c:pt idx="234">
                  <c:v>5850</c:v>
                </c:pt>
                <c:pt idx="235">
                  <c:v>5875</c:v>
                </c:pt>
                <c:pt idx="236">
                  <c:v>5900</c:v>
                </c:pt>
                <c:pt idx="237">
                  <c:v>5925</c:v>
                </c:pt>
                <c:pt idx="238">
                  <c:v>5950</c:v>
                </c:pt>
                <c:pt idx="239">
                  <c:v>5975</c:v>
                </c:pt>
                <c:pt idx="240">
                  <c:v>6000</c:v>
                </c:pt>
                <c:pt idx="241">
                  <c:v>6025</c:v>
                </c:pt>
                <c:pt idx="242">
                  <c:v>6050</c:v>
                </c:pt>
                <c:pt idx="243">
                  <c:v>6075</c:v>
                </c:pt>
                <c:pt idx="244">
                  <c:v>6100</c:v>
                </c:pt>
                <c:pt idx="245">
                  <c:v>6125</c:v>
                </c:pt>
                <c:pt idx="246">
                  <c:v>6150</c:v>
                </c:pt>
                <c:pt idx="247">
                  <c:v>6175</c:v>
                </c:pt>
                <c:pt idx="248">
                  <c:v>6200</c:v>
                </c:pt>
                <c:pt idx="249">
                  <c:v>6225</c:v>
                </c:pt>
                <c:pt idx="250">
                  <c:v>6250</c:v>
                </c:pt>
                <c:pt idx="251">
                  <c:v>6275</c:v>
                </c:pt>
                <c:pt idx="252">
                  <c:v>6300</c:v>
                </c:pt>
                <c:pt idx="253">
                  <c:v>6325</c:v>
                </c:pt>
                <c:pt idx="254">
                  <c:v>6350</c:v>
                </c:pt>
                <c:pt idx="255">
                  <c:v>6375</c:v>
                </c:pt>
                <c:pt idx="256">
                  <c:v>6400</c:v>
                </c:pt>
                <c:pt idx="257">
                  <c:v>6425</c:v>
                </c:pt>
                <c:pt idx="258">
                  <c:v>6450</c:v>
                </c:pt>
                <c:pt idx="259">
                  <c:v>6475</c:v>
                </c:pt>
                <c:pt idx="260">
                  <c:v>6500</c:v>
                </c:pt>
                <c:pt idx="261">
                  <c:v>6525</c:v>
                </c:pt>
                <c:pt idx="262">
                  <c:v>6550</c:v>
                </c:pt>
                <c:pt idx="263">
                  <c:v>6575</c:v>
                </c:pt>
                <c:pt idx="264">
                  <c:v>6600</c:v>
                </c:pt>
                <c:pt idx="265">
                  <c:v>6625</c:v>
                </c:pt>
                <c:pt idx="266">
                  <c:v>6650</c:v>
                </c:pt>
                <c:pt idx="267">
                  <c:v>6675</c:v>
                </c:pt>
                <c:pt idx="268">
                  <c:v>6700</c:v>
                </c:pt>
                <c:pt idx="269">
                  <c:v>6725</c:v>
                </c:pt>
                <c:pt idx="270">
                  <c:v>6750</c:v>
                </c:pt>
                <c:pt idx="271">
                  <c:v>6775</c:v>
                </c:pt>
                <c:pt idx="272">
                  <c:v>6800</c:v>
                </c:pt>
                <c:pt idx="273">
                  <c:v>6825</c:v>
                </c:pt>
                <c:pt idx="274">
                  <c:v>6850</c:v>
                </c:pt>
                <c:pt idx="275">
                  <c:v>6875</c:v>
                </c:pt>
                <c:pt idx="276">
                  <c:v>6900</c:v>
                </c:pt>
                <c:pt idx="277">
                  <c:v>6925</c:v>
                </c:pt>
                <c:pt idx="278">
                  <c:v>6950</c:v>
                </c:pt>
                <c:pt idx="279">
                  <c:v>6975</c:v>
                </c:pt>
                <c:pt idx="280">
                  <c:v>7000</c:v>
                </c:pt>
              </c:numCache>
            </c:numRef>
          </c:xVal>
          <c:yVal>
            <c:numRef>
              <c:f>'Chart Data'!$B$2:$B$282</c:f>
              <c:numCache>
                <c:formatCode>0%</c:formatCode>
                <c:ptCount val="281"/>
                <c:pt idx="0">
                  <c:v>0.03125</c:v>
                </c:pt>
                <c:pt idx="1">
                  <c:v>0.22916667</c:v>
                </c:pt>
                <c:pt idx="2">
                  <c:v>0.68402779</c:v>
                </c:pt>
                <c:pt idx="3">
                  <c:v>0.95833331</c:v>
                </c:pt>
                <c:pt idx="4">
                  <c:v>0.9704861</c:v>
                </c:pt>
                <c:pt idx="5">
                  <c:v>0.9826389</c:v>
                </c:pt>
                <c:pt idx="6">
                  <c:v>0.9861111</c:v>
                </c:pt>
                <c:pt idx="7">
                  <c:v>0.99131942</c:v>
                </c:pt>
                <c:pt idx="8">
                  <c:v>0.99305558</c:v>
                </c:pt>
                <c:pt idx="9">
                  <c:v>0.9982639</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1</c:v>
                </c:pt>
                <c:pt idx="49">
                  <c:v>1</c:v>
                </c:pt>
                <c:pt idx="50">
                  <c:v>1</c:v>
                </c:pt>
                <c:pt idx="51">
                  <c:v>1</c:v>
                </c:pt>
                <c:pt idx="52">
                  <c:v>1</c:v>
                </c:pt>
                <c:pt idx="53">
                  <c:v>1</c:v>
                </c:pt>
                <c:pt idx="54">
                  <c:v>1</c:v>
                </c:pt>
                <c:pt idx="55">
                  <c:v>1</c:v>
                </c:pt>
                <c:pt idx="56">
                  <c:v>1</c:v>
                </c:pt>
                <c:pt idx="57">
                  <c:v>1</c:v>
                </c:pt>
                <c:pt idx="58">
                  <c:v>1</c:v>
                </c:pt>
                <c:pt idx="59">
                  <c:v>1</c:v>
                </c:pt>
                <c:pt idx="60">
                  <c:v>1</c:v>
                </c:pt>
                <c:pt idx="61">
                  <c:v>1</c:v>
                </c:pt>
                <c:pt idx="62">
                  <c:v>1</c:v>
                </c:pt>
                <c:pt idx="63">
                  <c:v>1</c:v>
                </c:pt>
                <c:pt idx="64">
                  <c:v>1</c:v>
                </c:pt>
                <c:pt idx="65">
                  <c:v>1</c:v>
                </c:pt>
                <c:pt idx="66">
                  <c:v>0.99652779</c:v>
                </c:pt>
                <c:pt idx="67">
                  <c:v>1</c:v>
                </c:pt>
                <c:pt idx="68">
                  <c:v>1</c:v>
                </c:pt>
                <c:pt idx="69">
                  <c:v>1</c:v>
                </c:pt>
                <c:pt idx="70">
                  <c:v>1</c:v>
                </c:pt>
                <c:pt idx="71">
                  <c:v>1</c:v>
                </c:pt>
                <c:pt idx="72">
                  <c:v>1</c:v>
                </c:pt>
                <c:pt idx="73">
                  <c:v>1</c:v>
                </c:pt>
                <c:pt idx="74">
                  <c:v>1</c:v>
                </c:pt>
                <c:pt idx="75">
                  <c:v>1</c:v>
                </c:pt>
                <c:pt idx="76">
                  <c:v>1</c:v>
                </c:pt>
                <c:pt idx="77">
                  <c:v>1</c:v>
                </c:pt>
                <c:pt idx="78">
                  <c:v>1</c:v>
                </c:pt>
                <c:pt idx="79">
                  <c:v>1</c:v>
                </c:pt>
                <c:pt idx="80">
                  <c:v>1</c:v>
                </c:pt>
                <c:pt idx="81">
                  <c:v>1</c:v>
                </c:pt>
                <c:pt idx="82">
                  <c:v>1</c:v>
                </c:pt>
                <c:pt idx="83">
                  <c:v>1</c:v>
                </c:pt>
                <c:pt idx="84">
                  <c:v>1</c:v>
                </c:pt>
                <c:pt idx="85">
                  <c:v>1</c:v>
                </c:pt>
                <c:pt idx="86">
                  <c:v>1</c:v>
                </c:pt>
                <c:pt idx="87">
                  <c:v>1</c:v>
                </c:pt>
                <c:pt idx="88">
                  <c:v>1</c:v>
                </c:pt>
                <c:pt idx="89">
                  <c:v>1</c:v>
                </c:pt>
                <c:pt idx="90">
                  <c:v>1</c:v>
                </c:pt>
                <c:pt idx="91">
                  <c:v>1</c:v>
                </c:pt>
                <c:pt idx="92">
                  <c:v>1</c:v>
                </c:pt>
                <c:pt idx="93">
                  <c:v>1</c:v>
                </c:pt>
                <c:pt idx="94">
                  <c:v>1</c:v>
                </c:pt>
                <c:pt idx="95">
                  <c:v>1</c:v>
                </c:pt>
                <c:pt idx="96">
                  <c:v>1</c:v>
                </c:pt>
                <c:pt idx="97">
                  <c:v>1</c:v>
                </c:pt>
                <c:pt idx="98">
                  <c:v>1</c:v>
                </c:pt>
                <c:pt idx="99">
                  <c:v>1</c:v>
                </c:pt>
                <c:pt idx="100">
                  <c:v>1</c:v>
                </c:pt>
                <c:pt idx="101">
                  <c:v>1</c:v>
                </c:pt>
                <c:pt idx="102">
                  <c:v>1</c:v>
                </c:pt>
                <c:pt idx="103">
                  <c:v>1</c:v>
                </c:pt>
                <c:pt idx="104">
                  <c:v>1</c:v>
                </c:pt>
                <c:pt idx="105">
                  <c:v>1</c:v>
                </c:pt>
                <c:pt idx="106">
                  <c:v>1</c:v>
                </c:pt>
                <c:pt idx="107">
                  <c:v>1</c:v>
                </c:pt>
                <c:pt idx="108">
                  <c:v>1</c:v>
                </c:pt>
                <c:pt idx="109">
                  <c:v>1</c:v>
                </c:pt>
                <c:pt idx="110">
                  <c:v>1</c:v>
                </c:pt>
                <c:pt idx="111">
                  <c:v>1</c:v>
                </c:pt>
                <c:pt idx="112">
                  <c:v>1</c:v>
                </c:pt>
                <c:pt idx="113">
                  <c:v>1</c:v>
                </c:pt>
                <c:pt idx="114">
                  <c:v>1</c:v>
                </c:pt>
                <c:pt idx="115">
                  <c:v>1</c:v>
                </c:pt>
                <c:pt idx="116">
                  <c:v>1</c:v>
                </c:pt>
                <c:pt idx="117">
                  <c:v>1</c:v>
                </c:pt>
                <c:pt idx="118">
                  <c:v>1</c:v>
                </c:pt>
                <c:pt idx="119">
                  <c:v>1</c:v>
                </c:pt>
                <c:pt idx="120">
                  <c:v>1</c:v>
                </c:pt>
                <c:pt idx="121">
                  <c:v>1</c:v>
                </c:pt>
                <c:pt idx="122">
                  <c:v>1</c:v>
                </c:pt>
                <c:pt idx="123">
                  <c:v>1</c:v>
                </c:pt>
                <c:pt idx="124">
                  <c:v>1</c:v>
                </c:pt>
                <c:pt idx="125">
                  <c:v>1</c:v>
                </c:pt>
                <c:pt idx="126">
                  <c:v>1</c:v>
                </c:pt>
                <c:pt idx="127">
                  <c:v>1</c:v>
                </c:pt>
                <c:pt idx="128">
                  <c:v>1</c:v>
                </c:pt>
                <c:pt idx="129">
                  <c:v>1</c:v>
                </c:pt>
                <c:pt idx="130">
                  <c:v>1</c:v>
                </c:pt>
                <c:pt idx="131">
                  <c:v>1</c:v>
                </c:pt>
                <c:pt idx="132">
                  <c:v>1</c:v>
                </c:pt>
                <c:pt idx="133">
                  <c:v>1</c:v>
                </c:pt>
                <c:pt idx="134">
                  <c:v>1</c:v>
                </c:pt>
                <c:pt idx="135">
                  <c:v>1</c:v>
                </c:pt>
                <c:pt idx="136">
                  <c:v>1</c:v>
                </c:pt>
                <c:pt idx="137">
                  <c:v>1</c:v>
                </c:pt>
                <c:pt idx="138">
                  <c:v>1</c:v>
                </c:pt>
                <c:pt idx="139">
                  <c:v>1</c:v>
                </c:pt>
                <c:pt idx="140">
                  <c:v>1</c:v>
                </c:pt>
                <c:pt idx="141">
                  <c:v>1</c:v>
                </c:pt>
                <c:pt idx="142">
                  <c:v>1</c:v>
                </c:pt>
                <c:pt idx="143">
                  <c:v>1</c:v>
                </c:pt>
                <c:pt idx="144">
                  <c:v>1</c:v>
                </c:pt>
                <c:pt idx="145">
                  <c:v>1</c:v>
                </c:pt>
                <c:pt idx="146">
                  <c:v>1</c:v>
                </c:pt>
                <c:pt idx="147">
                  <c:v>1</c:v>
                </c:pt>
                <c:pt idx="148">
                  <c:v>1</c:v>
                </c:pt>
                <c:pt idx="149">
                  <c:v>1</c:v>
                </c:pt>
                <c:pt idx="150">
                  <c:v>1</c:v>
                </c:pt>
                <c:pt idx="151">
                  <c:v>1</c:v>
                </c:pt>
                <c:pt idx="152">
                  <c:v>1</c:v>
                </c:pt>
                <c:pt idx="153">
                  <c:v>1</c:v>
                </c:pt>
                <c:pt idx="154">
                  <c:v>1</c:v>
                </c:pt>
                <c:pt idx="155">
                  <c:v>1</c:v>
                </c:pt>
                <c:pt idx="156">
                  <c:v>1</c:v>
                </c:pt>
                <c:pt idx="157">
                  <c:v>1</c:v>
                </c:pt>
                <c:pt idx="158">
                  <c:v>1</c:v>
                </c:pt>
                <c:pt idx="159">
                  <c:v>1</c:v>
                </c:pt>
                <c:pt idx="160">
                  <c:v>1</c:v>
                </c:pt>
                <c:pt idx="161">
                  <c:v>1</c:v>
                </c:pt>
                <c:pt idx="162">
                  <c:v>1</c:v>
                </c:pt>
                <c:pt idx="163">
                  <c:v>1</c:v>
                </c:pt>
                <c:pt idx="164">
                  <c:v>1</c:v>
                </c:pt>
                <c:pt idx="165">
                  <c:v>1</c:v>
                </c:pt>
                <c:pt idx="166">
                  <c:v>1</c:v>
                </c:pt>
                <c:pt idx="167">
                  <c:v>1</c:v>
                </c:pt>
                <c:pt idx="168">
                  <c:v>1</c:v>
                </c:pt>
                <c:pt idx="169">
                  <c:v>1</c:v>
                </c:pt>
                <c:pt idx="170">
                  <c:v>1</c:v>
                </c:pt>
                <c:pt idx="171">
                  <c:v>1</c:v>
                </c:pt>
                <c:pt idx="172">
                  <c:v>1</c:v>
                </c:pt>
                <c:pt idx="173">
                  <c:v>1</c:v>
                </c:pt>
                <c:pt idx="174">
                  <c:v>1</c:v>
                </c:pt>
                <c:pt idx="175">
                  <c:v>1</c:v>
                </c:pt>
                <c:pt idx="176">
                  <c:v>1</c:v>
                </c:pt>
                <c:pt idx="177">
                  <c:v>1</c:v>
                </c:pt>
                <c:pt idx="178">
                  <c:v>1</c:v>
                </c:pt>
                <c:pt idx="179">
                  <c:v>1</c:v>
                </c:pt>
                <c:pt idx="180">
                  <c:v>1</c:v>
                </c:pt>
                <c:pt idx="181">
                  <c:v>1</c:v>
                </c:pt>
                <c:pt idx="182">
                  <c:v>1</c:v>
                </c:pt>
                <c:pt idx="183">
                  <c:v>1</c:v>
                </c:pt>
                <c:pt idx="184">
                  <c:v>1</c:v>
                </c:pt>
                <c:pt idx="185">
                  <c:v>1</c:v>
                </c:pt>
                <c:pt idx="186">
                  <c:v>1</c:v>
                </c:pt>
                <c:pt idx="187">
                  <c:v>1</c:v>
                </c:pt>
                <c:pt idx="188">
                  <c:v>1</c:v>
                </c:pt>
                <c:pt idx="189">
                  <c:v>0.82291669</c:v>
                </c:pt>
                <c:pt idx="190">
                  <c:v>1</c:v>
                </c:pt>
                <c:pt idx="191">
                  <c:v>1</c:v>
                </c:pt>
                <c:pt idx="192">
                  <c:v>1</c:v>
                </c:pt>
                <c:pt idx="193">
                  <c:v>1</c:v>
                </c:pt>
                <c:pt idx="194">
                  <c:v>1</c:v>
                </c:pt>
                <c:pt idx="195">
                  <c:v>1</c:v>
                </c:pt>
                <c:pt idx="196">
                  <c:v>1</c:v>
                </c:pt>
                <c:pt idx="197">
                  <c:v>1</c:v>
                </c:pt>
                <c:pt idx="198">
                  <c:v>1</c:v>
                </c:pt>
                <c:pt idx="199">
                  <c:v>1</c:v>
                </c:pt>
                <c:pt idx="200">
                  <c:v>1</c:v>
                </c:pt>
                <c:pt idx="201">
                  <c:v>1</c:v>
                </c:pt>
                <c:pt idx="202">
                  <c:v>1</c:v>
                </c:pt>
                <c:pt idx="203">
                  <c:v>1</c:v>
                </c:pt>
                <c:pt idx="204">
                  <c:v>1</c:v>
                </c:pt>
                <c:pt idx="205">
                  <c:v>1</c:v>
                </c:pt>
                <c:pt idx="206">
                  <c:v>1</c:v>
                </c:pt>
                <c:pt idx="207">
                  <c:v>1</c:v>
                </c:pt>
                <c:pt idx="208">
                  <c:v>1</c:v>
                </c:pt>
                <c:pt idx="209">
                  <c:v>1</c:v>
                </c:pt>
                <c:pt idx="210">
                  <c:v>1</c:v>
                </c:pt>
                <c:pt idx="211">
                  <c:v>1</c:v>
                </c:pt>
                <c:pt idx="212">
                  <c:v>1</c:v>
                </c:pt>
                <c:pt idx="213">
                  <c:v>1</c:v>
                </c:pt>
                <c:pt idx="214">
                  <c:v>1</c:v>
                </c:pt>
                <c:pt idx="215">
                  <c:v>1</c:v>
                </c:pt>
                <c:pt idx="216">
                  <c:v>1</c:v>
                </c:pt>
                <c:pt idx="217">
                  <c:v>1</c:v>
                </c:pt>
                <c:pt idx="218">
                  <c:v>1</c:v>
                </c:pt>
                <c:pt idx="219">
                  <c:v>1</c:v>
                </c:pt>
                <c:pt idx="220">
                  <c:v>1</c:v>
                </c:pt>
                <c:pt idx="221">
                  <c:v>1</c:v>
                </c:pt>
                <c:pt idx="222">
                  <c:v>1</c:v>
                </c:pt>
                <c:pt idx="223">
                  <c:v>1</c:v>
                </c:pt>
                <c:pt idx="224">
                  <c:v>1</c:v>
                </c:pt>
                <c:pt idx="225">
                  <c:v>1</c:v>
                </c:pt>
                <c:pt idx="226">
                  <c:v>1</c:v>
                </c:pt>
                <c:pt idx="227">
                  <c:v>1</c:v>
                </c:pt>
                <c:pt idx="228">
                  <c:v>1</c:v>
                </c:pt>
                <c:pt idx="229">
                  <c:v>1</c:v>
                </c:pt>
                <c:pt idx="230">
                  <c:v>1</c:v>
                </c:pt>
                <c:pt idx="231">
                  <c:v>1</c:v>
                </c:pt>
                <c:pt idx="232">
                  <c:v>1</c:v>
                </c:pt>
                <c:pt idx="233">
                  <c:v>1</c:v>
                </c:pt>
                <c:pt idx="234">
                  <c:v>1</c:v>
                </c:pt>
                <c:pt idx="235">
                  <c:v>1</c:v>
                </c:pt>
                <c:pt idx="236">
                  <c:v>1</c:v>
                </c:pt>
                <c:pt idx="237">
                  <c:v>1</c:v>
                </c:pt>
                <c:pt idx="238">
                  <c:v>1</c:v>
                </c:pt>
                <c:pt idx="239">
                  <c:v>1</c:v>
                </c:pt>
                <c:pt idx="240">
                  <c:v>1</c:v>
                </c:pt>
                <c:pt idx="241">
                  <c:v>1</c:v>
                </c:pt>
                <c:pt idx="242">
                  <c:v>1</c:v>
                </c:pt>
                <c:pt idx="243">
                  <c:v>1</c:v>
                </c:pt>
                <c:pt idx="244">
                  <c:v>1</c:v>
                </c:pt>
                <c:pt idx="245">
                  <c:v>1</c:v>
                </c:pt>
                <c:pt idx="246">
                  <c:v>1</c:v>
                </c:pt>
                <c:pt idx="247">
                  <c:v>1</c:v>
                </c:pt>
                <c:pt idx="248">
                  <c:v>1</c:v>
                </c:pt>
                <c:pt idx="249">
                  <c:v>1</c:v>
                </c:pt>
                <c:pt idx="250">
                  <c:v>1</c:v>
                </c:pt>
                <c:pt idx="251">
                  <c:v>1</c:v>
                </c:pt>
                <c:pt idx="252">
                  <c:v>1</c:v>
                </c:pt>
                <c:pt idx="253">
                  <c:v>1</c:v>
                </c:pt>
                <c:pt idx="254">
                  <c:v>1</c:v>
                </c:pt>
                <c:pt idx="255">
                  <c:v>1</c:v>
                </c:pt>
                <c:pt idx="256">
                  <c:v>1</c:v>
                </c:pt>
                <c:pt idx="257">
                  <c:v>1</c:v>
                </c:pt>
                <c:pt idx="258">
                  <c:v>1</c:v>
                </c:pt>
                <c:pt idx="259">
                  <c:v>1</c:v>
                </c:pt>
                <c:pt idx="260">
                  <c:v>1</c:v>
                </c:pt>
                <c:pt idx="261">
                  <c:v>1</c:v>
                </c:pt>
                <c:pt idx="262">
                  <c:v>1</c:v>
                </c:pt>
                <c:pt idx="263">
                  <c:v>1</c:v>
                </c:pt>
                <c:pt idx="264">
                  <c:v>1</c:v>
                </c:pt>
                <c:pt idx="265">
                  <c:v>1</c:v>
                </c:pt>
                <c:pt idx="266">
                  <c:v>1</c:v>
                </c:pt>
                <c:pt idx="267">
                  <c:v>1</c:v>
                </c:pt>
                <c:pt idx="268">
                  <c:v>1</c:v>
                </c:pt>
                <c:pt idx="269">
                  <c:v>1</c:v>
                </c:pt>
                <c:pt idx="270">
                  <c:v>1</c:v>
                </c:pt>
                <c:pt idx="271">
                  <c:v>1</c:v>
                </c:pt>
                <c:pt idx="272">
                  <c:v>1</c:v>
                </c:pt>
                <c:pt idx="273">
                  <c:v>1</c:v>
                </c:pt>
                <c:pt idx="274">
                  <c:v>1</c:v>
                </c:pt>
                <c:pt idx="275">
                  <c:v>1</c:v>
                </c:pt>
                <c:pt idx="276">
                  <c:v>1</c:v>
                </c:pt>
                <c:pt idx="277">
                  <c:v>1</c:v>
                </c:pt>
                <c:pt idx="278">
                  <c:v>1</c:v>
                </c:pt>
                <c:pt idx="279">
                  <c:v>1</c:v>
                </c:pt>
                <c:pt idx="280">
                  <c:v>1</c:v>
                </c:pt>
              </c:numCache>
            </c:numRef>
          </c:yVal>
        </c:ser>
        <c:ser>
          <c:idx val="1"/>
          <c:order val="1"/>
          <c:tx>
            <c:v>New questions</c:v>
          </c:tx>
          <c:spPr>
            <a:ln xmlns:a="http://schemas.openxmlformats.org/drawingml/2006/main" w="28575">
              <a:solidFill>
                <a:srgbClr val="667784"/>
              </a:solidFill>
            </a:ln>
          </c:spPr>
          <c:marker>
            <c:symbol val="none"/>
          </c:marker>
          <c:xVal>
            <c:numRef>
              <c:f>'Chart Data'!$C$2:$C$282</c:f>
              <c:numCache>
                <c:formatCode>General</c:formatCode>
                <c:ptCount val="281"/>
                <c:pt idx="0">
                  <c:v>0</c:v>
                </c:pt>
                <c:pt idx="1">
                  <c:v>25</c:v>
                </c:pt>
                <c:pt idx="2">
                  <c:v>50</c:v>
                </c:pt>
                <c:pt idx="3">
                  <c:v>75</c:v>
                </c:pt>
                <c:pt idx="4">
                  <c:v>100</c:v>
                </c:pt>
                <c:pt idx="5">
                  <c:v>125</c:v>
                </c:pt>
                <c:pt idx="6">
                  <c:v>150</c:v>
                </c:pt>
                <c:pt idx="7">
                  <c:v>175</c:v>
                </c:pt>
                <c:pt idx="8">
                  <c:v>200</c:v>
                </c:pt>
                <c:pt idx="9">
                  <c:v>225</c:v>
                </c:pt>
                <c:pt idx="10">
                  <c:v>250</c:v>
                </c:pt>
                <c:pt idx="11">
                  <c:v>275</c:v>
                </c:pt>
                <c:pt idx="12">
                  <c:v>300</c:v>
                </c:pt>
                <c:pt idx="13">
                  <c:v>325</c:v>
                </c:pt>
                <c:pt idx="14">
                  <c:v>350</c:v>
                </c:pt>
                <c:pt idx="15">
                  <c:v>375</c:v>
                </c:pt>
                <c:pt idx="16">
                  <c:v>400</c:v>
                </c:pt>
                <c:pt idx="17">
                  <c:v>425</c:v>
                </c:pt>
                <c:pt idx="18">
                  <c:v>450</c:v>
                </c:pt>
                <c:pt idx="19">
                  <c:v>475</c:v>
                </c:pt>
                <c:pt idx="20">
                  <c:v>500</c:v>
                </c:pt>
                <c:pt idx="21">
                  <c:v>525</c:v>
                </c:pt>
                <c:pt idx="22">
                  <c:v>550</c:v>
                </c:pt>
                <c:pt idx="23">
                  <c:v>575</c:v>
                </c:pt>
                <c:pt idx="24">
                  <c:v>600</c:v>
                </c:pt>
                <c:pt idx="25">
                  <c:v>625</c:v>
                </c:pt>
                <c:pt idx="26">
                  <c:v>650</c:v>
                </c:pt>
                <c:pt idx="27">
                  <c:v>675</c:v>
                </c:pt>
                <c:pt idx="28">
                  <c:v>700</c:v>
                </c:pt>
                <c:pt idx="29">
                  <c:v>725</c:v>
                </c:pt>
                <c:pt idx="30">
                  <c:v>750</c:v>
                </c:pt>
                <c:pt idx="31">
                  <c:v>775</c:v>
                </c:pt>
                <c:pt idx="32">
                  <c:v>800</c:v>
                </c:pt>
                <c:pt idx="33">
                  <c:v>825</c:v>
                </c:pt>
                <c:pt idx="34">
                  <c:v>850</c:v>
                </c:pt>
                <c:pt idx="35">
                  <c:v>875</c:v>
                </c:pt>
                <c:pt idx="36">
                  <c:v>900</c:v>
                </c:pt>
                <c:pt idx="37">
                  <c:v>925</c:v>
                </c:pt>
                <c:pt idx="38">
                  <c:v>950</c:v>
                </c:pt>
                <c:pt idx="39">
                  <c:v>975</c:v>
                </c:pt>
                <c:pt idx="40">
                  <c:v>1000</c:v>
                </c:pt>
                <c:pt idx="41">
                  <c:v>1025</c:v>
                </c:pt>
                <c:pt idx="42">
                  <c:v>1050</c:v>
                </c:pt>
                <c:pt idx="43">
                  <c:v>1075</c:v>
                </c:pt>
                <c:pt idx="44">
                  <c:v>1100</c:v>
                </c:pt>
                <c:pt idx="45">
                  <c:v>1125</c:v>
                </c:pt>
                <c:pt idx="46">
                  <c:v>1150</c:v>
                </c:pt>
                <c:pt idx="47">
                  <c:v>1175</c:v>
                </c:pt>
                <c:pt idx="48">
                  <c:v>1200</c:v>
                </c:pt>
                <c:pt idx="49">
                  <c:v>1225</c:v>
                </c:pt>
                <c:pt idx="50">
                  <c:v>1250</c:v>
                </c:pt>
                <c:pt idx="51">
                  <c:v>1275</c:v>
                </c:pt>
                <c:pt idx="52">
                  <c:v>1300</c:v>
                </c:pt>
                <c:pt idx="53">
                  <c:v>1325</c:v>
                </c:pt>
                <c:pt idx="54">
                  <c:v>1350</c:v>
                </c:pt>
                <c:pt idx="55">
                  <c:v>1375</c:v>
                </c:pt>
                <c:pt idx="56">
                  <c:v>1400</c:v>
                </c:pt>
                <c:pt idx="57">
                  <c:v>1425</c:v>
                </c:pt>
                <c:pt idx="58">
                  <c:v>1450</c:v>
                </c:pt>
                <c:pt idx="59">
                  <c:v>1475</c:v>
                </c:pt>
                <c:pt idx="60">
                  <c:v>1500</c:v>
                </c:pt>
                <c:pt idx="61">
                  <c:v>1525</c:v>
                </c:pt>
                <c:pt idx="62">
                  <c:v>1550</c:v>
                </c:pt>
                <c:pt idx="63">
                  <c:v>1575</c:v>
                </c:pt>
                <c:pt idx="64">
                  <c:v>1600</c:v>
                </c:pt>
                <c:pt idx="65">
                  <c:v>1625</c:v>
                </c:pt>
                <c:pt idx="66">
                  <c:v>1650</c:v>
                </c:pt>
                <c:pt idx="67">
                  <c:v>1675</c:v>
                </c:pt>
                <c:pt idx="68">
                  <c:v>1700</c:v>
                </c:pt>
                <c:pt idx="69">
                  <c:v>1725</c:v>
                </c:pt>
                <c:pt idx="70">
                  <c:v>1750</c:v>
                </c:pt>
                <c:pt idx="71">
                  <c:v>1775</c:v>
                </c:pt>
                <c:pt idx="72">
                  <c:v>1800</c:v>
                </c:pt>
                <c:pt idx="73">
                  <c:v>1825</c:v>
                </c:pt>
                <c:pt idx="74">
                  <c:v>1850</c:v>
                </c:pt>
                <c:pt idx="75">
                  <c:v>1875</c:v>
                </c:pt>
                <c:pt idx="76">
                  <c:v>1900</c:v>
                </c:pt>
                <c:pt idx="77">
                  <c:v>1925</c:v>
                </c:pt>
                <c:pt idx="78">
                  <c:v>1950</c:v>
                </c:pt>
                <c:pt idx="79">
                  <c:v>1975</c:v>
                </c:pt>
                <c:pt idx="80">
                  <c:v>2000</c:v>
                </c:pt>
                <c:pt idx="81">
                  <c:v>2025</c:v>
                </c:pt>
                <c:pt idx="82">
                  <c:v>2050</c:v>
                </c:pt>
                <c:pt idx="83">
                  <c:v>2075</c:v>
                </c:pt>
                <c:pt idx="84">
                  <c:v>2100</c:v>
                </c:pt>
                <c:pt idx="85">
                  <c:v>2125</c:v>
                </c:pt>
                <c:pt idx="86">
                  <c:v>2150</c:v>
                </c:pt>
                <c:pt idx="87">
                  <c:v>2175</c:v>
                </c:pt>
                <c:pt idx="88">
                  <c:v>2200</c:v>
                </c:pt>
                <c:pt idx="89">
                  <c:v>2225</c:v>
                </c:pt>
                <c:pt idx="90">
                  <c:v>2250</c:v>
                </c:pt>
                <c:pt idx="91">
                  <c:v>2275</c:v>
                </c:pt>
                <c:pt idx="92">
                  <c:v>2300</c:v>
                </c:pt>
                <c:pt idx="93">
                  <c:v>2325</c:v>
                </c:pt>
                <c:pt idx="94">
                  <c:v>2350</c:v>
                </c:pt>
                <c:pt idx="95">
                  <c:v>2375</c:v>
                </c:pt>
                <c:pt idx="96">
                  <c:v>2400</c:v>
                </c:pt>
                <c:pt idx="97">
                  <c:v>2425</c:v>
                </c:pt>
                <c:pt idx="98">
                  <c:v>2450</c:v>
                </c:pt>
                <c:pt idx="99">
                  <c:v>2475</c:v>
                </c:pt>
                <c:pt idx="100">
                  <c:v>2500</c:v>
                </c:pt>
                <c:pt idx="101">
                  <c:v>2525</c:v>
                </c:pt>
                <c:pt idx="102">
                  <c:v>2550</c:v>
                </c:pt>
                <c:pt idx="103">
                  <c:v>2575</c:v>
                </c:pt>
                <c:pt idx="104">
                  <c:v>2600</c:v>
                </c:pt>
                <c:pt idx="105">
                  <c:v>2625</c:v>
                </c:pt>
                <c:pt idx="106">
                  <c:v>2650</c:v>
                </c:pt>
                <c:pt idx="107">
                  <c:v>2675</c:v>
                </c:pt>
                <c:pt idx="108">
                  <c:v>2700</c:v>
                </c:pt>
                <c:pt idx="109">
                  <c:v>2725</c:v>
                </c:pt>
                <c:pt idx="110">
                  <c:v>2750</c:v>
                </c:pt>
                <c:pt idx="111">
                  <c:v>2775</c:v>
                </c:pt>
                <c:pt idx="112">
                  <c:v>2800</c:v>
                </c:pt>
                <c:pt idx="113">
                  <c:v>2825</c:v>
                </c:pt>
                <c:pt idx="114">
                  <c:v>2850</c:v>
                </c:pt>
                <c:pt idx="115">
                  <c:v>2875</c:v>
                </c:pt>
                <c:pt idx="116">
                  <c:v>2900</c:v>
                </c:pt>
                <c:pt idx="117">
                  <c:v>2925</c:v>
                </c:pt>
                <c:pt idx="118">
                  <c:v>2950</c:v>
                </c:pt>
                <c:pt idx="119">
                  <c:v>2975</c:v>
                </c:pt>
                <c:pt idx="120">
                  <c:v>3000</c:v>
                </c:pt>
                <c:pt idx="121">
                  <c:v>3025</c:v>
                </c:pt>
                <c:pt idx="122">
                  <c:v>3050</c:v>
                </c:pt>
                <c:pt idx="123">
                  <c:v>3075</c:v>
                </c:pt>
                <c:pt idx="124">
                  <c:v>3100</c:v>
                </c:pt>
                <c:pt idx="125">
                  <c:v>3125</c:v>
                </c:pt>
                <c:pt idx="126">
                  <c:v>3150</c:v>
                </c:pt>
                <c:pt idx="127">
                  <c:v>3175</c:v>
                </c:pt>
                <c:pt idx="128">
                  <c:v>3200</c:v>
                </c:pt>
                <c:pt idx="129">
                  <c:v>3225</c:v>
                </c:pt>
                <c:pt idx="130">
                  <c:v>3250</c:v>
                </c:pt>
                <c:pt idx="131">
                  <c:v>3275</c:v>
                </c:pt>
                <c:pt idx="132">
                  <c:v>3300</c:v>
                </c:pt>
                <c:pt idx="133">
                  <c:v>3325</c:v>
                </c:pt>
                <c:pt idx="134">
                  <c:v>3350</c:v>
                </c:pt>
                <c:pt idx="135">
                  <c:v>3375</c:v>
                </c:pt>
                <c:pt idx="136">
                  <c:v>3400</c:v>
                </c:pt>
                <c:pt idx="137">
                  <c:v>3425</c:v>
                </c:pt>
                <c:pt idx="138">
                  <c:v>3450</c:v>
                </c:pt>
                <c:pt idx="139">
                  <c:v>3475</c:v>
                </c:pt>
                <c:pt idx="140">
                  <c:v>3500</c:v>
                </c:pt>
                <c:pt idx="141">
                  <c:v>3525</c:v>
                </c:pt>
                <c:pt idx="142">
                  <c:v>3550</c:v>
                </c:pt>
                <c:pt idx="143">
                  <c:v>3575</c:v>
                </c:pt>
                <c:pt idx="144">
                  <c:v>3600</c:v>
                </c:pt>
                <c:pt idx="145">
                  <c:v>3625</c:v>
                </c:pt>
                <c:pt idx="146">
                  <c:v>3650</c:v>
                </c:pt>
                <c:pt idx="147">
                  <c:v>3675</c:v>
                </c:pt>
                <c:pt idx="148">
                  <c:v>3700</c:v>
                </c:pt>
                <c:pt idx="149">
                  <c:v>3725</c:v>
                </c:pt>
                <c:pt idx="150">
                  <c:v>3750</c:v>
                </c:pt>
                <c:pt idx="151">
                  <c:v>3775</c:v>
                </c:pt>
                <c:pt idx="152">
                  <c:v>3800</c:v>
                </c:pt>
                <c:pt idx="153">
                  <c:v>3825</c:v>
                </c:pt>
                <c:pt idx="154">
                  <c:v>3850</c:v>
                </c:pt>
                <c:pt idx="155">
                  <c:v>3875</c:v>
                </c:pt>
                <c:pt idx="156">
                  <c:v>3900</c:v>
                </c:pt>
                <c:pt idx="157">
                  <c:v>3925</c:v>
                </c:pt>
                <c:pt idx="158">
                  <c:v>3950</c:v>
                </c:pt>
                <c:pt idx="159">
                  <c:v>3975</c:v>
                </c:pt>
                <c:pt idx="160">
                  <c:v>4000</c:v>
                </c:pt>
                <c:pt idx="161">
                  <c:v>4025</c:v>
                </c:pt>
                <c:pt idx="162">
                  <c:v>4050</c:v>
                </c:pt>
                <c:pt idx="163">
                  <c:v>4075</c:v>
                </c:pt>
                <c:pt idx="164">
                  <c:v>4100</c:v>
                </c:pt>
                <c:pt idx="165">
                  <c:v>4125</c:v>
                </c:pt>
                <c:pt idx="166">
                  <c:v>4150</c:v>
                </c:pt>
                <c:pt idx="167">
                  <c:v>4175</c:v>
                </c:pt>
                <c:pt idx="168">
                  <c:v>4200</c:v>
                </c:pt>
                <c:pt idx="169">
                  <c:v>4225</c:v>
                </c:pt>
                <c:pt idx="170">
                  <c:v>4250</c:v>
                </c:pt>
                <c:pt idx="171">
                  <c:v>4275</c:v>
                </c:pt>
                <c:pt idx="172">
                  <c:v>4300</c:v>
                </c:pt>
                <c:pt idx="173">
                  <c:v>4325</c:v>
                </c:pt>
                <c:pt idx="174">
                  <c:v>4350</c:v>
                </c:pt>
                <c:pt idx="175">
                  <c:v>4375</c:v>
                </c:pt>
                <c:pt idx="176">
                  <c:v>4400</c:v>
                </c:pt>
                <c:pt idx="177">
                  <c:v>4425</c:v>
                </c:pt>
                <c:pt idx="178">
                  <c:v>4450</c:v>
                </c:pt>
                <c:pt idx="179">
                  <c:v>4475</c:v>
                </c:pt>
                <c:pt idx="180">
                  <c:v>4500</c:v>
                </c:pt>
                <c:pt idx="181">
                  <c:v>4525</c:v>
                </c:pt>
                <c:pt idx="182">
                  <c:v>4550</c:v>
                </c:pt>
                <c:pt idx="183">
                  <c:v>4575</c:v>
                </c:pt>
                <c:pt idx="184">
                  <c:v>4600</c:v>
                </c:pt>
                <c:pt idx="185">
                  <c:v>4625</c:v>
                </c:pt>
                <c:pt idx="186">
                  <c:v>4650</c:v>
                </c:pt>
                <c:pt idx="187">
                  <c:v>4675</c:v>
                </c:pt>
                <c:pt idx="188">
                  <c:v>4700</c:v>
                </c:pt>
                <c:pt idx="189">
                  <c:v>4725</c:v>
                </c:pt>
                <c:pt idx="190">
                  <c:v>4750</c:v>
                </c:pt>
                <c:pt idx="191">
                  <c:v>4775</c:v>
                </c:pt>
                <c:pt idx="192">
                  <c:v>4800</c:v>
                </c:pt>
                <c:pt idx="193">
                  <c:v>4825</c:v>
                </c:pt>
                <c:pt idx="194">
                  <c:v>4850</c:v>
                </c:pt>
                <c:pt idx="195">
                  <c:v>4875</c:v>
                </c:pt>
                <c:pt idx="196">
                  <c:v>4900</c:v>
                </c:pt>
                <c:pt idx="197">
                  <c:v>4925</c:v>
                </c:pt>
                <c:pt idx="198">
                  <c:v>4950</c:v>
                </c:pt>
                <c:pt idx="199">
                  <c:v>4975</c:v>
                </c:pt>
                <c:pt idx="200">
                  <c:v>5000</c:v>
                </c:pt>
                <c:pt idx="201">
                  <c:v>5025</c:v>
                </c:pt>
                <c:pt idx="202">
                  <c:v>5050</c:v>
                </c:pt>
                <c:pt idx="203">
                  <c:v>5075</c:v>
                </c:pt>
                <c:pt idx="204">
                  <c:v>5100</c:v>
                </c:pt>
                <c:pt idx="205">
                  <c:v>5125</c:v>
                </c:pt>
                <c:pt idx="206">
                  <c:v>5150</c:v>
                </c:pt>
                <c:pt idx="207">
                  <c:v>5175</c:v>
                </c:pt>
                <c:pt idx="208">
                  <c:v>5200</c:v>
                </c:pt>
                <c:pt idx="209">
                  <c:v>5225</c:v>
                </c:pt>
                <c:pt idx="210">
                  <c:v>5250</c:v>
                </c:pt>
                <c:pt idx="211">
                  <c:v>5275</c:v>
                </c:pt>
                <c:pt idx="212">
                  <c:v>5300</c:v>
                </c:pt>
                <c:pt idx="213">
                  <c:v>5325</c:v>
                </c:pt>
                <c:pt idx="214">
                  <c:v>5350</c:v>
                </c:pt>
                <c:pt idx="215">
                  <c:v>5375</c:v>
                </c:pt>
                <c:pt idx="216">
                  <c:v>5400</c:v>
                </c:pt>
                <c:pt idx="217">
                  <c:v>5425</c:v>
                </c:pt>
                <c:pt idx="218">
                  <c:v>5450</c:v>
                </c:pt>
                <c:pt idx="219">
                  <c:v>5475</c:v>
                </c:pt>
                <c:pt idx="220">
                  <c:v>5500</c:v>
                </c:pt>
                <c:pt idx="221">
                  <c:v>5525</c:v>
                </c:pt>
                <c:pt idx="222">
                  <c:v>5550</c:v>
                </c:pt>
                <c:pt idx="223">
                  <c:v>5575</c:v>
                </c:pt>
                <c:pt idx="224">
                  <c:v>5600</c:v>
                </c:pt>
                <c:pt idx="225">
                  <c:v>5625</c:v>
                </c:pt>
                <c:pt idx="226">
                  <c:v>5650</c:v>
                </c:pt>
                <c:pt idx="227">
                  <c:v>5675</c:v>
                </c:pt>
                <c:pt idx="228">
                  <c:v>5700</c:v>
                </c:pt>
                <c:pt idx="229">
                  <c:v>5725</c:v>
                </c:pt>
                <c:pt idx="230">
                  <c:v>5750</c:v>
                </c:pt>
                <c:pt idx="231">
                  <c:v>5775</c:v>
                </c:pt>
                <c:pt idx="232">
                  <c:v>5800</c:v>
                </c:pt>
                <c:pt idx="233">
                  <c:v>5825</c:v>
                </c:pt>
                <c:pt idx="234">
                  <c:v>5850</c:v>
                </c:pt>
                <c:pt idx="235">
                  <c:v>5875</c:v>
                </c:pt>
                <c:pt idx="236">
                  <c:v>5900</c:v>
                </c:pt>
                <c:pt idx="237">
                  <c:v>5925</c:v>
                </c:pt>
                <c:pt idx="238">
                  <c:v>5950</c:v>
                </c:pt>
                <c:pt idx="239">
                  <c:v>5975</c:v>
                </c:pt>
                <c:pt idx="240">
                  <c:v>6000</c:v>
                </c:pt>
                <c:pt idx="241">
                  <c:v>6025</c:v>
                </c:pt>
                <c:pt idx="242">
                  <c:v>6050</c:v>
                </c:pt>
                <c:pt idx="243">
                  <c:v>6075</c:v>
                </c:pt>
                <c:pt idx="244">
                  <c:v>6100</c:v>
                </c:pt>
                <c:pt idx="245">
                  <c:v>6125</c:v>
                </c:pt>
                <c:pt idx="246">
                  <c:v>6150</c:v>
                </c:pt>
                <c:pt idx="247">
                  <c:v>6175</c:v>
                </c:pt>
                <c:pt idx="248">
                  <c:v>6200</c:v>
                </c:pt>
                <c:pt idx="249">
                  <c:v>6225</c:v>
                </c:pt>
                <c:pt idx="250">
                  <c:v>6250</c:v>
                </c:pt>
                <c:pt idx="251">
                  <c:v>6275</c:v>
                </c:pt>
                <c:pt idx="252">
                  <c:v>6300</c:v>
                </c:pt>
                <c:pt idx="253">
                  <c:v>6325</c:v>
                </c:pt>
                <c:pt idx="254">
                  <c:v>6350</c:v>
                </c:pt>
                <c:pt idx="255">
                  <c:v>6375</c:v>
                </c:pt>
                <c:pt idx="256">
                  <c:v>6400</c:v>
                </c:pt>
                <c:pt idx="257">
                  <c:v>6425</c:v>
                </c:pt>
                <c:pt idx="258">
                  <c:v>6450</c:v>
                </c:pt>
                <c:pt idx="259">
                  <c:v>6475</c:v>
                </c:pt>
                <c:pt idx="260">
                  <c:v>6500</c:v>
                </c:pt>
                <c:pt idx="261">
                  <c:v>6525</c:v>
                </c:pt>
                <c:pt idx="262">
                  <c:v>6550</c:v>
                </c:pt>
                <c:pt idx="263">
                  <c:v>6575</c:v>
                </c:pt>
                <c:pt idx="264">
                  <c:v>6600</c:v>
                </c:pt>
                <c:pt idx="265">
                  <c:v>6625</c:v>
                </c:pt>
                <c:pt idx="266">
                  <c:v>6650</c:v>
                </c:pt>
                <c:pt idx="267">
                  <c:v>6675</c:v>
                </c:pt>
                <c:pt idx="268">
                  <c:v>6700</c:v>
                </c:pt>
                <c:pt idx="269">
                  <c:v>6725</c:v>
                </c:pt>
                <c:pt idx="270">
                  <c:v>6750</c:v>
                </c:pt>
                <c:pt idx="271">
                  <c:v>6775</c:v>
                </c:pt>
                <c:pt idx="272">
                  <c:v>6800</c:v>
                </c:pt>
                <c:pt idx="273">
                  <c:v>6825</c:v>
                </c:pt>
                <c:pt idx="274">
                  <c:v>6850</c:v>
                </c:pt>
                <c:pt idx="275">
                  <c:v>6875</c:v>
                </c:pt>
                <c:pt idx="276">
                  <c:v>6900</c:v>
                </c:pt>
                <c:pt idx="277">
                  <c:v>6925</c:v>
                </c:pt>
                <c:pt idx="278">
                  <c:v>6950</c:v>
                </c:pt>
                <c:pt idx="279">
                  <c:v>6975</c:v>
                </c:pt>
                <c:pt idx="280">
                  <c:v>7000</c:v>
                </c:pt>
              </c:numCache>
            </c:numRef>
          </c:xVal>
          <c:yVal>
            <c:numRef>
              <c:f>'Chart Data'!$D$2:$D$282</c:f>
              <c:numCache>
                <c:formatCode>0%</c:formatCode>
                <c:ptCount val="281"/>
                <c:pt idx="0">
                  <c:v>0.03376623</c:v>
                </c:pt>
                <c:pt idx="1">
                  <c:v>0.00519481</c:v>
                </c:pt>
                <c:pt idx="2">
                  <c:v>0.13506493</c:v>
                </c:pt>
                <c:pt idx="3">
                  <c:v>0.51168829</c:v>
                </c:pt>
                <c:pt idx="4">
                  <c:v>0.5272727</c:v>
                </c:pt>
                <c:pt idx="5">
                  <c:v>0.51948053</c:v>
                </c:pt>
                <c:pt idx="6">
                  <c:v>0.51428574</c:v>
                </c:pt>
                <c:pt idx="7">
                  <c:v>0.5272727</c:v>
                </c:pt>
                <c:pt idx="8">
                  <c:v>0.52987015</c:v>
                </c:pt>
                <c:pt idx="9">
                  <c:v>0.51428574</c:v>
                </c:pt>
                <c:pt idx="10">
                  <c:v>0.51428574</c:v>
                </c:pt>
                <c:pt idx="11">
                  <c:v>0.51428574</c:v>
                </c:pt>
                <c:pt idx="12">
                  <c:v>0.51168829</c:v>
                </c:pt>
                <c:pt idx="13">
                  <c:v>0.51168829</c:v>
                </c:pt>
                <c:pt idx="14">
                  <c:v>0.51428574</c:v>
                </c:pt>
                <c:pt idx="15">
                  <c:v>0.51168829</c:v>
                </c:pt>
                <c:pt idx="16">
                  <c:v>0.51428574</c:v>
                </c:pt>
                <c:pt idx="17">
                  <c:v>0.51428574</c:v>
                </c:pt>
                <c:pt idx="18">
                  <c:v>0.51688313</c:v>
                </c:pt>
                <c:pt idx="19">
                  <c:v>0.51428574</c:v>
                </c:pt>
                <c:pt idx="20">
                  <c:v>0.51428574</c:v>
                </c:pt>
                <c:pt idx="21">
                  <c:v>0.5090909</c:v>
                </c:pt>
                <c:pt idx="22">
                  <c:v>0.51428574</c:v>
                </c:pt>
                <c:pt idx="23">
                  <c:v>0.5090909</c:v>
                </c:pt>
                <c:pt idx="24">
                  <c:v>0.5090909</c:v>
                </c:pt>
                <c:pt idx="25">
                  <c:v>0.5090909</c:v>
                </c:pt>
                <c:pt idx="26">
                  <c:v>0.5090909</c:v>
                </c:pt>
                <c:pt idx="27">
                  <c:v>0.50649351</c:v>
                </c:pt>
                <c:pt idx="28">
                  <c:v>0.5090909</c:v>
                </c:pt>
                <c:pt idx="29">
                  <c:v>0.50649351</c:v>
                </c:pt>
                <c:pt idx="30">
                  <c:v>0.51168829</c:v>
                </c:pt>
                <c:pt idx="31">
                  <c:v>0.51168829</c:v>
                </c:pt>
                <c:pt idx="32">
                  <c:v>0.51168829</c:v>
                </c:pt>
                <c:pt idx="33">
                  <c:v>0.51168829</c:v>
                </c:pt>
                <c:pt idx="34">
                  <c:v>0.5090909</c:v>
                </c:pt>
                <c:pt idx="35">
                  <c:v>0.51168829</c:v>
                </c:pt>
                <c:pt idx="36">
                  <c:v>0.51168829</c:v>
                </c:pt>
                <c:pt idx="37">
                  <c:v>0.5090909</c:v>
                </c:pt>
                <c:pt idx="38">
                  <c:v>0.51168829</c:v>
                </c:pt>
                <c:pt idx="39">
                  <c:v>0.5090909</c:v>
                </c:pt>
                <c:pt idx="40">
                  <c:v>0.50649351</c:v>
                </c:pt>
                <c:pt idx="41">
                  <c:v>0.50649351</c:v>
                </c:pt>
                <c:pt idx="42">
                  <c:v>0.50649351</c:v>
                </c:pt>
                <c:pt idx="43">
                  <c:v>0.5090909</c:v>
                </c:pt>
                <c:pt idx="44">
                  <c:v>0.51168829</c:v>
                </c:pt>
                <c:pt idx="45">
                  <c:v>0.51168829</c:v>
                </c:pt>
                <c:pt idx="46">
                  <c:v>0.51428574</c:v>
                </c:pt>
                <c:pt idx="47">
                  <c:v>0.51168829</c:v>
                </c:pt>
                <c:pt idx="48">
                  <c:v>0.51428574</c:v>
                </c:pt>
                <c:pt idx="49">
                  <c:v>0.51688313</c:v>
                </c:pt>
                <c:pt idx="50">
                  <c:v>0.51948053</c:v>
                </c:pt>
                <c:pt idx="51">
                  <c:v>0.51688313</c:v>
                </c:pt>
                <c:pt idx="52">
                  <c:v>0.51168829</c:v>
                </c:pt>
                <c:pt idx="53">
                  <c:v>0.51688313</c:v>
                </c:pt>
                <c:pt idx="54">
                  <c:v>0.51688313</c:v>
                </c:pt>
                <c:pt idx="55">
                  <c:v>0.51688313</c:v>
                </c:pt>
                <c:pt idx="56">
                  <c:v>0.51688313</c:v>
                </c:pt>
                <c:pt idx="57">
                  <c:v>0.51948053</c:v>
                </c:pt>
                <c:pt idx="58">
                  <c:v>0.51688313</c:v>
                </c:pt>
                <c:pt idx="59">
                  <c:v>0.52467531</c:v>
                </c:pt>
                <c:pt idx="60">
                  <c:v>0.5272727</c:v>
                </c:pt>
                <c:pt idx="61">
                  <c:v>0.5272727</c:v>
                </c:pt>
                <c:pt idx="62">
                  <c:v>0.52987015</c:v>
                </c:pt>
                <c:pt idx="63">
                  <c:v>0.52987015</c:v>
                </c:pt>
                <c:pt idx="64">
                  <c:v>0.52207792</c:v>
                </c:pt>
                <c:pt idx="65">
                  <c:v>0.51948053</c:v>
                </c:pt>
                <c:pt idx="66">
                  <c:v>0.48051947</c:v>
                </c:pt>
                <c:pt idx="67">
                  <c:v>0.51428574</c:v>
                </c:pt>
                <c:pt idx="68">
                  <c:v>0.5272727</c:v>
                </c:pt>
                <c:pt idx="69">
                  <c:v>0.52987015</c:v>
                </c:pt>
                <c:pt idx="70">
                  <c:v>0.51948053</c:v>
                </c:pt>
                <c:pt idx="71">
                  <c:v>0.5272727</c:v>
                </c:pt>
                <c:pt idx="72">
                  <c:v>0.53246754</c:v>
                </c:pt>
                <c:pt idx="73">
                  <c:v>0.53506494</c:v>
                </c:pt>
                <c:pt idx="74">
                  <c:v>0.53246754</c:v>
                </c:pt>
                <c:pt idx="75">
                  <c:v>0.53766233</c:v>
                </c:pt>
                <c:pt idx="76">
                  <c:v>0.54285717</c:v>
                </c:pt>
                <c:pt idx="77">
                  <c:v>0.54285717</c:v>
                </c:pt>
                <c:pt idx="78">
                  <c:v>0.54285717</c:v>
                </c:pt>
                <c:pt idx="79">
                  <c:v>0.53766233</c:v>
                </c:pt>
                <c:pt idx="80">
                  <c:v>0.54285717</c:v>
                </c:pt>
                <c:pt idx="81">
                  <c:v>0.54285717</c:v>
                </c:pt>
                <c:pt idx="82">
                  <c:v>0.54285717</c:v>
                </c:pt>
                <c:pt idx="83">
                  <c:v>0.54545456</c:v>
                </c:pt>
                <c:pt idx="84">
                  <c:v>0.54545456</c:v>
                </c:pt>
                <c:pt idx="85">
                  <c:v>0.54805195</c:v>
                </c:pt>
                <c:pt idx="86">
                  <c:v>0.54805195</c:v>
                </c:pt>
                <c:pt idx="87">
                  <c:v>0.55064934</c:v>
                </c:pt>
                <c:pt idx="88">
                  <c:v>0.55584413</c:v>
                </c:pt>
                <c:pt idx="89">
                  <c:v>0.56103897</c:v>
                </c:pt>
                <c:pt idx="90">
                  <c:v>0.55844158</c:v>
                </c:pt>
                <c:pt idx="91">
                  <c:v>0.56103897</c:v>
                </c:pt>
                <c:pt idx="92">
                  <c:v>0.56103897</c:v>
                </c:pt>
                <c:pt idx="93">
                  <c:v>0.56363636</c:v>
                </c:pt>
                <c:pt idx="94">
                  <c:v>0.56103897</c:v>
                </c:pt>
                <c:pt idx="95">
                  <c:v>0.56363636</c:v>
                </c:pt>
                <c:pt idx="96">
                  <c:v>0.56103897</c:v>
                </c:pt>
                <c:pt idx="97">
                  <c:v>0.56103897</c:v>
                </c:pt>
                <c:pt idx="98">
                  <c:v>0.56103897</c:v>
                </c:pt>
                <c:pt idx="99">
                  <c:v>0.56103897</c:v>
                </c:pt>
                <c:pt idx="100">
                  <c:v>0.56103897</c:v>
                </c:pt>
                <c:pt idx="101">
                  <c:v>0.56103897</c:v>
                </c:pt>
                <c:pt idx="102">
                  <c:v>0.56103897</c:v>
                </c:pt>
                <c:pt idx="103">
                  <c:v>0.56103897</c:v>
                </c:pt>
                <c:pt idx="104">
                  <c:v>0.56103897</c:v>
                </c:pt>
                <c:pt idx="105">
                  <c:v>0.56363636</c:v>
                </c:pt>
                <c:pt idx="106">
                  <c:v>0.56363636</c:v>
                </c:pt>
                <c:pt idx="107">
                  <c:v>0.56623375</c:v>
                </c:pt>
                <c:pt idx="108">
                  <c:v>0.56623375</c:v>
                </c:pt>
                <c:pt idx="109">
                  <c:v>0.5714286</c:v>
                </c:pt>
                <c:pt idx="110">
                  <c:v>0.57402599</c:v>
                </c:pt>
                <c:pt idx="111">
                  <c:v>0.57402599</c:v>
                </c:pt>
                <c:pt idx="112">
                  <c:v>0.57402599</c:v>
                </c:pt>
                <c:pt idx="113">
                  <c:v>0.57402599</c:v>
                </c:pt>
                <c:pt idx="114">
                  <c:v>0.57662338</c:v>
                </c:pt>
                <c:pt idx="115">
                  <c:v>0.57662338</c:v>
                </c:pt>
                <c:pt idx="116">
                  <c:v>0.57662338</c:v>
                </c:pt>
                <c:pt idx="117">
                  <c:v>0.57662338</c:v>
                </c:pt>
                <c:pt idx="118">
                  <c:v>0.57662338</c:v>
                </c:pt>
                <c:pt idx="119">
                  <c:v>0.57922077</c:v>
                </c:pt>
                <c:pt idx="120">
                  <c:v>0.57922077</c:v>
                </c:pt>
                <c:pt idx="121">
                  <c:v>0.57922077</c:v>
                </c:pt>
                <c:pt idx="122">
                  <c:v>0.58181816</c:v>
                </c:pt>
                <c:pt idx="123">
                  <c:v>0.58181816</c:v>
                </c:pt>
                <c:pt idx="124">
                  <c:v>0.58181816</c:v>
                </c:pt>
                <c:pt idx="125">
                  <c:v>0.58181816</c:v>
                </c:pt>
                <c:pt idx="126">
                  <c:v>0.57922077</c:v>
                </c:pt>
                <c:pt idx="127">
                  <c:v>0.57922077</c:v>
                </c:pt>
                <c:pt idx="128">
                  <c:v>0.58441556</c:v>
                </c:pt>
                <c:pt idx="129">
                  <c:v>0.58701301</c:v>
                </c:pt>
                <c:pt idx="130">
                  <c:v>0.57922077</c:v>
                </c:pt>
                <c:pt idx="131">
                  <c:v>0.56623375</c:v>
                </c:pt>
                <c:pt idx="132">
                  <c:v>0.58181816</c:v>
                </c:pt>
                <c:pt idx="133">
                  <c:v>0.59220779</c:v>
                </c:pt>
                <c:pt idx="134">
                  <c:v>0.5896104</c:v>
                </c:pt>
                <c:pt idx="135">
                  <c:v>0.60000002</c:v>
                </c:pt>
                <c:pt idx="136">
                  <c:v>0.60259742</c:v>
                </c:pt>
                <c:pt idx="137">
                  <c:v>0.60259742</c:v>
                </c:pt>
                <c:pt idx="138">
                  <c:v>0.6077922</c:v>
                </c:pt>
                <c:pt idx="139">
                  <c:v>0.61298704</c:v>
                </c:pt>
                <c:pt idx="140">
                  <c:v>0.61818182</c:v>
                </c:pt>
                <c:pt idx="141">
                  <c:v>0.62337661</c:v>
                </c:pt>
                <c:pt idx="142">
                  <c:v>0.625974</c:v>
                </c:pt>
                <c:pt idx="143">
                  <c:v>0.63636363</c:v>
                </c:pt>
                <c:pt idx="144">
                  <c:v>0.63376623</c:v>
                </c:pt>
                <c:pt idx="145">
                  <c:v>0.65714288</c:v>
                </c:pt>
                <c:pt idx="146">
                  <c:v>0.6701299</c:v>
                </c:pt>
                <c:pt idx="147">
                  <c:v>0.70129871</c:v>
                </c:pt>
                <c:pt idx="148">
                  <c:v>0.7064935</c:v>
                </c:pt>
                <c:pt idx="149">
                  <c:v>0.70909089</c:v>
                </c:pt>
                <c:pt idx="150">
                  <c:v>0.73246753</c:v>
                </c:pt>
                <c:pt idx="151">
                  <c:v>0.75064933</c:v>
                </c:pt>
                <c:pt idx="152">
                  <c:v>0.76623374</c:v>
                </c:pt>
                <c:pt idx="153">
                  <c:v>0.77662337</c:v>
                </c:pt>
                <c:pt idx="154">
                  <c:v>0.78961039</c:v>
                </c:pt>
                <c:pt idx="155">
                  <c:v>0.8025974</c:v>
                </c:pt>
                <c:pt idx="156">
                  <c:v>0.81298703</c:v>
                </c:pt>
                <c:pt idx="157">
                  <c:v>0.82857144</c:v>
                </c:pt>
                <c:pt idx="158">
                  <c:v>0.83896106</c:v>
                </c:pt>
                <c:pt idx="159">
                  <c:v>0.85454547</c:v>
                </c:pt>
                <c:pt idx="160">
                  <c:v>0.87532467</c:v>
                </c:pt>
                <c:pt idx="161">
                  <c:v>0.87532467</c:v>
                </c:pt>
                <c:pt idx="162">
                  <c:v>0.8831169</c:v>
                </c:pt>
                <c:pt idx="163">
                  <c:v>0.89350647</c:v>
                </c:pt>
                <c:pt idx="164">
                  <c:v>0.90909094</c:v>
                </c:pt>
                <c:pt idx="165">
                  <c:v>0.91688311</c:v>
                </c:pt>
                <c:pt idx="166">
                  <c:v>0.92727274</c:v>
                </c:pt>
                <c:pt idx="167">
                  <c:v>0.93246752</c:v>
                </c:pt>
                <c:pt idx="168">
                  <c:v>0.92987013</c:v>
                </c:pt>
                <c:pt idx="169">
                  <c:v>0.93506491</c:v>
                </c:pt>
                <c:pt idx="170">
                  <c:v>0.93766236</c:v>
                </c:pt>
                <c:pt idx="171">
                  <c:v>0.94025975</c:v>
                </c:pt>
                <c:pt idx="172">
                  <c:v>0.94285715</c:v>
                </c:pt>
                <c:pt idx="173">
                  <c:v>0.95584416</c:v>
                </c:pt>
                <c:pt idx="174">
                  <c:v>0.96103895</c:v>
                </c:pt>
                <c:pt idx="175">
                  <c:v>0.96363634</c:v>
                </c:pt>
                <c:pt idx="176">
                  <c:v>0.97142857</c:v>
                </c:pt>
                <c:pt idx="177">
                  <c:v>0.97402596</c:v>
                </c:pt>
                <c:pt idx="178">
                  <c:v>0.97922081</c:v>
                </c:pt>
                <c:pt idx="179">
                  <c:v>0.9818182</c:v>
                </c:pt>
                <c:pt idx="180">
                  <c:v>0.98441559</c:v>
                </c:pt>
                <c:pt idx="181">
                  <c:v>0.98441559</c:v>
                </c:pt>
                <c:pt idx="182">
                  <c:v>0.98441559</c:v>
                </c:pt>
                <c:pt idx="183">
                  <c:v>0.99220777</c:v>
                </c:pt>
                <c:pt idx="184">
                  <c:v>0.99220777</c:v>
                </c:pt>
                <c:pt idx="185">
                  <c:v>0.99220777</c:v>
                </c:pt>
                <c:pt idx="186">
                  <c:v>0.98961037</c:v>
                </c:pt>
                <c:pt idx="187">
                  <c:v>0.99220777</c:v>
                </c:pt>
                <c:pt idx="188">
                  <c:v>0.99220777</c:v>
                </c:pt>
                <c:pt idx="189">
                  <c:v>0.79220778</c:v>
                </c:pt>
                <c:pt idx="190">
                  <c:v>0.95064932</c:v>
                </c:pt>
                <c:pt idx="191">
                  <c:v>0.97662336</c:v>
                </c:pt>
                <c:pt idx="192">
                  <c:v>0.98701298</c:v>
                </c:pt>
                <c:pt idx="193">
                  <c:v>0.99220777</c:v>
                </c:pt>
                <c:pt idx="194">
                  <c:v>0.99740261</c:v>
                </c:pt>
                <c:pt idx="195">
                  <c:v>0.99220777</c:v>
                </c:pt>
                <c:pt idx="196">
                  <c:v>0.99220777</c:v>
                </c:pt>
                <c:pt idx="197">
                  <c:v>0.99220777</c:v>
                </c:pt>
                <c:pt idx="198">
                  <c:v>0.99480522</c:v>
                </c:pt>
                <c:pt idx="199">
                  <c:v>0.99480522</c:v>
                </c:pt>
                <c:pt idx="200">
                  <c:v>0.99480522</c:v>
                </c:pt>
                <c:pt idx="201">
                  <c:v>0.99480522</c:v>
                </c:pt>
                <c:pt idx="202">
                  <c:v>0.99480522</c:v>
                </c:pt>
                <c:pt idx="203">
                  <c:v>0.99480522</c:v>
                </c:pt>
                <c:pt idx="204">
                  <c:v>0.99740261</c:v>
                </c:pt>
                <c:pt idx="205">
                  <c:v>1</c:v>
                </c:pt>
                <c:pt idx="206">
                  <c:v>1</c:v>
                </c:pt>
                <c:pt idx="207">
                  <c:v>1</c:v>
                </c:pt>
                <c:pt idx="208">
                  <c:v>1</c:v>
                </c:pt>
                <c:pt idx="209">
                  <c:v>1</c:v>
                </c:pt>
                <c:pt idx="210">
                  <c:v>1</c:v>
                </c:pt>
                <c:pt idx="211">
                  <c:v>1</c:v>
                </c:pt>
                <c:pt idx="212">
                  <c:v>1</c:v>
                </c:pt>
                <c:pt idx="213">
                  <c:v>1</c:v>
                </c:pt>
                <c:pt idx="214">
                  <c:v>1</c:v>
                </c:pt>
                <c:pt idx="215">
                  <c:v>0.99480522</c:v>
                </c:pt>
                <c:pt idx="216">
                  <c:v>0.99480522</c:v>
                </c:pt>
                <c:pt idx="217">
                  <c:v>0.99480522</c:v>
                </c:pt>
                <c:pt idx="218">
                  <c:v>0.99480522</c:v>
                </c:pt>
                <c:pt idx="219">
                  <c:v>0.99480522</c:v>
                </c:pt>
                <c:pt idx="220">
                  <c:v>0.99480522</c:v>
                </c:pt>
                <c:pt idx="221">
                  <c:v>0.99480522</c:v>
                </c:pt>
                <c:pt idx="222">
                  <c:v>0.99480522</c:v>
                </c:pt>
                <c:pt idx="223">
                  <c:v>0.99480522</c:v>
                </c:pt>
                <c:pt idx="224">
                  <c:v>0.99480522</c:v>
                </c:pt>
                <c:pt idx="225">
                  <c:v>0.99480522</c:v>
                </c:pt>
                <c:pt idx="226">
                  <c:v>0.99480522</c:v>
                </c:pt>
                <c:pt idx="227">
                  <c:v>0.99480522</c:v>
                </c:pt>
                <c:pt idx="228">
                  <c:v>1</c:v>
                </c:pt>
                <c:pt idx="229">
                  <c:v>1</c:v>
                </c:pt>
                <c:pt idx="230">
                  <c:v>1</c:v>
                </c:pt>
                <c:pt idx="231">
                  <c:v>1</c:v>
                </c:pt>
                <c:pt idx="232">
                  <c:v>1</c:v>
                </c:pt>
                <c:pt idx="233">
                  <c:v>1</c:v>
                </c:pt>
                <c:pt idx="234">
                  <c:v>1</c:v>
                </c:pt>
                <c:pt idx="235">
                  <c:v>1</c:v>
                </c:pt>
                <c:pt idx="236">
                  <c:v>1</c:v>
                </c:pt>
                <c:pt idx="237">
                  <c:v>1</c:v>
                </c:pt>
                <c:pt idx="238">
                  <c:v>1</c:v>
                </c:pt>
                <c:pt idx="239">
                  <c:v>1</c:v>
                </c:pt>
                <c:pt idx="240">
                  <c:v>1</c:v>
                </c:pt>
                <c:pt idx="241">
                  <c:v>1</c:v>
                </c:pt>
                <c:pt idx="242">
                  <c:v>1</c:v>
                </c:pt>
                <c:pt idx="243">
                  <c:v>1</c:v>
                </c:pt>
                <c:pt idx="244">
                  <c:v>1</c:v>
                </c:pt>
                <c:pt idx="245">
                  <c:v>1</c:v>
                </c:pt>
                <c:pt idx="246">
                  <c:v>1</c:v>
                </c:pt>
                <c:pt idx="247">
                  <c:v>0.97922081</c:v>
                </c:pt>
                <c:pt idx="248">
                  <c:v>0.99220777</c:v>
                </c:pt>
                <c:pt idx="249">
                  <c:v>0.99480522</c:v>
                </c:pt>
                <c:pt idx="250">
                  <c:v>0.99480522</c:v>
                </c:pt>
                <c:pt idx="251">
                  <c:v>1</c:v>
                </c:pt>
                <c:pt idx="252">
                  <c:v>1</c:v>
                </c:pt>
                <c:pt idx="253">
                  <c:v>1</c:v>
                </c:pt>
                <c:pt idx="254">
                  <c:v>1</c:v>
                </c:pt>
                <c:pt idx="255">
                  <c:v>1</c:v>
                </c:pt>
                <c:pt idx="256">
                  <c:v>1</c:v>
                </c:pt>
                <c:pt idx="257">
                  <c:v>1</c:v>
                </c:pt>
                <c:pt idx="258">
                  <c:v>1</c:v>
                </c:pt>
                <c:pt idx="259">
                  <c:v>1</c:v>
                </c:pt>
                <c:pt idx="260">
                  <c:v>1</c:v>
                </c:pt>
                <c:pt idx="261">
                  <c:v>1</c:v>
                </c:pt>
                <c:pt idx="262">
                  <c:v>1</c:v>
                </c:pt>
                <c:pt idx="263">
                  <c:v>1</c:v>
                </c:pt>
                <c:pt idx="264">
                  <c:v>0.99480522</c:v>
                </c:pt>
                <c:pt idx="265">
                  <c:v>0.99480522</c:v>
                </c:pt>
                <c:pt idx="266">
                  <c:v>0.99480522</c:v>
                </c:pt>
                <c:pt idx="267">
                  <c:v>0.99480522</c:v>
                </c:pt>
                <c:pt idx="268">
                  <c:v>0.99480522</c:v>
                </c:pt>
                <c:pt idx="269">
                  <c:v>0.99480522</c:v>
                </c:pt>
                <c:pt idx="270">
                  <c:v>0.99480522</c:v>
                </c:pt>
                <c:pt idx="271">
                  <c:v>0.99480522</c:v>
                </c:pt>
                <c:pt idx="272">
                  <c:v>0.99480522</c:v>
                </c:pt>
                <c:pt idx="273">
                  <c:v>0.99740261</c:v>
                </c:pt>
                <c:pt idx="274">
                  <c:v>0.99740261</c:v>
                </c:pt>
                <c:pt idx="275">
                  <c:v>1</c:v>
                </c:pt>
                <c:pt idx="276">
                  <c:v>1</c:v>
                </c:pt>
                <c:pt idx="277">
                  <c:v>1</c:v>
                </c:pt>
                <c:pt idx="278">
                  <c:v>1</c:v>
                </c:pt>
                <c:pt idx="279">
                  <c:v>1</c:v>
                </c:pt>
                <c:pt idx="280">
                  <c:v>1</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0"/>
        </c:scaling>
        <c:delete val="0"/>
        <c:axPos val="l"/>
        <c:majorGridlines>
          <c:spPr>
            <a:ln xmlns:a="http://schemas.openxmlformats.org/drawingml/2006/main" w="9525">
              <a:solidFill>
                <a:srgbClr val="DDE5EA"/>
              </a:solidFill>
              <a:prstDash val="solid"/>
            </a:ln>
          </c:spPr>
        </c:majorGridlines>
        <c:title>
          <c:tx>
            <c:rich>
              <a:bodyPr xmlns:a="http://schemas.openxmlformats.org/drawingml/2006/main"/>
              <a:lstStyle xmlns:a="http://schemas.openxmlformats.org/drawingml/2006/main"/>
              <a:p xmlns:a="http://schemas.openxmlformats.org/drawingml/2006/main">
                <a:r>
                  <a:rPr sz="1800">
                    <a:solidFill>
                      <a:srgbClr val="172B3A"/>
                    </a:solidFill>
                    <a:latin typeface="Arial"/>
                    <a:ea typeface="Arial"/>
                    <a:cs typeface="Arial"/>
                  </a:rPr>
                  <a:t>Correct answers</a:t>
                </a:r>
              </a:p>
            </c:rich>
          </c:tx>
          <c:overlay val="0"/>
          <c:txPr>
            <a:bodyPr xmlns:a="http://schemas.openxmlformats.org/drawingml/2006/main" anchorCtr="1"/>
            <a:lstStyle xmlns:a="http://schemas.openxmlformats.org/drawingml/2006/main"/>
            <a:p xmlns:a="http://schemas.openxmlformats.org/drawingml/2006/main">
              <a:pPr>
                <a:defRPr sz="1800">
                  <a:solidFill>
                    <a:srgbClr val="172B3A"/>
                  </a:solidFill>
                  <a:latin typeface="Arial"/>
                  <a:ea typeface="Arial"/>
                  <a:cs typeface="Arial"/>
                </a:defRPr>
              </a:pPr>
            </a:p>
          </c:txPr>
        </c:title>
        <c:numFmt formatCode="0%"/>
        <c:majorTickMark val="none"/>
        <c:minorTickMark val="none"/>
        <c:spPr>
          <a:ln xmlns:a="http://schemas.openxmlformats.org/drawingml/2006/main" w="9525">
            <a:solidFill>
              <a:srgbClr val="667784"/>
            </a:solidFill>
          </a:ln>
        </c:spPr>
        <c:txPr>
          <a:bodyPr xmlns:a="http://schemas.openxmlformats.org/drawingml/2006/main" anchorCtr="1"/>
          <a:lstStyle xmlns:a="http://schemas.openxmlformats.org/drawingml/2006/main"/>
          <a:p xmlns:a="http://schemas.openxmlformats.org/drawingml/2006/main">
            <a:pPr>
              <a:defRPr sz="1725">
                <a:solidFill>
                  <a:srgbClr val="172B3A"/>
                </a:solidFill>
                <a:latin typeface="Arial"/>
                <a:ea typeface="Arial"/>
                <a:cs typeface="Arial"/>
              </a:defRPr>
            </a:pPr>
          </a:p>
        </c:txPr>
        <c:crossAx val="48650112"/>
        <c:majorUnit val="0.25"/>
      </c:valAx>
      <c:valAx>
        <c:axId val="48650112"/>
        <c:scaling>
          <c:orientation val="minMax"/>
          <c:max val="7000"/>
          <c:min val="0"/>
        </c:scaling>
        <c:delete val="0"/>
        <c:axPos val="b"/>
        <c:title>
          <c:tx>
            <c:rich>
              <a:bodyPr xmlns:a="http://schemas.openxmlformats.org/drawingml/2006/main"/>
              <a:lstStyle xmlns:a="http://schemas.openxmlformats.org/drawingml/2006/main"/>
              <a:p xmlns:a="http://schemas.openxmlformats.org/drawingml/2006/main">
                <a:r>
                  <a:rPr sz="1800">
                    <a:solidFill>
                      <a:srgbClr val="172B3A"/>
                    </a:solidFill>
                    <a:latin typeface="Arial"/>
                    <a:ea typeface="Arial"/>
                    <a:cs typeface="Arial"/>
                  </a:rPr>
                  <a:t>Learning steps (updates)</a:t>
                </a:r>
              </a:p>
            </c:rich>
          </c:tx>
          <c:overlay val="0"/>
          <c:txPr>
            <a:bodyPr xmlns:a="http://schemas.openxmlformats.org/drawingml/2006/main" anchorCtr="1"/>
            <a:lstStyle xmlns:a="http://schemas.openxmlformats.org/drawingml/2006/main"/>
            <a:p xmlns:a="http://schemas.openxmlformats.org/drawingml/2006/main">
              <a:pPr>
                <a:defRPr sz="1800">
                  <a:solidFill>
                    <a:srgbClr val="172B3A"/>
                  </a:solidFill>
                  <a:latin typeface="Arial"/>
                  <a:ea typeface="Arial"/>
                  <a:cs typeface="Arial"/>
                </a:defRPr>
              </a:pPr>
            </a:p>
          </c:txPr>
        </c:title>
        <c:numFmt formatCode="0"/>
        <c:majorTickMark val="none"/>
        <c:minorTickMark val="none"/>
        <c:spPr>
          <a:ln xmlns:a="http://schemas.openxmlformats.org/drawingml/2006/main" w="9525">
            <a:solidFill>
              <a:srgbClr val="667784"/>
            </a:solidFill>
          </a:ln>
        </c:spPr>
        <c:txPr>
          <a:bodyPr xmlns:a="http://schemas.openxmlformats.org/drawingml/2006/main" anchorCtr="1"/>
          <a:lstStyle xmlns:a="http://schemas.openxmlformats.org/drawingml/2006/main"/>
          <a:p xmlns:a="http://schemas.openxmlformats.org/drawingml/2006/main">
            <a:pPr>
              <a:defRPr sz="1725">
                <a:solidFill>
                  <a:srgbClr val="172B3A"/>
                </a:solidFill>
                <a:latin typeface="Arial"/>
                <a:ea typeface="Arial"/>
                <a:cs typeface="Arial"/>
              </a:defRPr>
            </a:pPr>
          </a:p>
        </c:txPr>
        <c:crossAx val="48672768"/>
      </c:valAx>
      <c:spPr>
        <a:solidFill xmlns:a="http://schemas.openxmlformats.org/drawingml/2006/main">
          <a:srgbClr val="FFFFFF"/>
        </a:solidFill>
        <a:ln xmlns:a="http://schemas.openxmlformats.org/drawingml/2006/main" w="0">
          <a:noFill/>
        </a:ln>
      </c:spPr>
    </c:plotArea>
    <c:legend>
      <c:legendPos val="t"/>
      <c:overlay val="0"/>
      <c:txPr>
        <a:bodyPr xmlns:a="http://schemas.openxmlformats.org/drawingml/2006/main" anchorCtr="1"/>
        <a:lstStyle xmlns:a="http://schemas.openxmlformats.org/drawingml/2006/main"/>
        <a:p xmlns:a="http://schemas.openxmlformats.org/drawingml/2006/main">
          <a:pPr>
            <a:defRPr sz="1725">
              <a:solidFill>
                <a:srgbClr val="172B3A"/>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00">
                <a:solidFill>
                  <a:srgbClr val="172B3A"/>
                </a:solidFill>
                <a:latin typeface="Arial"/>
                <a:ea typeface="Arial"/>
                <a:cs typeface="Arial"/>
              </a:rPr>
              <a:t>First-confirmation completion curves; 30 calibration runs per split</a:t>
            </a:r>
          </a:p>
        </c:rich>
      </c:tx>
      <c:overlay val="0"/>
      <c:txPr>
        <a:bodyPr xmlns:a="http://schemas.openxmlformats.org/drawingml/2006/main" anchorCtr="1"/>
        <a:lstStyle xmlns:a="http://schemas.openxmlformats.org/drawingml/2006/main"/>
        <a:p xmlns:a="http://schemas.openxmlformats.org/drawingml/2006/main">
          <a:pPr>
            <a:defRPr sz="1800">
              <a:solidFill>
                <a:srgbClr val="172B3A"/>
              </a:solidFill>
              <a:latin typeface="Arial"/>
              <a:ea typeface="Arial"/>
              <a:cs typeface="Arial"/>
            </a:defRPr>
          </a:pPr>
        </a:p>
      </c:txPr>
    </c:title>
    <c:plotArea>
      <c:scatterChart>
        <c:scatterStyle val="line"/>
        <c:varyColors val="0"/>
        <c:ser>
          <c:idx val="0"/>
          <c:order val="0"/>
          <c:tx>
            <c:v>Split 1</c:v>
          </c:tx>
          <c:spPr>
            <a:ln xmlns:a="http://schemas.openxmlformats.org/drawingml/2006/main" w="28575">
              <a:solidFill>
                <a:srgbClr val="175F96"/>
              </a:solidFill>
            </a:ln>
          </c:spPr>
          <c:marker>
            <c:symbol val="none"/>
          </c:marker>
          <c:xVal>
            <c:numRef>
              <c:f>'Chart Data'!$A$2:$A$2402</c:f>
              <c:numCache>
                <c:formatCode>General</c:formatCode>
                <c:ptCount val="2401"/>
                <c:pt idx="0">
                  <c:v>0</c:v>
                </c:pt>
                <c:pt idx="1">
                  <c:v>25</c:v>
                </c:pt>
                <c:pt idx="2">
                  <c:v>25</c:v>
                </c:pt>
                <c:pt idx="3">
                  <c:v>50</c:v>
                </c:pt>
                <c:pt idx="4">
                  <c:v>50</c:v>
                </c:pt>
                <c:pt idx="5">
                  <c:v>75</c:v>
                </c:pt>
                <c:pt idx="6">
                  <c:v>75</c:v>
                </c:pt>
                <c:pt idx="7">
                  <c:v>100</c:v>
                </c:pt>
                <c:pt idx="8">
                  <c:v>100</c:v>
                </c:pt>
                <c:pt idx="9">
                  <c:v>125</c:v>
                </c:pt>
                <c:pt idx="10">
                  <c:v>125</c:v>
                </c:pt>
                <c:pt idx="11">
                  <c:v>150</c:v>
                </c:pt>
                <c:pt idx="12">
                  <c:v>150</c:v>
                </c:pt>
                <c:pt idx="13">
                  <c:v>175</c:v>
                </c:pt>
                <c:pt idx="14">
                  <c:v>175</c:v>
                </c:pt>
                <c:pt idx="15">
                  <c:v>200</c:v>
                </c:pt>
                <c:pt idx="16">
                  <c:v>200</c:v>
                </c:pt>
                <c:pt idx="17">
                  <c:v>225</c:v>
                </c:pt>
                <c:pt idx="18">
                  <c:v>225</c:v>
                </c:pt>
                <c:pt idx="19">
                  <c:v>250</c:v>
                </c:pt>
                <c:pt idx="20">
                  <c:v>250</c:v>
                </c:pt>
                <c:pt idx="21">
                  <c:v>275</c:v>
                </c:pt>
                <c:pt idx="22">
                  <c:v>275</c:v>
                </c:pt>
                <c:pt idx="23">
                  <c:v>300</c:v>
                </c:pt>
                <c:pt idx="24">
                  <c:v>300</c:v>
                </c:pt>
                <c:pt idx="25">
                  <c:v>325</c:v>
                </c:pt>
                <c:pt idx="26">
                  <c:v>325</c:v>
                </c:pt>
                <c:pt idx="27">
                  <c:v>350</c:v>
                </c:pt>
                <c:pt idx="28">
                  <c:v>350</c:v>
                </c:pt>
                <c:pt idx="29">
                  <c:v>375</c:v>
                </c:pt>
                <c:pt idx="30">
                  <c:v>375</c:v>
                </c:pt>
                <c:pt idx="31">
                  <c:v>400</c:v>
                </c:pt>
                <c:pt idx="32">
                  <c:v>400</c:v>
                </c:pt>
                <c:pt idx="33">
                  <c:v>425</c:v>
                </c:pt>
                <c:pt idx="34">
                  <c:v>425</c:v>
                </c:pt>
                <c:pt idx="35">
                  <c:v>450</c:v>
                </c:pt>
                <c:pt idx="36">
                  <c:v>450</c:v>
                </c:pt>
                <c:pt idx="37">
                  <c:v>475</c:v>
                </c:pt>
                <c:pt idx="38">
                  <c:v>475</c:v>
                </c:pt>
                <c:pt idx="39">
                  <c:v>500</c:v>
                </c:pt>
                <c:pt idx="40">
                  <c:v>500</c:v>
                </c:pt>
                <c:pt idx="41">
                  <c:v>525</c:v>
                </c:pt>
                <c:pt idx="42">
                  <c:v>525</c:v>
                </c:pt>
                <c:pt idx="43">
                  <c:v>550</c:v>
                </c:pt>
                <c:pt idx="44">
                  <c:v>550</c:v>
                </c:pt>
                <c:pt idx="45">
                  <c:v>575</c:v>
                </c:pt>
                <c:pt idx="46">
                  <c:v>575</c:v>
                </c:pt>
                <c:pt idx="47">
                  <c:v>600</c:v>
                </c:pt>
                <c:pt idx="48">
                  <c:v>600</c:v>
                </c:pt>
                <c:pt idx="49">
                  <c:v>625</c:v>
                </c:pt>
                <c:pt idx="50">
                  <c:v>625</c:v>
                </c:pt>
                <c:pt idx="51">
                  <c:v>650</c:v>
                </c:pt>
                <c:pt idx="52">
                  <c:v>650</c:v>
                </c:pt>
                <c:pt idx="53">
                  <c:v>675</c:v>
                </c:pt>
                <c:pt idx="54">
                  <c:v>675</c:v>
                </c:pt>
                <c:pt idx="55">
                  <c:v>700</c:v>
                </c:pt>
                <c:pt idx="56">
                  <c:v>700</c:v>
                </c:pt>
                <c:pt idx="57">
                  <c:v>725</c:v>
                </c:pt>
                <c:pt idx="58">
                  <c:v>725</c:v>
                </c:pt>
                <c:pt idx="59">
                  <c:v>750</c:v>
                </c:pt>
                <c:pt idx="60">
                  <c:v>750</c:v>
                </c:pt>
                <c:pt idx="61">
                  <c:v>775</c:v>
                </c:pt>
                <c:pt idx="62">
                  <c:v>775</c:v>
                </c:pt>
                <c:pt idx="63">
                  <c:v>800</c:v>
                </c:pt>
                <c:pt idx="64">
                  <c:v>800</c:v>
                </c:pt>
                <c:pt idx="65">
                  <c:v>825</c:v>
                </c:pt>
                <c:pt idx="66">
                  <c:v>825</c:v>
                </c:pt>
                <c:pt idx="67">
                  <c:v>850</c:v>
                </c:pt>
                <c:pt idx="68">
                  <c:v>850</c:v>
                </c:pt>
                <c:pt idx="69">
                  <c:v>875</c:v>
                </c:pt>
                <c:pt idx="70">
                  <c:v>875</c:v>
                </c:pt>
                <c:pt idx="71">
                  <c:v>900</c:v>
                </c:pt>
                <c:pt idx="72">
                  <c:v>900</c:v>
                </c:pt>
                <c:pt idx="73">
                  <c:v>925</c:v>
                </c:pt>
                <c:pt idx="74">
                  <c:v>925</c:v>
                </c:pt>
                <c:pt idx="75">
                  <c:v>950</c:v>
                </c:pt>
                <c:pt idx="76">
                  <c:v>950</c:v>
                </c:pt>
                <c:pt idx="77">
                  <c:v>975</c:v>
                </c:pt>
                <c:pt idx="78">
                  <c:v>975</c:v>
                </c:pt>
                <c:pt idx="79">
                  <c:v>1000</c:v>
                </c:pt>
                <c:pt idx="80">
                  <c:v>1000</c:v>
                </c:pt>
                <c:pt idx="81">
                  <c:v>1025</c:v>
                </c:pt>
                <c:pt idx="82">
                  <c:v>1025</c:v>
                </c:pt>
                <c:pt idx="83">
                  <c:v>1050</c:v>
                </c:pt>
                <c:pt idx="84">
                  <c:v>1050</c:v>
                </c:pt>
                <c:pt idx="85">
                  <c:v>1075</c:v>
                </c:pt>
                <c:pt idx="86">
                  <c:v>1075</c:v>
                </c:pt>
                <c:pt idx="87">
                  <c:v>1100</c:v>
                </c:pt>
                <c:pt idx="88">
                  <c:v>1100</c:v>
                </c:pt>
                <c:pt idx="89">
                  <c:v>1125</c:v>
                </c:pt>
                <c:pt idx="90">
                  <c:v>1125</c:v>
                </c:pt>
                <c:pt idx="91">
                  <c:v>1150</c:v>
                </c:pt>
                <c:pt idx="92">
                  <c:v>1150</c:v>
                </c:pt>
                <c:pt idx="93">
                  <c:v>1175</c:v>
                </c:pt>
                <c:pt idx="94">
                  <c:v>1175</c:v>
                </c:pt>
                <c:pt idx="95">
                  <c:v>1200</c:v>
                </c:pt>
                <c:pt idx="96">
                  <c:v>1200</c:v>
                </c:pt>
                <c:pt idx="97">
                  <c:v>1225</c:v>
                </c:pt>
                <c:pt idx="98">
                  <c:v>1225</c:v>
                </c:pt>
                <c:pt idx="99">
                  <c:v>1250</c:v>
                </c:pt>
                <c:pt idx="100">
                  <c:v>1250</c:v>
                </c:pt>
                <c:pt idx="101">
                  <c:v>1275</c:v>
                </c:pt>
                <c:pt idx="102">
                  <c:v>1275</c:v>
                </c:pt>
                <c:pt idx="103">
                  <c:v>1300</c:v>
                </c:pt>
                <c:pt idx="104">
                  <c:v>1300</c:v>
                </c:pt>
                <c:pt idx="105">
                  <c:v>1325</c:v>
                </c:pt>
                <c:pt idx="106">
                  <c:v>1325</c:v>
                </c:pt>
                <c:pt idx="107">
                  <c:v>1350</c:v>
                </c:pt>
                <c:pt idx="108">
                  <c:v>1350</c:v>
                </c:pt>
                <c:pt idx="109">
                  <c:v>1375</c:v>
                </c:pt>
                <c:pt idx="110">
                  <c:v>1375</c:v>
                </c:pt>
                <c:pt idx="111">
                  <c:v>1400</c:v>
                </c:pt>
                <c:pt idx="112">
                  <c:v>1400</c:v>
                </c:pt>
                <c:pt idx="113">
                  <c:v>1425</c:v>
                </c:pt>
                <c:pt idx="114">
                  <c:v>1425</c:v>
                </c:pt>
                <c:pt idx="115">
                  <c:v>1450</c:v>
                </c:pt>
                <c:pt idx="116">
                  <c:v>1450</c:v>
                </c:pt>
                <c:pt idx="117">
                  <c:v>1475</c:v>
                </c:pt>
                <c:pt idx="118">
                  <c:v>1475</c:v>
                </c:pt>
                <c:pt idx="119">
                  <c:v>1500</c:v>
                </c:pt>
                <c:pt idx="120">
                  <c:v>1500</c:v>
                </c:pt>
                <c:pt idx="121">
                  <c:v>1525</c:v>
                </c:pt>
                <c:pt idx="122">
                  <c:v>1525</c:v>
                </c:pt>
                <c:pt idx="123">
                  <c:v>1550</c:v>
                </c:pt>
                <c:pt idx="124">
                  <c:v>1550</c:v>
                </c:pt>
                <c:pt idx="125">
                  <c:v>1575</c:v>
                </c:pt>
                <c:pt idx="126">
                  <c:v>1575</c:v>
                </c:pt>
                <c:pt idx="127">
                  <c:v>1600</c:v>
                </c:pt>
                <c:pt idx="128">
                  <c:v>1600</c:v>
                </c:pt>
                <c:pt idx="129">
                  <c:v>1625</c:v>
                </c:pt>
                <c:pt idx="130">
                  <c:v>1625</c:v>
                </c:pt>
                <c:pt idx="131">
                  <c:v>1650</c:v>
                </c:pt>
                <c:pt idx="132">
                  <c:v>1650</c:v>
                </c:pt>
                <c:pt idx="133">
                  <c:v>1675</c:v>
                </c:pt>
                <c:pt idx="134">
                  <c:v>1675</c:v>
                </c:pt>
                <c:pt idx="135">
                  <c:v>1700</c:v>
                </c:pt>
                <c:pt idx="136">
                  <c:v>1700</c:v>
                </c:pt>
                <c:pt idx="137">
                  <c:v>1725</c:v>
                </c:pt>
                <c:pt idx="138">
                  <c:v>1725</c:v>
                </c:pt>
                <c:pt idx="139">
                  <c:v>1750</c:v>
                </c:pt>
                <c:pt idx="140">
                  <c:v>1750</c:v>
                </c:pt>
                <c:pt idx="141">
                  <c:v>1775</c:v>
                </c:pt>
                <c:pt idx="142">
                  <c:v>1775</c:v>
                </c:pt>
                <c:pt idx="143">
                  <c:v>1800</c:v>
                </c:pt>
                <c:pt idx="144">
                  <c:v>1800</c:v>
                </c:pt>
                <c:pt idx="145">
                  <c:v>1825</c:v>
                </c:pt>
                <c:pt idx="146">
                  <c:v>1825</c:v>
                </c:pt>
                <c:pt idx="147">
                  <c:v>1850</c:v>
                </c:pt>
                <c:pt idx="148">
                  <c:v>1850</c:v>
                </c:pt>
                <c:pt idx="149">
                  <c:v>1875</c:v>
                </c:pt>
                <c:pt idx="150">
                  <c:v>1875</c:v>
                </c:pt>
                <c:pt idx="151">
                  <c:v>1900</c:v>
                </c:pt>
                <c:pt idx="152">
                  <c:v>1900</c:v>
                </c:pt>
                <c:pt idx="153">
                  <c:v>1925</c:v>
                </c:pt>
                <c:pt idx="154">
                  <c:v>1925</c:v>
                </c:pt>
                <c:pt idx="155">
                  <c:v>1950</c:v>
                </c:pt>
                <c:pt idx="156">
                  <c:v>1950</c:v>
                </c:pt>
                <c:pt idx="157">
                  <c:v>1975</c:v>
                </c:pt>
                <c:pt idx="158">
                  <c:v>1975</c:v>
                </c:pt>
                <c:pt idx="159">
                  <c:v>2000</c:v>
                </c:pt>
                <c:pt idx="160">
                  <c:v>2000</c:v>
                </c:pt>
                <c:pt idx="161">
                  <c:v>2025</c:v>
                </c:pt>
                <c:pt idx="162">
                  <c:v>2025</c:v>
                </c:pt>
                <c:pt idx="163">
                  <c:v>2050</c:v>
                </c:pt>
                <c:pt idx="164">
                  <c:v>2050</c:v>
                </c:pt>
                <c:pt idx="165">
                  <c:v>2075</c:v>
                </c:pt>
                <c:pt idx="166">
                  <c:v>2075</c:v>
                </c:pt>
                <c:pt idx="167">
                  <c:v>2100</c:v>
                </c:pt>
                <c:pt idx="168">
                  <c:v>2100</c:v>
                </c:pt>
                <c:pt idx="169">
                  <c:v>2125</c:v>
                </c:pt>
                <c:pt idx="170">
                  <c:v>2125</c:v>
                </c:pt>
                <c:pt idx="171">
                  <c:v>2150</c:v>
                </c:pt>
                <c:pt idx="172">
                  <c:v>2150</c:v>
                </c:pt>
                <c:pt idx="173">
                  <c:v>2175</c:v>
                </c:pt>
                <c:pt idx="174">
                  <c:v>2175</c:v>
                </c:pt>
                <c:pt idx="175">
                  <c:v>2200</c:v>
                </c:pt>
                <c:pt idx="176">
                  <c:v>2200</c:v>
                </c:pt>
                <c:pt idx="177">
                  <c:v>2225</c:v>
                </c:pt>
                <c:pt idx="178">
                  <c:v>2225</c:v>
                </c:pt>
                <c:pt idx="179">
                  <c:v>2250</c:v>
                </c:pt>
                <c:pt idx="180">
                  <c:v>2250</c:v>
                </c:pt>
                <c:pt idx="181">
                  <c:v>2275</c:v>
                </c:pt>
                <c:pt idx="182">
                  <c:v>2275</c:v>
                </c:pt>
                <c:pt idx="183">
                  <c:v>2300</c:v>
                </c:pt>
                <c:pt idx="184">
                  <c:v>2300</c:v>
                </c:pt>
                <c:pt idx="185">
                  <c:v>2325</c:v>
                </c:pt>
                <c:pt idx="186">
                  <c:v>2325</c:v>
                </c:pt>
                <c:pt idx="187">
                  <c:v>2350</c:v>
                </c:pt>
                <c:pt idx="188">
                  <c:v>2350</c:v>
                </c:pt>
                <c:pt idx="189">
                  <c:v>2375</c:v>
                </c:pt>
                <c:pt idx="190">
                  <c:v>2375</c:v>
                </c:pt>
                <c:pt idx="191">
                  <c:v>2400</c:v>
                </c:pt>
                <c:pt idx="192">
                  <c:v>2400</c:v>
                </c:pt>
                <c:pt idx="193">
                  <c:v>2425</c:v>
                </c:pt>
                <c:pt idx="194">
                  <c:v>2425</c:v>
                </c:pt>
                <c:pt idx="195">
                  <c:v>2450</c:v>
                </c:pt>
                <c:pt idx="196">
                  <c:v>2450</c:v>
                </c:pt>
                <c:pt idx="197">
                  <c:v>2475</c:v>
                </c:pt>
                <c:pt idx="198">
                  <c:v>2475</c:v>
                </c:pt>
                <c:pt idx="199">
                  <c:v>2500</c:v>
                </c:pt>
                <c:pt idx="200">
                  <c:v>2500</c:v>
                </c:pt>
                <c:pt idx="201">
                  <c:v>2525</c:v>
                </c:pt>
                <c:pt idx="202">
                  <c:v>2525</c:v>
                </c:pt>
                <c:pt idx="203">
                  <c:v>2550</c:v>
                </c:pt>
                <c:pt idx="204">
                  <c:v>2550</c:v>
                </c:pt>
                <c:pt idx="205">
                  <c:v>2575</c:v>
                </c:pt>
                <c:pt idx="206">
                  <c:v>2575</c:v>
                </c:pt>
                <c:pt idx="207">
                  <c:v>2600</c:v>
                </c:pt>
                <c:pt idx="208">
                  <c:v>2600</c:v>
                </c:pt>
                <c:pt idx="209">
                  <c:v>2625</c:v>
                </c:pt>
                <c:pt idx="210">
                  <c:v>2625</c:v>
                </c:pt>
                <c:pt idx="211">
                  <c:v>2650</c:v>
                </c:pt>
                <c:pt idx="212">
                  <c:v>2650</c:v>
                </c:pt>
                <c:pt idx="213">
                  <c:v>2675</c:v>
                </c:pt>
                <c:pt idx="214">
                  <c:v>2675</c:v>
                </c:pt>
                <c:pt idx="215">
                  <c:v>2700</c:v>
                </c:pt>
                <c:pt idx="216">
                  <c:v>2700</c:v>
                </c:pt>
                <c:pt idx="217">
                  <c:v>2725</c:v>
                </c:pt>
                <c:pt idx="218">
                  <c:v>2725</c:v>
                </c:pt>
                <c:pt idx="219">
                  <c:v>2750</c:v>
                </c:pt>
                <c:pt idx="220">
                  <c:v>2750</c:v>
                </c:pt>
                <c:pt idx="221">
                  <c:v>2775</c:v>
                </c:pt>
                <c:pt idx="222">
                  <c:v>2775</c:v>
                </c:pt>
                <c:pt idx="223">
                  <c:v>2800</c:v>
                </c:pt>
                <c:pt idx="224">
                  <c:v>2800</c:v>
                </c:pt>
                <c:pt idx="225">
                  <c:v>2825</c:v>
                </c:pt>
                <c:pt idx="226">
                  <c:v>2825</c:v>
                </c:pt>
                <c:pt idx="227">
                  <c:v>2850</c:v>
                </c:pt>
                <c:pt idx="228">
                  <c:v>2850</c:v>
                </c:pt>
                <c:pt idx="229">
                  <c:v>2875</c:v>
                </c:pt>
                <c:pt idx="230">
                  <c:v>2875</c:v>
                </c:pt>
                <c:pt idx="231">
                  <c:v>2900</c:v>
                </c:pt>
                <c:pt idx="232">
                  <c:v>2900</c:v>
                </c:pt>
                <c:pt idx="233">
                  <c:v>2925</c:v>
                </c:pt>
                <c:pt idx="234">
                  <c:v>2925</c:v>
                </c:pt>
                <c:pt idx="235">
                  <c:v>2950</c:v>
                </c:pt>
                <c:pt idx="236">
                  <c:v>2950</c:v>
                </c:pt>
                <c:pt idx="237">
                  <c:v>2975</c:v>
                </c:pt>
                <c:pt idx="238">
                  <c:v>2975</c:v>
                </c:pt>
                <c:pt idx="239">
                  <c:v>3000</c:v>
                </c:pt>
                <c:pt idx="240">
                  <c:v>3000</c:v>
                </c:pt>
                <c:pt idx="241">
                  <c:v>3025</c:v>
                </c:pt>
                <c:pt idx="242">
                  <c:v>3025</c:v>
                </c:pt>
                <c:pt idx="243">
                  <c:v>3050</c:v>
                </c:pt>
                <c:pt idx="244">
                  <c:v>3050</c:v>
                </c:pt>
                <c:pt idx="245">
                  <c:v>3075</c:v>
                </c:pt>
                <c:pt idx="246">
                  <c:v>3075</c:v>
                </c:pt>
                <c:pt idx="247">
                  <c:v>3100</c:v>
                </c:pt>
                <c:pt idx="248">
                  <c:v>3100</c:v>
                </c:pt>
                <c:pt idx="249">
                  <c:v>3125</c:v>
                </c:pt>
                <c:pt idx="250">
                  <c:v>3125</c:v>
                </c:pt>
                <c:pt idx="251">
                  <c:v>3150</c:v>
                </c:pt>
                <c:pt idx="252">
                  <c:v>3150</c:v>
                </c:pt>
                <c:pt idx="253">
                  <c:v>3175</c:v>
                </c:pt>
                <c:pt idx="254">
                  <c:v>3175</c:v>
                </c:pt>
                <c:pt idx="255">
                  <c:v>3200</c:v>
                </c:pt>
                <c:pt idx="256">
                  <c:v>3200</c:v>
                </c:pt>
                <c:pt idx="257">
                  <c:v>3225</c:v>
                </c:pt>
                <c:pt idx="258">
                  <c:v>3225</c:v>
                </c:pt>
                <c:pt idx="259">
                  <c:v>3250</c:v>
                </c:pt>
                <c:pt idx="260">
                  <c:v>3250</c:v>
                </c:pt>
                <c:pt idx="261">
                  <c:v>3275</c:v>
                </c:pt>
                <c:pt idx="262">
                  <c:v>3275</c:v>
                </c:pt>
                <c:pt idx="263">
                  <c:v>3300</c:v>
                </c:pt>
                <c:pt idx="264">
                  <c:v>3300</c:v>
                </c:pt>
                <c:pt idx="265">
                  <c:v>3325</c:v>
                </c:pt>
                <c:pt idx="266">
                  <c:v>3325</c:v>
                </c:pt>
                <c:pt idx="267">
                  <c:v>3350</c:v>
                </c:pt>
                <c:pt idx="268">
                  <c:v>3350</c:v>
                </c:pt>
                <c:pt idx="269">
                  <c:v>3375</c:v>
                </c:pt>
                <c:pt idx="270">
                  <c:v>3375</c:v>
                </c:pt>
                <c:pt idx="271">
                  <c:v>3400</c:v>
                </c:pt>
                <c:pt idx="272">
                  <c:v>3400</c:v>
                </c:pt>
                <c:pt idx="273">
                  <c:v>3425</c:v>
                </c:pt>
                <c:pt idx="274">
                  <c:v>3425</c:v>
                </c:pt>
                <c:pt idx="275">
                  <c:v>3450</c:v>
                </c:pt>
                <c:pt idx="276">
                  <c:v>3450</c:v>
                </c:pt>
                <c:pt idx="277">
                  <c:v>3475</c:v>
                </c:pt>
                <c:pt idx="278">
                  <c:v>3475</c:v>
                </c:pt>
                <c:pt idx="279">
                  <c:v>3500</c:v>
                </c:pt>
                <c:pt idx="280">
                  <c:v>3500</c:v>
                </c:pt>
                <c:pt idx="281">
                  <c:v>3525</c:v>
                </c:pt>
                <c:pt idx="282">
                  <c:v>3525</c:v>
                </c:pt>
                <c:pt idx="283">
                  <c:v>3550</c:v>
                </c:pt>
                <c:pt idx="284">
                  <c:v>3550</c:v>
                </c:pt>
                <c:pt idx="285">
                  <c:v>3575</c:v>
                </c:pt>
                <c:pt idx="286">
                  <c:v>3575</c:v>
                </c:pt>
                <c:pt idx="287">
                  <c:v>3600</c:v>
                </c:pt>
                <c:pt idx="288">
                  <c:v>3600</c:v>
                </c:pt>
                <c:pt idx="289">
                  <c:v>3625</c:v>
                </c:pt>
                <c:pt idx="290">
                  <c:v>3625</c:v>
                </c:pt>
                <c:pt idx="291">
                  <c:v>3650</c:v>
                </c:pt>
                <c:pt idx="292">
                  <c:v>3650</c:v>
                </c:pt>
                <c:pt idx="293">
                  <c:v>3675</c:v>
                </c:pt>
                <c:pt idx="294">
                  <c:v>3675</c:v>
                </c:pt>
                <c:pt idx="295">
                  <c:v>3700</c:v>
                </c:pt>
                <c:pt idx="296">
                  <c:v>3700</c:v>
                </c:pt>
                <c:pt idx="297">
                  <c:v>3725</c:v>
                </c:pt>
                <c:pt idx="298">
                  <c:v>3725</c:v>
                </c:pt>
                <c:pt idx="299">
                  <c:v>3750</c:v>
                </c:pt>
                <c:pt idx="300">
                  <c:v>3750</c:v>
                </c:pt>
                <c:pt idx="301">
                  <c:v>3775</c:v>
                </c:pt>
                <c:pt idx="302">
                  <c:v>3775</c:v>
                </c:pt>
                <c:pt idx="303">
                  <c:v>3800</c:v>
                </c:pt>
                <c:pt idx="304">
                  <c:v>3800</c:v>
                </c:pt>
                <c:pt idx="305">
                  <c:v>3825</c:v>
                </c:pt>
                <c:pt idx="306">
                  <c:v>3825</c:v>
                </c:pt>
                <c:pt idx="307">
                  <c:v>3850</c:v>
                </c:pt>
                <c:pt idx="308">
                  <c:v>3850</c:v>
                </c:pt>
                <c:pt idx="309">
                  <c:v>3875</c:v>
                </c:pt>
                <c:pt idx="310">
                  <c:v>3875</c:v>
                </c:pt>
                <c:pt idx="311">
                  <c:v>3900</c:v>
                </c:pt>
                <c:pt idx="312">
                  <c:v>3900</c:v>
                </c:pt>
                <c:pt idx="313">
                  <c:v>3925</c:v>
                </c:pt>
                <c:pt idx="314">
                  <c:v>3925</c:v>
                </c:pt>
                <c:pt idx="315">
                  <c:v>3950</c:v>
                </c:pt>
                <c:pt idx="316">
                  <c:v>3950</c:v>
                </c:pt>
                <c:pt idx="317">
                  <c:v>3975</c:v>
                </c:pt>
                <c:pt idx="318">
                  <c:v>3975</c:v>
                </c:pt>
                <c:pt idx="319">
                  <c:v>4000</c:v>
                </c:pt>
                <c:pt idx="320">
                  <c:v>4000</c:v>
                </c:pt>
                <c:pt idx="321">
                  <c:v>4025</c:v>
                </c:pt>
                <c:pt idx="322">
                  <c:v>4025</c:v>
                </c:pt>
                <c:pt idx="323">
                  <c:v>4050</c:v>
                </c:pt>
                <c:pt idx="324">
                  <c:v>4050</c:v>
                </c:pt>
                <c:pt idx="325">
                  <c:v>4075</c:v>
                </c:pt>
                <c:pt idx="326">
                  <c:v>4075</c:v>
                </c:pt>
                <c:pt idx="327">
                  <c:v>4100</c:v>
                </c:pt>
                <c:pt idx="328">
                  <c:v>4100</c:v>
                </c:pt>
                <c:pt idx="329">
                  <c:v>4125</c:v>
                </c:pt>
                <c:pt idx="330">
                  <c:v>4125</c:v>
                </c:pt>
                <c:pt idx="331">
                  <c:v>4150</c:v>
                </c:pt>
                <c:pt idx="332">
                  <c:v>4150</c:v>
                </c:pt>
                <c:pt idx="333">
                  <c:v>4175</c:v>
                </c:pt>
                <c:pt idx="334">
                  <c:v>4175</c:v>
                </c:pt>
                <c:pt idx="335">
                  <c:v>4200</c:v>
                </c:pt>
                <c:pt idx="336">
                  <c:v>4200</c:v>
                </c:pt>
                <c:pt idx="337">
                  <c:v>4225</c:v>
                </c:pt>
                <c:pt idx="338">
                  <c:v>4225</c:v>
                </c:pt>
                <c:pt idx="339">
                  <c:v>4250</c:v>
                </c:pt>
                <c:pt idx="340">
                  <c:v>4250</c:v>
                </c:pt>
                <c:pt idx="341">
                  <c:v>4275</c:v>
                </c:pt>
                <c:pt idx="342">
                  <c:v>4275</c:v>
                </c:pt>
                <c:pt idx="343">
                  <c:v>4300</c:v>
                </c:pt>
                <c:pt idx="344">
                  <c:v>4300</c:v>
                </c:pt>
                <c:pt idx="345">
                  <c:v>4325</c:v>
                </c:pt>
                <c:pt idx="346">
                  <c:v>4325</c:v>
                </c:pt>
                <c:pt idx="347">
                  <c:v>4350</c:v>
                </c:pt>
                <c:pt idx="348">
                  <c:v>4350</c:v>
                </c:pt>
                <c:pt idx="349">
                  <c:v>4375</c:v>
                </c:pt>
                <c:pt idx="350">
                  <c:v>4375</c:v>
                </c:pt>
                <c:pt idx="351">
                  <c:v>4400</c:v>
                </c:pt>
                <c:pt idx="352">
                  <c:v>4400</c:v>
                </c:pt>
                <c:pt idx="353">
                  <c:v>4425</c:v>
                </c:pt>
                <c:pt idx="354">
                  <c:v>4425</c:v>
                </c:pt>
                <c:pt idx="355">
                  <c:v>4450</c:v>
                </c:pt>
                <c:pt idx="356">
                  <c:v>4450</c:v>
                </c:pt>
                <c:pt idx="357">
                  <c:v>4475</c:v>
                </c:pt>
                <c:pt idx="358">
                  <c:v>4475</c:v>
                </c:pt>
                <c:pt idx="359">
                  <c:v>4500</c:v>
                </c:pt>
                <c:pt idx="360">
                  <c:v>4500</c:v>
                </c:pt>
                <c:pt idx="361">
                  <c:v>4525</c:v>
                </c:pt>
                <c:pt idx="362">
                  <c:v>4525</c:v>
                </c:pt>
                <c:pt idx="363">
                  <c:v>4550</c:v>
                </c:pt>
                <c:pt idx="364">
                  <c:v>4550</c:v>
                </c:pt>
                <c:pt idx="365">
                  <c:v>4575</c:v>
                </c:pt>
                <c:pt idx="366">
                  <c:v>4575</c:v>
                </c:pt>
                <c:pt idx="367">
                  <c:v>4600</c:v>
                </c:pt>
                <c:pt idx="368">
                  <c:v>4600</c:v>
                </c:pt>
                <c:pt idx="369">
                  <c:v>4625</c:v>
                </c:pt>
                <c:pt idx="370">
                  <c:v>4625</c:v>
                </c:pt>
                <c:pt idx="371">
                  <c:v>4650</c:v>
                </c:pt>
                <c:pt idx="372">
                  <c:v>4650</c:v>
                </c:pt>
                <c:pt idx="373">
                  <c:v>4675</c:v>
                </c:pt>
                <c:pt idx="374">
                  <c:v>4675</c:v>
                </c:pt>
                <c:pt idx="375">
                  <c:v>4700</c:v>
                </c:pt>
                <c:pt idx="376">
                  <c:v>4700</c:v>
                </c:pt>
                <c:pt idx="377">
                  <c:v>4725</c:v>
                </c:pt>
                <c:pt idx="378">
                  <c:v>4725</c:v>
                </c:pt>
                <c:pt idx="379">
                  <c:v>4750</c:v>
                </c:pt>
                <c:pt idx="380">
                  <c:v>4750</c:v>
                </c:pt>
                <c:pt idx="381">
                  <c:v>4775</c:v>
                </c:pt>
                <c:pt idx="382">
                  <c:v>4775</c:v>
                </c:pt>
                <c:pt idx="383">
                  <c:v>4800</c:v>
                </c:pt>
                <c:pt idx="384">
                  <c:v>4800</c:v>
                </c:pt>
                <c:pt idx="385">
                  <c:v>4825</c:v>
                </c:pt>
                <c:pt idx="386">
                  <c:v>4825</c:v>
                </c:pt>
                <c:pt idx="387">
                  <c:v>4850</c:v>
                </c:pt>
                <c:pt idx="388">
                  <c:v>4850</c:v>
                </c:pt>
                <c:pt idx="389">
                  <c:v>4875</c:v>
                </c:pt>
                <c:pt idx="390">
                  <c:v>4875</c:v>
                </c:pt>
                <c:pt idx="391">
                  <c:v>4900</c:v>
                </c:pt>
                <c:pt idx="392">
                  <c:v>4900</c:v>
                </c:pt>
                <c:pt idx="393">
                  <c:v>4925</c:v>
                </c:pt>
                <c:pt idx="394">
                  <c:v>4925</c:v>
                </c:pt>
                <c:pt idx="395">
                  <c:v>4950</c:v>
                </c:pt>
                <c:pt idx="396">
                  <c:v>4950</c:v>
                </c:pt>
                <c:pt idx="397">
                  <c:v>4975</c:v>
                </c:pt>
                <c:pt idx="398">
                  <c:v>4975</c:v>
                </c:pt>
                <c:pt idx="399">
                  <c:v>5000</c:v>
                </c:pt>
                <c:pt idx="400">
                  <c:v>5000</c:v>
                </c:pt>
                <c:pt idx="401">
                  <c:v>5025</c:v>
                </c:pt>
                <c:pt idx="402">
                  <c:v>5025</c:v>
                </c:pt>
                <c:pt idx="403">
                  <c:v>5050</c:v>
                </c:pt>
                <c:pt idx="404">
                  <c:v>5050</c:v>
                </c:pt>
                <c:pt idx="405">
                  <c:v>5075</c:v>
                </c:pt>
                <c:pt idx="406">
                  <c:v>5075</c:v>
                </c:pt>
                <c:pt idx="407">
                  <c:v>5100</c:v>
                </c:pt>
                <c:pt idx="408">
                  <c:v>5100</c:v>
                </c:pt>
                <c:pt idx="409">
                  <c:v>5125</c:v>
                </c:pt>
                <c:pt idx="410">
                  <c:v>5125</c:v>
                </c:pt>
                <c:pt idx="411">
                  <c:v>5150</c:v>
                </c:pt>
                <c:pt idx="412">
                  <c:v>5150</c:v>
                </c:pt>
                <c:pt idx="413">
                  <c:v>5175</c:v>
                </c:pt>
                <c:pt idx="414">
                  <c:v>5175</c:v>
                </c:pt>
                <c:pt idx="415">
                  <c:v>5200</c:v>
                </c:pt>
                <c:pt idx="416">
                  <c:v>5200</c:v>
                </c:pt>
                <c:pt idx="417">
                  <c:v>5225</c:v>
                </c:pt>
                <c:pt idx="418">
                  <c:v>5225</c:v>
                </c:pt>
                <c:pt idx="419">
                  <c:v>5250</c:v>
                </c:pt>
                <c:pt idx="420">
                  <c:v>5250</c:v>
                </c:pt>
                <c:pt idx="421">
                  <c:v>5275</c:v>
                </c:pt>
                <c:pt idx="422">
                  <c:v>5275</c:v>
                </c:pt>
                <c:pt idx="423">
                  <c:v>5300</c:v>
                </c:pt>
                <c:pt idx="424">
                  <c:v>5300</c:v>
                </c:pt>
                <c:pt idx="425">
                  <c:v>5325</c:v>
                </c:pt>
                <c:pt idx="426">
                  <c:v>5325</c:v>
                </c:pt>
                <c:pt idx="427">
                  <c:v>5350</c:v>
                </c:pt>
                <c:pt idx="428">
                  <c:v>5350</c:v>
                </c:pt>
                <c:pt idx="429">
                  <c:v>5375</c:v>
                </c:pt>
                <c:pt idx="430">
                  <c:v>5375</c:v>
                </c:pt>
                <c:pt idx="431">
                  <c:v>5400</c:v>
                </c:pt>
                <c:pt idx="432">
                  <c:v>5400</c:v>
                </c:pt>
                <c:pt idx="433">
                  <c:v>5425</c:v>
                </c:pt>
                <c:pt idx="434">
                  <c:v>5425</c:v>
                </c:pt>
                <c:pt idx="435">
                  <c:v>5450</c:v>
                </c:pt>
                <c:pt idx="436">
                  <c:v>5450</c:v>
                </c:pt>
                <c:pt idx="437">
                  <c:v>5475</c:v>
                </c:pt>
                <c:pt idx="438">
                  <c:v>5475</c:v>
                </c:pt>
                <c:pt idx="439">
                  <c:v>5500</c:v>
                </c:pt>
                <c:pt idx="440">
                  <c:v>5500</c:v>
                </c:pt>
                <c:pt idx="441">
                  <c:v>5525</c:v>
                </c:pt>
                <c:pt idx="442">
                  <c:v>5525</c:v>
                </c:pt>
                <c:pt idx="443">
                  <c:v>5550</c:v>
                </c:pt>
                <c:pt idx="444">
                  <c:v>5550</c:v>
                </c:pt>
                <c:pt idx="445">
                  <c:v>5575</c:v>
                </c:pt>
                <c:pt idx="446">
                  <c:v>5575</c:v>
                </c:pt>
                <c:pt idx="447">
                  <c:v>5600</c:v>
                </c:pt>
                <c:pt idx="448">
                  <c:v>5600</c:v>
                </c:pt>
                <c:pt idx="449">
                  <c:v>5625</c:v>
                </c:pt>
                <c:pt idx="450">
                  <c:v>5625</c:v>
                </c:pt>
                <c:pt idx="451">
                  <c:v>5650</c:v>
                </c:pt>
                <c:pt idx="452">
                  <c:v>5650</c:v>
                </c:pt>
                <c:pt idx="453">
                  <c:v>5675</c:v>
                </c:pt>
                <c:pt idx="454">
                  <c:v>5675</c:v>
                </c:pt>
                <c:pt idx="455">
                  <c:v>5700</c:v>
                </c:pt>
                <c:pt idx="456">
                  <c:v>5700</c:v>
                </c:pt>
                <c:pt idx="457">
                  <c:v>5725</c:v>
                </c:pt>
                <c:pt idx="458">
                  <c:v>5725</c:v>
                </c:pt>
                <c:pt idx="459">
                  <c:v>5750</c:v>
                </c:pt>
                <c:pt idx="460">
                  <c:v>5750</c:v>
                </c:pt>
                <c:pt idx="461">
                  <c:v>5775</c:v>
                </c:pt>
                <c:pt idx="462">
                  <c:v>5775</c:v>
                </c:pt>
                <c:pt idx="463">
                  <c:v>5800</c:v>
                </c:pt>
                <c:pt idx="464">
                  <c:v>5800</c:v>
                </c:pt>
                <c:pt idx="465">
                  <c:v>5825</c:v>
                </c:pt>
                <c:pt idx="466">
                  <c:v>5825</c:v>
                </c:pt>
                <c:pt idx="467">
                  <c:v>5850</c:v>
                </c:pt>
                <c:pt idx="468">
                  <c:v>5850</c:v>
                </c:pt>
                <c:pt idx="469">
                  <c:v>5875</c:v>
                </c:pt>
                <c:pt idx="470">
                  <c:v>5875</c:v>
                </c:pt>
                <c:pt idx="471">
                  <c:v>5900</c:v>
                </c:pt>
                <c:pt idx="472">
                  <c:v>5900</c:v>
                </c:pt>
                <c:pt idx="473">
                  <c:v>5925</c:v>
                </c:pt>
                <c:pt idx="474">
                  <c:v>5925</c:v>
                </c:pt>
                <c:pt idx="475">
                  <c:v>5950</c:v>
                </c:pt>
                <c:pt idx="476">
                  <c:v>5950</c:v>
                </c:pt>
                <c:pt idx="477">
                  <c:v>5975</c:v>
                </c:pt>
                <c:pt idx="478">
                  <c:v>5975</c:v>
                </c:pt>
                <c:pt idx="479">
                  <c:v>6000</c:v>
                </c:pt>
                <c:pt idx="480">
                  <c:v>6000</c:v>
                </c:pt>
                <c:pt idx="481">
                  <c:v>6025</c:v>
                </c:pt>
                <c:pt idx="482">
                  <c:v>6025</c:v>
                </c:pt>
                <c:pt idx="483">
                  <c:v>6050</c:v>
                </c:pt>
                <c:pt idx="484">
                  <c:v>6050</c:v>
                </c:pt>
                <c:pt idx="485">
                  <c:v>6075</c:v>
                </c:pt>
                <c:pt idx="486">
                  <c:v>6075</c:v>
                </c:pt>
                <c:pt idx="487">
                  <c:v>6100</c:v>
                </c:pt>
                <c:pt idx="488">
                  <c:v>6100</c:v>
                </c:pt>
                <c:pt idx="489">
                  <c:v>6125</c:v>
                </c:pt>
                <c:pt idx="490">
                  <c:v>6125</c:v>
                </c:pt>
                <c:pt idx="491">
                  <c:v>6150</c:v>
                </c:pt>
                <c:pt idx="492">
                  <c:v>6150</c:v>
                </c:pt>
                <c:pt idx="493">
                  <c:v>6175</c:v>
                </c:pt>
                <c:pt idx="494">
                  <c:v>6175</c:v>
                </c:pt>
                <c:pt idx="495">
                  <c:v>6200</c:v>
                </c:pt>
                <c:pt idx="496">
                  <c:v>6200</c:v>
                </c:pt>
                <c:pt idx="497">
                  <c:v>6225</c:v>
                </c:pt>
                <c:pt idx="498">
                  <c:v>6225</c:v>
                </c:pt>
                <c:pt idx="499">
                  <c:v>6250</c:v>
                </c:pt>
                <c:pt idx="500">
                  <c:v>6250</c:v>
                </c:pt>
                <c:pt idx="501">
                  <c:v>6275</c:v>
                </c:pt>
                <c:pt idx="502">
                  <c:v>6275</c:v>
                </c:pt>
                <c:pt idx="503">
                  <c:v>6300</c:v>
                </c:pt>
                <c:pt idx="504">
                  <c:v>6300</c:v>
                </c:pt>
                <c:pt idx="505">
                  <c:v>6325</c:v>
                </c:pt>
                <c:pt idx="506">
                  <c:v>6325</c:v>
                </c:pt>
                <c:pt idx="507">
                  <c:v>6350</c:v>
                </c:pt>
                <c:pt idx="508">
                  <c:v>6350</c:v>
                </c:pt>
                <c:pt idx="509">
                  <c:v>6375</c:v>
                </c:pt>
                <c:pt idx="510">
                  <c:v>6375</c:v>
                </c:pt>
                <c:pt idx="511">
                  <c:v>6400</c:v>
                </c:pt>
                <c:pt idx="512">
                  <c:v>6400</c:v>
                </c:pt>
                <c:pt idx="513">
                  <c:v>6425</c:v>
                </c:pt>
                <c:pt idx="514">
                  <c:v>6425</c:v>
                </c:pt>
                <c:pt idx="515">
                  <c:v>6450</c:v>
                </c:pt>
                <c:pt idx="516">
                  <c:v>6450</c:v>
                </c:pt>
                <c:pt idx="517">
                  <c:v>6475</c:v>
                </c:pt>
                <c:pt idx="518">
                  <c:v>6475</c:v>
                </c:pt>
                <c:pt idx="519">
                  <c:v>6500</c:v>
                </c:pt>
                <c:pt idx="520">
                  <c:v>6500</c:v>
                </c:pt>
                <c:pt idx="521">
                  <c:v>6525</c:v>
                </c:pt>
                <c:pt idx="522">
                  <c:v>6525</c:v>
                </c:pt>
                <c:pt idx="523">
                  <c:v>6550</c:v>
                </c:pt>
                <c:pt idx="524">
                  <c:v>6550</c:v>
                </c:pt>
                <c:pt idx="525">
                  <c:v>6575</c:v>
                </c:pt>
                <c:pt idx="526">
                  <c:v>6575</c:v>
                </c:pt>
                <c:pt idx="527">
                  <c:v>6600</c:v>
                </c:pt>
                <c:pt idx="528">
                  <c:v>6600</c:v>
                </c:pt>
                <c:pt idx="529">
                  <c:v>6625</c:v>
                </c:pt>
                <c:pt idx="530">
                  <c:v>6625</c:v>
                </c:pt>
                <c:pt idx="531">
                  <c:v>6650</c:v>
                </c:pt>
                <c:pt idx="532">
                  <c:v>6650</c:v>
                </c:pt>
                <c:pt idx="533">
                  <c:v>6675</c:v>
                </c:pt>
                <c:pt idx="534">
                  <c:v>6675</c:v>
                </c:pt>
                <c:pt idx="535">
                  <c:v>6700</c:v>
                </c:pt>
                <c:pt idx="536">
                  <c:v>6700</c:v>
                </c:pt>
                <c:pt idx="537">
                  <c:v>6725</c:v>
                </c:pt>
                <c:pt idx="538">
                  <c:v>6725</c:v>
                </c:pt>
                <c:pt idx="539">
                  <c:v>6750</c:v>
                </c:pt>
                <c:pt idx="540">
                  <c:v>6750</c:v>
                </c:pt>
                <c:pt idx="541">
                  <c:v>6775</c:v>
                </c:pt>
                <c:pt idx="542">
                  <c:v>6775</c:v>
                </c:pt>
                <c:pt idx="543">
                  <c:v>6800</c:v>
                </c:pt>
                <c:pt idx="544">
                  <c:v>6800</c:v>
                </c:pt>
                <c:pt idx="545">
                  <c:v>6825</c:v>
                </c:pt>
                <c:pt idx="546">
                  <c:v>6825</c:v>
                </c:pt>
                <c:pt idx="547">
                  <c:v>6850</c:v>
                </c:pt>
                <c:pt idx="548">
                  <c:v>6850</c:v>
                </c:pt>
                <c:pt idx="549">
                  <c:v>6875</c:v>
                </c:pt>
                <c:pt idx="550">
                  <c:v>6875</c:v>
                </c:pt>
                <c:pt idx="551">
                  <c:v>6900</c:v>
                </c:pt>
                <c:pt idx="552">
                  <c:v>6900</c:v>
                </c:pt>
                <c:pt idx="553">
                  <c:v>6925</c:v>
                </c:pt>
                <c:pt idx="554">
                  <c:v>6925</c:v>
                </c:pt>
                <c:pt idx="555">
                  <c:v>6950</c:v>
                </c:pt>
                <c:pt idx="556">
                  <c:v>6950</c:v>
                </c:pt>
                <c:pt idx="557">
                  <c:v>6975</c:v>
                </c:pt>
                <c:pt idx="558">
                  <c:v>6975</c:v>
                </c:pt>
                <c:pt idx="559">
                  <c:v>7000</c:v>
                </c:pt>
                <c:pt idx="560">
                  <c:v>7000</c:v>
                </c:pt>
                <c:pt idx="561">
                  <c:v>7025</c:v>
                </c:pt>
                <c:pt idx="562">
                  <c:v>7025</c:v>
                </c:pt>
                <c:pt idx="563">
                  <c:v>7050</c:v>
                </c:pt>
                <c:pt idx="564">
                  <c:v>7050</c:v>
                </c:pt>
                <c:pt idx="565">
                  <c:v>7075</c:v>
                </c:pt>
                <c:pt idx="566">
                  <c:v>7075</c:v>
                </c:pt>
                <c:pt idx="567">
                  <c:v>7100</c:v>
                </c:pt>
                <c:pt idx="568">
                  <c:v>7100</c:v>
                </c:pt>
                <c:pt idx="569">
                  <c:v>7125</c:v>
                </c:pt>
                <c:pt idx="570">
                  <c:v>7125</c:v>
                </c:pt>
                <c:pt idx="571">
                  <c:v>7150</c:v>
                </c:pt>
                <c:pt idx="572">
                  <c:v>7150</c:v>
                </c:pt>
                <c:pt idx="573">
                  <c:v>7175</c:v>
                </c:pt>
                <c:pt idx="574">
                  <c:v>7175</c:v>
                </c:pt>
                <c:pt idx="575">
                  <c:v>7200</c:v>
                </c:pt>
                <c:pt idx="576">
                  <c:v>7200</c:v>
                </c:pt>
                <c:pt idx="577">
                  <c:v>7225</c:v>
                </c:pt>
                <c:pt idx="578">
                  <c:v>7225</c:v>
                </c:pt>
                <c:pt idx="579">
                  <c:v>7250</c:v>
                </c:pt>
                <c:pt idx="580">
                  <c:v>7250</c:v>
                </c:pt>
                <c:pt idx="581">
                  <c:v>7275</c:v>
                </c:pt>
                <c:pt idx="582">
                  <c:v>7275</c:v>
                </c:pt>
                <c:pt idx="583">
                  <c:v>7300</c:v>
                </c:pt>
                <c:pt idx="584">
                  <c:v>7300</c:v>
                </c:pt>
                <c:pt idx="585">
                  <c:v>7325</c:v>
                </c:pt>
                <c:pt idx="586">
                  <c:v>7325</c:v>
                </c:pt>
                <c:pt idx="587">
                  <c:v>7350</c:v>
                </c:pt>
                <c:pt idx="588">
                  <c:v>7350</c:v>
                </c:pt>
                <c:pt idx="589">
                  <c:v>7375</c:v>
                </c:pt>
                <c:pt idx="590">
                  <c:v>7375</c:v>
                </c:pt>
                <c:pt idx="591">
                  <c:v>7400</c:v>
                </c:pt>
                <c:pt idx="592">
                  <c:v>7400</c:v>
                </c:pt>
                <c:pt idx="593">
                  <c:v>7425</c:v>
                </c:pt>
                <c:pt idx="594">
                  <c:v>7425</c:v>
                </c:pt>
                <c:pt idx="595">
                  <c:v>7450</c:v>
                </c:pt>
                <c:pt idx="596">
                  <c:v>7450</c:v>
                </c:pt>
                <c:pt idx="597">
                  <c:v>7475</c:v>
                </c:pt>
                <c:pt idx="598">
                  <c:v>7475</c:v>
                </c:pt>
                <c:pt idx="599">
                  <c:v>7500</c:v>
                </c:pt>
                <c:pt idx="600">
                  <c:v>7500</c:v>
                </c:pt>
                <c:pt idx="601">
                  <c:v>7525</c:v>
                </c:pt>
                <c:pt idx="602">
                  <c:v>7525</c:v>
                </c:pt>
                <c:pt idx="603">
                  <c:v>7550</c:v>
                </c:pt>
                <c:pt idx="604">
                  <c:v>7550</c:v>
                </c:pt>
                <c:pt idx="605">
                  <c:v>7575</c:v>
                </c:pt>
                <c:pt idx="606">
                  <c:v>7575</c:v>
                </c:pt>
                <c:pt idx="607">
                  <c:v>7600</c:v>
                </c:pt>
                <c:pt idx="608">
                  <c:v>7600</c:v>
                </c:pt>
                <c:pt idx="609">
                  <c:v>7625</c:v>
                </c:pt>
                <c:pt idx="610">
                  <c:v>7625</c:v>
                </c:pt>
                <c:pt idx="611">
                  <c:v>7650</c:v>
                </c:pt>
                <c:pt idx="612">
                  <c:v>7650</c:v>
                </c:pt>
                <c:pt idx="613">
                  <c:v>7675</c:v>
                </c:pt>
                <c:pt idx="614">
                  <c:v>7675</c:v>
                </c:pt>
                <c:pt idx="615">
                  <c:v>7700</c:v>
                </c:pt>
                <c:pt idx="616">
                  <c:v>7700</c:v>
                </c:pt>
                <c:pt idx="617">
                  <c:v>7725</c:v>
                </c:pt>
                <c:pt idx="618">
                  <c:v>7725</c:v>
                </c:pt>
                <c:pt idx="619">
                  <c:v>7750</c:v>
                </c:pt>
                <c:pt idx="620">
                  <c:v>7750</c:v>
                </c:pt>
                <c:pt idx="621">
                  <c:v>7775</c:v>
                </c:pt>
                <c:pt idx="622">
                  <c:v>7775</c:v>
                </c:pt>
                <c:pt idx="623">
                  <c:v>7800</c:v>
                </c:pt>
                <c:pt idx="624">
                  <c:v>7800</c:v>
                </c:pt>
                <c:pt idx="625">
                  <c:v>7825</c:v>
                </c:pt>
                <c:pt idx="626">
                  <c:v>7825</c:v>
                </c:pt>
                <c:pt idx="627">
                  <c:v>7850</c:v>
                </c:pt>
                <c:pt idx="628">
                  <c:v>7850</c:v>
                </c:pt>
                <c:pt idx="629">
                  <c:v>7875</c:v>
                </c:pt>
                <c:pt idx="630">
                  <c:v>7875</c:v>
                </c:pt>
                <c:pt idx="631">
                  <c:v>7900</c:v>
                </c:pt>
                <c:pt idx="632">
                  <c:v>7900</c:v>
                </c:pt>
                <c:pt idx="633">
                  <c:v>7925</c:v>
                </c:pt>
                <c:pt idx="634">
                  <c:v>7925</c:v>
                </c:pt>
                <c:pt idx="635">
                  <c:v>7950</c:v>
                </c:pt>
                <c:pt idx="636">
                  <c:v>7950</c:v>
                </c:pt>
                <c:pt idx="637">
                  <c:v>7975</c:v>
                </c:pt>
                <c:pt idx="638">
                  <c:v>7975</c:v>
                </c:pt>
                <c:pt idx="639">
                  <c:v>8000</c:v>
                </c:pt>
                <c:pt idx="640">
                  <c:v>8000</c:v>
                </c:pt>
                <c:pt idx="641">
                  <c:v>8025</c:v>
                </c:pt>
                <c:pt idx="642">
                  <c:v>8025</c:v>
                </c:pt>
                <c:pt idx="643">
                  <c:v>8050</c:v>
                </c:pt>
                <c:pt idx="644">
                  <c:v>8050</c:v>
                </c:pt>
                <c:pt idx="645">
                  <c:v>8075</c:v>
                </c:pt>
                <c:pt idx="646">
                  <c:v>8075</c:v>
                </c:pt>
                <c:pt idx="647">
                  <c:v>8100</c:v>
                </c:pt>
                <c:pt idx="648">
                  <c:v>8100</c:v>
                </c:pt>
                <c:pt idx="649">
                  <c:v>8125</c:v>
                </c:pt>
                <c:pt idx="650">
                  <c:v>8125</c:v>
                </c:pt>
                <c:pt idx="651">
                  <c:v>8150</c:v>
                </c:pt>
                <c:pt idx="652">
                  <c:v>8150</c:v>
                </c:pt>
                <c:pt idx="653">
                  <c:v>8175</c:v>
                </c:pt>
                <c:pt idx="654">
                  <c:v>8175</c:v>
                </c:pt>
                <c:pt idx="655">
                  <c:v>8200</c:v>
                </c:pt>
                <c:pt idx="656">
                  <c:v>8200</c:v>
                </c:pt>
                <c:pt idx="657">
                  <c:v>8225</c:v>
                </c:pt>
                <c:pt idx="658">
                  <c:v>8225</c:v>
                </c:pt>
                <c:pt idx="659">
                  <c:v>8250</c:v>
                </c:pt>
                <c:pt idx="660">
                  <c:v>8250</c:v>
                </c:pt>
                <c:pt idx="661">
                  <c:v>8275</c:v>
                </c:pt>
                <c:pt idx="662">
                  <c:v>8275</c:v>
                </c:pt>
                <c:pt idx="663">
                  <c:v>8300</c:v>
                </c:pt>
                <c:pt idx="664">
                  <c:v>8300</c:v>
                </c:pt>
                <c:pt idx="665">
                  <c:v>8325</c:v>
                </c:pt>
                <c:pt idx="666">
                  <c:v>8325</c:v>
                </c:pt>
                <c:pt idx="667">
                  <c:v>8350</c:v>
                </c:pt>
                <c:pt idx="668">
                  <c:v>8350</c:v>
                </c:pt>
                <c:pt idx="669">
                  <c:v>8375</c:v>
                </c:pt>
                <c:pt idx="670">
                  <c:v>8375</c:v>
                </c:pt>
                <c:pt idx="671">
                  <c:v>8400</c:v>
                </c:pt>
                <c:pt idx="672">
                  <c:v>8400</c:v>
                </c:pt>
                <c:pt idx="673">
                  <c:v>8425</c:v>
                </c:pt>
                <c:pt idx="674">
                  <c:v>8425</c:v>
                </c:pt>
                <c:pt idx="675">
                  <c:v>8450</c:v>
                </c:pt>
                <c:pt idx="676">
                  <c:v>8450</c:v>
                </c:pt>
                <c:pt idx="677">
                  <c:v>8475</c:v>
                </c:pt>
                <c:pt idx="678">
                  <c:v>8475</c:v>
                </c:pt>
                <c:pt idx="679">
                  <c:v>8500</c:v>
                </c:pt>
                <c:pt idx="680">
                  <c:v>8500</c:v>
                </c:pt>
                <c:pt idx="681">
                  <c:v>8525</c:v>
                </c:pt>
                <c:pt idx="682">
                  <c:v>8525</c:v>
                </c:pt>
                <c:pt idx="683">
                  <c:v>8550</c:v>
                </c:pt>
                <c:pt idx="684">
                  <c:v>8550</c:v>
                </c:pt>
                <c:pt idx="685">
                  <c:v>8575</c:v>
                </c:pt>
                <c:pt idx="686">
                  <c:v>8575</c:v>
                </c:pt>
                <c:pt idx="687">
                  <c:v>8600</c:v>
                </c:pt>
                <c:pt idx="688">
                  <c:v>8600</c:v>
                </c:pt>
                <c:pt idx="689">
                  <c:v>8625</c:v>
                </c:pt>
                <c:pt idx="690">
                  <c:v>8625</c:v>
                </c:pt>
                <c:pt idx="691">
                  <c:v>8650</c:v>
                </c:pt>
                <c:pt idx="692">
                  <c:v>8650</c:v>
                </c:pt>
                <c:pt idx="693">
                  <c:v>8675</c:v>
                </c:pt>
                <c:pt idx="694">
                  <c:v>8675</c:v>
                </c:pt>
                <c:pt idx="695">
                  <c:v>8700</c:v>
                </c:pt>
                <c:pt idx="696">
                  <c:v>8700</c:v>
                </c:pt>
                <c:pt idx="697">
                  <c:v>8725</c:v>
                </c:pt>
                <c:pt idx="698">
                  <c:v>8725</c:v>
                </c:pt>
                <c:pt idx="699">
                  <c:v>8750</c:v>
                </c:pt>
                <c:pt idx="700">
                  <c:v>8750</c:v>
                </c:pt>
                <c:pt idx="701">
                  <c:v>8775</c:v>
                </c:pt>
                <c:pt idx="702">
                  <c:v>8775</c:v>
                </c:pt>
                <c:pt idx="703">
                  <c:v>8800</c:v>
                </c:pt>
                <c:pt idx="704">
                  <c:v>8800</c:v>
                </c:pt>
                <c:pt idx="705">
                  <c:v>8825</c:v>
                </c:pt>
                <c:pt idx="706">
                  <c:v>8825</c:v>
                </c:pt>
                <c:pt idx="707">
                  <c:v>8850</c:v>
                </c:pt>
                <c:pt idx="708">
                  <c:v>8850</c:v>
                </c:pt>
                <c:pt idx="709">
                  <c:v>8875</c:v>
                </c:pt>
                <c:pt idx="710">
                  <c:v>8875</c:v>
                </c:pt>
                <c:pt idx="711">
                  <c:v>8900</c:v>
                </c:pt>
                <c:pt idx="712">
                  <c:v>8900</c:v>
                </c:pt>
                <c:pt idx="713">
                  <c:v>8925</c:v>
                </c:pt>
                <c:pt idx="714">
                  <c:v>8925</c:v>
                </c:pt>
                <c:pt idx="715">
                  <c:v>8950</c:v>
                </c:pt>
                <c:pt idx="716">
                  <c:v>8950</c:v>
                </c:pt>
                <c:pt idx="717">
                  <c:v>8975</c:v>
                </c:pt>
                <c:pt idx="718">
                  <c:v>8975</c:v>
                </c:pt>
                <c:pt idx="719">
                  <c:v>9000</c:v>
                </c:pt>
                <c:pt idx="720">
                  <c:v>9000</c:v>
                </c:pt>
                <c:pt idx="721">
                  <c:v>9025</c:v>
                </c:pt>
                <c:pt idx="722">
                  <c:v>9025</c:v>
                </c:pt>
                <c:pt idx="723">
                  <c:v>9050</c:v>
                </c:pt>
                <c:pt idx="724">
                  <c:v>9050</c:v>
                </c:pt>
                <c:pt idx="725">
                  <c:v>9075</c:v>
                </c:pt>
                <c:pt idx="726">
                  <c:v>9075</c:v>
                </c:pt>
                <c:pt idx="727">
                  <c:v>9100</c:v>
                </c:pt>
                <c:pt idx="728">
                  <c:v>9100</c:v>
                </c:pt>
                <c:pt idx="729">
                  <c:v>9125</c:v>
                </c:pt>
                <c:pt idx="730">
                  <c:v>9125</c:v>
                </c:pt>
                <c:pt idx="731">
                  <c:v>9150</c:v>
                </c:pt>
                <c:pt idx="732">
                  <c:v>9150</c:v>
                </c:pt>
                <c:pt idx="733">
                  <c:v>9175</c:v>
                </c:pt>
                <c:pt idx="734">
                  <c:v>9175</c:v>
                </c:pt>
                <c:pt idx="735">
                  <c:v>9200</c:v>
                </c:pt>
                <c:pt idx="736">
                  <c:v>9200</c:v>
                </c:pt>
                <c:pt idx="737">
                  <c:v>9225</c:v>
                </c:pt>
                <c:pt idx="738">
                  <c:v>9225</c:v>
                </c:pt>
                <c:pt idx="739">
                  <c:v>9250</c:v>
                </c:pt>
                <c:pt idx="740">
                  <c:v>9250</c:v>
                </c:pt>
                <c:pt idx="741">
                  <c:v>9275</c:v>
                </c:pt>
                <c:pt idx="742">
                  <c:v>9275</c:v>
                </c:pt>
                <c:pt idx="743">
                  <c:v>9300</c:v>
                </c:pt>
                <c:pt idx="744">
                  <c:v>9300</c:v>
                </c:pt>
                <c:pt idx="745">
                  <c:v>9325</c:v>
                </c:pt>
                <c:pt idx="746">
                  <c:v>9325</c:v>
                </c:pt>
                <c:pt idx="747">
                  <c:v>9350</c:v>
                </c:pt>
                <c:pt idx="748">
                  <c:v>9350</c:v>
                </c:pt>
                <c:pt idx="749">
                  <c:v>9375</c:v>
                </c:pt>
                <c:pt idx="750">
                  <c:v>9375</c:v>
                </c:pt>
                <c:pt idx="751">
                  <c:v>9400</c:v>
                </c:pt>
                <c:pt idx="752">
                  <c:v>9400</c:v>
                </c:pt>
                <c:pt idx="753">
                  <c:v>9425</c:v>
                </c:pt>
                <c:pt idx="754">
                  <c:v>9425</c:v>
                </c:pt>
                <c:pt idx="755">
                  <c:v>9450</c:v>
                </c:pt>
                <c:pt idx="756">
                  <c:v>9450</c:v>
                </c:pt>
                <c:pt idx="757">
                  <c:v>9475</c:v>
                </c:pt>
                <c:pt idx="758">
                  <c:v>9475</c:v>
                </c:pt>
                <c:pt idx="759">
                  <c:v>9500</c:v>
                </c:pt>
                <c:pt idx="760">
                  <c:v>9500</c:v>
                </c:pt>
                <c:pt idx="761">
                  <c:v>9525</c:v>
                </c:pt>
                <c:pt idx="762">
                  <c:v>9525</c:v>
                </c:pt>
                <c:pt idx="763">
                  <c:v>9550</c:v>
                </c:pt>
                <c:pt idx="764">
                  <c:v>9550</c:v>
                </c:pt>
                <c:pt idx="765">
                  <c:v>9575</c:v>
                </c:pt>
                <c:pt idx="766">
                  <c:v>9575</c:v>
                </c:pt>
                <c:pt idx="767">
                  <c:v>9600</c:v>
                </c:pt>
                <c:pt idx="768">
                  <c:v>9600</c:v>
                </c:pt>
                <c:pt idx="769">
                  <c:v>9625</c:v>
                </c:pt>
                <c:pt idx="770">
                  <c:v>9625</c:v>
                </c:pt>
                <c:pt idx="771">
                  <c:v>9650</c:v>
                </c:pt>
                <c:pt idx="772">
                  <c:v>9650</c:v>
                </c:pt>
                <c:pt idx="773">
                  <c:v>9675</c:v>
                </c:pt>
                <c:pt idx="774">
                  <c:v>9675</c:v>
                </c:pt>
                <c:pt idx="775">
                  <c:v>9700</c:v>
                </c:pt>
                <c:pt idx="776">
                  <c:v>9700</c:v>
                </c:pt>
                <c:pt idx="777">
                  <c:v>9725</c:v>
                </c:pt>
                <c:pt idx="778">
                  <c:v>9725</c:v>
                </c:pt>
                <c:pt idx="779">
                  <c:v>9750</c:v>
                </c:pt>
                <c:pt idx="780">
                  <c:v>9750</c:v>
                </c:pt>
                <c:pt idx="781">
                  <c:v>9775</c:v>
                </c:pt>
                <c:pt idx="782">
                  <c:v>9775</c:v>
                </c:pt>
                <c:pt idx="783">
                  <c:v>9800</c:v>
                </c:pt>
                <c:pt idx="784">
                  <c:v>9800</c:v>
                </c:pt>
                <c:pt idx="785">
                  <c:v>9825</c:v>
                </c:pt>
                <c:pt idx="786">
                  <c:v>9825</c:v>
                </c:pt>
                <c:pt idx="787">
                  <c:v>9850</c:v>
                </c:pt>
                <c:pt idx="788">
                  <c:v>9850</c:v>
                </c:pt>
                <c:pt idx="789">
                  <c:v>9875</c:v>
                </c:pt>
                <c:pt idx="790">
                  <c:v>9875</c:v>
                </c:pt>
                <c:pt idx="791">
                  <c:v>9900</c:v>
                </c:pt>
                <c:pt idx="792">
                  <c:v>9900</c:v>
                </c:pt>
                <c:pt idx="793">
                  <c:v>9925</c:v>
                </c:pt>
                <c:pt idx="794">
                  <c:v>9925</c:v>
                </c:pt>
                <c:pt idx="795">
                  <c:v>9950</c:v>
                </c:pt>
                <c:pt idx="796">
                  <c:v>9950</c:v>
                </c:pt>
                <c:pt idx="797">
                  <c:v>9975</c:v>
                </c:pt>
                <c:pt idx="798">
                  <c:v>9975</c:v>
                </c:pt>
                <c:pt idx="799">
                  <c:v>10000</c:v>
                </c:pt>
                <c:pt idx="800">
                  <c:v>10000</c:v>
                </c:pt>
                <c:pt idx="801">
                  <c:v>10025</c:v>
                </c:pt>
                <c:pt idx="802">
                  <c:v>10025</c:v>
                </c:pt>
                <c:pt idx="803">
                  <c:v>10050</c:v>
                </c:pt>
                <c:pt idx="804">
                  <c:v>10050</c:v>
                </c:pt>
                <c:pt idx="805">
                  <c:v>10075</c:v>
                </c:pt>
                <c:pt idx="806">
                  <c:v>10075</c:v>
                </c:pt>
                <c:pt idx="807">
                  <c:v>10100</c:v>
                </c:pt>
                <c:pt idx="808">
                  <c:v>10100</c:v>
                </c:pt>
                <c:pt idx="809">
                  <c:v>10125</c:v>
                </c:pt>
                <c:pt idx="810">
                  <c:v>10125</c:v>
                </c:pt>
                <c:pt idx="811">
                  <c:v>10150</c:v>
                </c:pt>
                <c:pt idx="812">
                  <c:v>10150</c:v>
                </c:pt>
                <c:pt idx="813">
                  <c:v>10175</c:v>
                </c:pt>
                <c:pt idx="814">
                  <c:v>10175</c:v>
                </c:pt>
                <c:pt idx="815">
                  <c:v>10200</c:v>
                </c:pt>
                <c:pt idx="816">
                  <c:v>10200</c:v>
                </c:pt>
                <c:pt idx="817">
                  <c:v>10225</c:v>
                </c:pt>
                <c:pt idx="818">
                  <c:v>10225</c:v>
                </c:pt>
                <c:pt idx="819">
                  <c:v>10250</c:v>
                </c:pt>
                <c:pt idx="820">
                  <c:v>10250</c:v>
                </c:pt>
                <c:pt idx="821">
                  <c:v>10275</c:v>
                </c:pt>
                <c:pt idx="822">
                  <c:v>10275</c:v>
                </c:pt>
                <c:pt idx="823">
                  <c:v>10300</c:v>
                </c:pt>
                <c:pt idx="824">
                  <c:v>10300</c:v>
                </c:pt>
                <c:pt idx="825">
                  <c:v>10325</c:v>
                </c:pt>
                <c:pt idx="826">
                  <c:v>10325</c:v>
                </c:pt>
                <c:pt idx="827">
                  <c:v>10350</c:v>
                </c:pt>
                <c:pt idx="828">
                  <c:v>10350</c:v>
                </c:pt>
                <c:pt idx="829">
                  <c:v>10375</c:v>
                </c:pt>
                <c:pt idx="830">
                  <c:v>10375</c:v>
                </c:pt>
                <c:pt idx="831">
                  <c:v>10400</c:v>
                </c:pt>
                <c:pt idx="832">
                  <c:v>10400</c:v>
                </c:pt>
                <c:pt idx="833">
                  <c:v>10425</c:v>
                </c:pt>
                <c:pt idx="834">
                  <c:v>10425</c:v>
                </c:pt>
                <c:pt idx="835">
                  <c:v>10450</c:v>
                </c:pt>
                <c:pt idx="836">
                  <c:v>10450</c:v>
                </c:pt>
                <c:pt idx="837">
                  <c:v>10475</c:v>
                </c:pt>
                <c:pt idx="838">
                  <c:v>10475</c:v>
                </c:pt>
                <c:pt idx="839">
                  <c:v>10500</c:v>
                </c:pt>
                <c:pt idx="840">
                  <c:v>10500</c:v>
                </c:pt>
                <c:pt idx="841">
                  <c:v>10525</c:v>
                </c:pt>
                <c:pt idx="842">
                  <c:v>10525</c:v>
                </c:pt>
                <c:pt idx="843">
                  <c:v>10550</c:v>
                </c:pt>
                <c:pt idx="844">
                  <c:v>10550</c:v>
                </c:pt>
                <c:pt idx="845">
                  <c:v>10575</c:v>
                </c:pt>
                <c:pt idx="846">
                  <c:v>10575</c:v>
                </c:pt>
                <c:pt idx="847">
                  <c:v>10600</c:v>
                </c:pt>
                <c:pt idx="848">
                  <c:v>10600</c:v>
                </c:pt>
                <c:pt idx="849">
                  <c:v>10625</c:v>
                </c:pt>
                <c:pt idx="850">
                  <c:v>10625</c:v>
                </c:pt>
                <c:pt idx="851">
                  <c:v>10650</c:v>
                </c:pt>
                <c:pt idx="852">
                  <c:v>10650</c:v>
                </c:pt>
                <c:pt idx="853">
                  <c:v>10675</c:v>
                </c:pt>
                <c:pt idx="854">
                  <c:v>10675</c:v>
                </c:pt>
                <c:pt idx="855">
                  <c:v>10700</c:v>
                </c:pt>
                <c:pt idx="856">
                  <c:v>10700</c:v>
                </c:pt>
                <c:pt idx="857">
                  <c:v>10725</c:v>
                </c:pt>
                <c:pt idx="858">
                  <c:v>10725</c:v>
                </c:pt>
                <c:pt idx="859">
                  <c:v>10750</c:v>
                </c:pt>
                <c:pt idx="860">
                  <c:v>10750</c:v>
                </c:pt>
                <c:pt idx="861">
                  <c:v>10775</c:v>
                </c:pt>
                <c:pt idx="862">
                  <c:v>10775</c:v>
                </c:pt>
                <c:pt idx="863">
                  <c:v>10800</c:v>
                </c:pt>
                <c:pt idx="864">
                  <c:v>10800</c:v>
                </c:pt>
                <c:pt idx="865">
                  <c:v>10825</c:v>
                </c:pt>
                <c:pt idx="866">
                  <c:v>10825</c:v>
                </c:pt>
                <c:pt idx="867">
                  <c:v>10850</c:v>
                </c:pt>
                <c:pt idx="868">
                  <c:v>10850</c:v>
                </c:pt>
                <c:pt idx="869">
                  <c:v>10875</c:v>
                </c:pt>
                <c:pt idx="870">
                  <c:v>10875</c:v>
                </c:pt>
                <c:pt idx="871">
                  <c:v>10900</c:v>
                </c:pt>
                <c:pt idx="872">
                  <c:v>10900</c:v>
                </c:pt>
                <c:pt idx="873">
                  <c:v>10925</c:v>
                </c:pt>
                <c:pt idx="874">
                  <c:v>10925</c:v>
                </c:pt>
                <c:pt idx="875">
                  <c:v>10950</c:v>
                </c:pt>
                <c:pt idx="876">
                  <c:v>10950</c:v>
                </c:pt>
                <c:pt idx="877">
                  <c:v>10975</c:v>
                </c:pt>
                <c:pt idx="878">
                  <c:v>10975</c:v>
                </c:pt>
                <c:pt idx="879">
                  <c:v>11000</c:v>
                </c:pt>
                <c:pt idx="880">
                  <c:v>11000</c:v>
                </c:pt>
                <c:pt idx="881">
                  <c:v>11025</c:v>
                </c:pt>
                <c:pt idx="882">
                  <c:v>11025</c:v>
                </c:pt>
                <c:pt idx="883">
                  <c:v>11050</c:v>
                </c:pt>
                <c:pt idx="884">
                  <c:v>11050</c:v>
                </c:pt>
                <c:pt idx="885">
                  <c:v>11075</c:v>
                </c:pt>
                <c:pt idx="886">
                  <c:v>11075</c:v>
                </c:pt>
                <c:pt idx="887">
                  <c:v>11100</c:v>
                </c:pt>
                <c:pt idx="888">
                  <c:v>11100</c:v>
                </c:pt>
                <c:pt idx="889">
                  <c:v>11125</c:v>
                </c:pt>
                <c:pt idx="890">
                  <c:v>11125</c:v>
                </c:pt>
                <c:pt idx="891">
                  <c:v>11150</c:v>
                </c:pt>
                <c:pt idx="892">
                  <c:v>11150</c:v>
                </c:pt>
                <c:pt idx="893">
                  <c:v>11175</c:v>
                </c:pt>
                <c:pt idx="894">
                  <c:v>11175</c:v>
                </c:pt>
                <c:pt idx="895">
                  <c:v>11200</c:v>
                </c:pt>
                <c:pt idx="896">
                  <c:v>11200</c:v>
                </c:pt>
                <c:pt idx="897">
                  <c:v>11225</c:v>
                </c:pt>
                <c:pt idx="898">
                  <c:v>11225</c:v>
                </c:pt>
                <c:pt idx="899">
                  <c:v>11250</c:v>
                </c:pt>
                <c:pt idx="900">
                  <c:v>11250</c:v>
                </c:pt>
                <c:pt idx="901">
                  <c:v>11275</c:v>
                </c:pt>
                <c:pt idx="902">
                  <c:v>11275</c:v>
                </c:pt>
                <c:pt idx="903">
                  <c:v>11300</c:v>
                </c:pt>
                <c:pt idx="904">
                  <c:v>11300</c:v>
                </c:pt>
                <c:pt idx="905">
                  <c:v>11325</c:v>
                </c:pt>
                <c:pt idx="906">
                  <c:v>11325</c:v>
                </c:pt>
                <c:pt idx="907">
                  <c:v>11350</c:v>
                </c:pt>
                <c:pt idx="908">
                  <c:v>11350</c:v>
                </c:pt>
                <c:pt idx="909">
                  <c:v>11375</c:v>
                </c:pt>
                <c:pt idx="910">
                  <c:v>11375</c:v>
                </c:pt>
                <c:pt idx="911">
                  <c:v>11400</c:v>
                </c:pt>
                <c:pt idx="912">
                  <c:v>11400</c:v>
                </c:pt>
                <c:pt idx="913">
                  <c:v>11425</c:v>
                </c:pt>
                <c:pt idx="914">
                  <c:v>11425</c:v>
                </c:pt>
                <c:pt idx="915">
                  <c:v>11450</c:v>
                </c:pt>
                <c:pt idx="916">
                  <c:v>11450</c:v>
                </c:pt>
                <c:pt idx="917">
                  <c:v>11475</c:v>
                </c:pt>
                <c:pt idx="918">
                  <c:v>11475</c:v>
                </c:pt>
                <c:pt idx="919">
                  <c:v>11500</c:v>
                </c:pt>
                <c:pt idx="920">
                  <c:v>11500</c:v>
                </c:pt>
                <c:pt idx="921">
                  <c:v>11525</c:v>
                </c:pt>
                <c:pt idx="922">
                  <c:v>11525</c:v>
                </c:pt>
                <c:pt idx="923">
                  <c:v>11550</c:v>
                </c:pt>
                <c:pt idx="924">
                  <c:v>11550</c:v>
                </c:pt>
                <c:pt idx="925">
                  <c:v>11575</c:v>
                </c:pt>
                <c:pt idx="926">
                  <c:v>11575</c:v>
                </c:pt>
                <c:pt idx="927">
                  <c:v>11600</c:v>
                </c:pt>
                <c:pt idx="928">
                  <c:v>11600</c:v>
                </c:pt>
                <c:pt idx="929">
                  <c:v>11625</c:v>
                </c:pt>
                <c:pt idx="930">
                  <c:v>11625</c:v>
                </c:pt>
                <c:pt idx="931">
                  <c:v>11650</c:v>
                </c:pt>
                <c:pt idx="932">
                  <c:v>11650</c:v>
                </c:pt>
                <c:pt idx="933">
                  <c:v>11675</c:v>
                </c:pt>
                <c:pt idx="934">
                  <c:v>11675</c:v>
                </c:pt>
                <c:pt idx="935">
                  <c:v>11700</c:v>
                </c:pt>
                <c:pt idx="936">
                  <c:v>11700</c:v>
                </c:pt>
                <c:pt idx="937">
                  <c:v>11725</c:v>
                </c:pt>
                <c:pt idx="938">
                  <c:v>11725</c:v>
                </c:pt>
                <c:pt idx="939">
                  <c:v>11750</c:v>
                </c:pt>
                <c:pt idx="940">
                  <c:v>11750</c:v>
                </c:pt>
                <c:pt idx="941">
                  <c:v>11775</c:v>
                </c:pt>
                <c:pt idx="942">
                  <c:v>11775</c:v>
                </c:pt>
                <c:pt idx="943">
                  <c:v>11800</c:v>
                </c:pt>
                <c:pt idx="944">
                  <c:v>11800</c:v>
                </c:pt>
                <c:pt idx="945">
                  <c:v>11825</c:v>
                </c:pt>
                <c:pt idx="946">
                  <c:v>11825</c:v>
                </c:pt>
                <c:pt idx="947">
                  <c:v>11850</c:v>
                </c:pt>
                <c:pt idx="948">
                  <c:v>11850</c:v>
                </c:pt>
                <c:pt idx="949">
                  <c:v>11875</c:v>
                </c:pt>
                <c:pt idx="950">
                  <c:v>11875</c:v>
                </c:pt>
                <c:pt idx="951">
                  <c:v>11900</c:v>
                </c:pt>
                <c:pt idx="952">
                  <c:v>11900</c:v>
                </c:pt>
                <c:pt idx="953">
                  <c:v>11925</c:v>
                </c:pt>
                <c:pt idx="954">
                  <c:v>11925</c:v>
                </c:pt>
                <c:pt idx="955">
                  <c:v>11950</c:v>
                </c:pt>
                <c:pt idx="956">
                  <c:v>11950</c:v>
                </c:pt>
                <c:pt idx="957">
                  <c:v>11975</c:v>
                </c:pt>
                <c:pt idx="958">
                  <c:v>11975</c:v>
                </c:pt>
                <c:pt idx="959">
                  <c:v>12000</c:v>
                </c:pt>
                <c:pt idx="960">
                  <c:v>12000</c:v>
                </c:pt>
                <c:pt idx="961">
                  <c:v>12025</c:v>
                </c:pt>
                <c:pt idx="962">
                  <c:v>12025</c:v>
                </c:pt>
                <c:pt idx="963">
                  <c:v>12050</c:v>
                </c:pt>
                <c:pt idx="964">
                  <c:v>12050</c:v>
                </c:pt>
                <c:pt idx="965">
                  <c:v>12075</c:v>
                </c:pt>
                <c:pt idx="966">
                  <c:v>12075</c:v>
                </c:pt>
                <c:pt idx="967">
                  <c:v>12100</c:v>
                </c:pt>
                <c:pt idx="968">
                  <c:v>12100</c:v>
                </c:pt>
                <c:pt idx="969">
                  <c:v>12125</c:v>
                </c:pt>
                <c:pt idx="970">
                  <c:v>12125</c:v>
                </c:pt>
                <c:pt idx="971">
                  <c:v>12150</c:v>
                </c:pt>
                <c:pt idx="972">
                  <c:v>12150</c:v>
                </c:pt>
                <c:pt idx="973">
                  <c:v>12175</c:v>
                </c:pt>
                <c:pt idx="974">
                  <c:v>12175</c:v>
                </c:pt>
                <c:pt idx="975">
                  <c:v>12200</c:v>
                </c:pt>
                <c:pt idx="976">
                  <c:v>12200</c:v>
                </c:pt>
                <c:pt idx="977">
                  <c:v>12225</c:v>
                </c:pt>
                <c:pt idx="978">
                  <c:v>12225</c:v>
                </c:pt>
                <c:pt idx="979">
                  <c:v>12250</c:v>
                </c:pt>
                <c:pt idx="980">
                  <c:v>12250</c:v>
                </c:pt>
                <c:pt idx="981">
                  <c:v>12275</c:v>
                </c:pt>
                <c:pt idx="982">
                  <c:v>12275</c:v>
                </c:pt>
                <c:pt idx="983">
                  <c:v>12300</c:v>
                </c:pt>
                <c:pt idx="984">
                  <c:v>12300</c:v>
                </c:pt>
                <c:pt idx="985">
                  <c:v>12325</c:v>
                </c:pt>
                <c:pt idx="986">
                  <c:v>12325</c:v>
                </c:pt>
                <c:pt idx="987">
                  <c:v>12350</c:v>
                </c:pt>
                <c:pt idx="988">
                  <c:v>12350</c:v>
                </c:pt>
                <c:pt idx="989">
                  <c:v>12375</c:v>
                </c:pt>
                <c:pt idx="990">
                  <c:v>12375</c:v>
                </c:pt>
                <c:pt idx="991">
                  <c:v>12400</c:v>
                </c:pt>
                <c:pt idx="992">
                  <c:v>12400</c:v>
                </c:pt>
                <c:pt idx="993">
                  <c:v>12425</c:v>
                </c:pt>
                <c:pt idx="994">
                  <c:v>12425</c:v>
                </c:pt>
                <c:pt idx="995">
                  <c:v>12450</c:v>
                </c:pt>
                <c:pt idx="996">
                  <c:v>12450</c:v>
                </c:pt>
                <c:pt idx="997">
                  <c:v>12475</c:v>
                </c:pt>
                <c:pt idx="998">
                  <c:v>12475</c:v>
                </c:pt>
                <c:pt idx="999">
                  <c:v>12500</c:v>
                </c:pt>
                <c:pt idx="1000">
                  <c:v>12500</c:v>
                </c:pt>
                <c:pt idx="1001">
                  <c:v>12525</c:v>
                </c:pt>
                <c:pt idx="1002">
                  <c:v>12525</c:v>
                </c:pt>
                <c:pt idx="1003">
                  <c:v>12550</c:v>
                </c:pt>
                <c:pt idx="1004">
                  <c:v>12550</c:v>
                </c:pt>
                <c:pt idx="1005">
                  <c:v>12575</c:v>
                </c:pt>
                <c:pt idx="1006">
                  <c:v>12575</c:v>
                </c:pt>
                <c:pt idx="1007">
                  <c:v>12600</c:v>
                </c:pt>
                <c:pt idx="1008">
                  <c:v>12600</c:v>
                </c:pt>
                <c:pt idx="1009">
                  <c:v>12625</c:v>
                </c:pt>
                <c:pt idx="1010">
                  <c:v>12625</c:v>
                </c:pt>
                <c:pt idx="1011">
                  <c:v>12650</c:v>
                </c:pt>
                <c:pt idx="1012">
                  <c:v>12650</c:v>
                </c:pt>
                <c:pt idx="1013">
                  <c:v>12675</c:v>
                </c:pt>
                <c:pt idx="1014">
                  <c:v>12675</c:v>
                </c:pt>
                <c:pt idx="1015">
                  <c:v>12700</c:v>
                </c:pt>
                <c:pt idx="1016">
                  <c:v>12700</c:v>
                </c:pt>
                <c:pt idx="1017">
                  <c:v>12725</c:v>
                </c:pt>
                <c:pt idx="1018">
                  <c:v>12725</c:v>
                </c:pt>
                <c:pt idx="1019">
                  <c:v>12750</c:v>
                </c:pt>
                <c:pt idx="1020">
                  <c:v>12750</c:v>
                </c:pt>
                <c:pt idx="1021">
                  <c:v>12775</c:v>
                </c:pt>
                <c:pt idx="1022">
                  <c:v>12775</c:v>
                </c:pt>
                <c:pt idx="1023">
                  <c:v>12800</c:v>
                </c:pt>
                <c:pt idx="1024">
                  <c:v>12800</c:v>
                </c:pt>
                <c:pt idx="1025">
                  <c:v>12825</c:v>
                </c:pt>
                <c:pt idx="1026">
                  <c:v>12825</c:v>
                </c:pt>
                <c:pt idx="1027">
                  <c:v>12850</c:v>
                </c:pt>
                <c:pt idx="1028">
                  <c:v>12850</c:v>
                </c:pt>
                <c:pt idx="1029">
                  <c:v>12875</c:v>
                </c:pt>
                <c:pt idx="1030">
                  <c:v>12875</c:v>
                </c:pt>
                <c:pt idx="1031">
                  <c:v>12900</c:v>
                </c:pt>
                <c:pt idx="1032">
                  <c:v>12900</c:v>
                </c:pt>
                <c:pt idx="1033">
                  <c:v>12925</c:v>
                </c:pt>
                <c:pt idx="1034">
                  <c:v>12925</c:v>
                </c:pt>
                <c:pt idx="1035">
                  <c:v>12950</c:v>
                </c:pt>
                <c:pt idx="1036">
                  <c:v>12950</c:v>
                </c:pt>
                <c:pt idx="1037">
                  <c:v>12975</c:v>
                </c:pt>
                <c:pt idx="1038">
                  <c:v>12975</c:v>
                </c:pt>
                <c:pt idx="1039">
                  <c:v>13000</c:v>
                </c:pt>
                <c:pt idx="1040">
                  <c:v>13000</c:v>
                </c:pt>
                <c:pt idx="1041">
                  <c:v>13025</c:v>
                </c:pt>
                <c:pt idx="1042">
                  <c:v>13025</c:v>
                </c:pt>
                <c:pt idx="1043">
                  <c:v>13050</c:v>
                </c:pt>
                <c:pt idx="1044">
                  <c:v>13050</c:v>
                </c:pt>
                <c:pt idx="1045">
                  <c:v>13075</c:v>
                </c:pt>
                <c:pt idx="1046">
                  <c:v>13075</c:v>
                </c:pt>
                <c:pt idx="1047">
                  <c:v>13100</c:v>
                </c:pt>
                <c:pt idx="1048">
                  <c:v>13100</c:v>
                </c:pt>
                <c:pt idx="1049">
                  <c:v>13125</c:v>
                </c:pt>
                <c:pt idx="1050">
                  <c:v>13125</c:v>
                </c:pt>
                <c:pt idx="1051">
                  <c:v>13150</c:v>
                </c:pt>
                <c:pt idx="1052">
                  <c:v>13150</c:v>
                </c:pt>
                <c:pt idx="1053">
                  <c:v>13175</c:v>
                </c:pt>
                <c:pt idx="1054">
                  <c:v>13175</c:v>
                </c:pt>
                <c:pt idx="1055">
                  <c:v>13200</c:v>
                </c:pt>
                <c:pt idx="1056">
                  <c:v>13200</c:v>
                </c:pt>
                <c:pt idx="1057">
                  <c:v>13225</c:v>
                </c:pt>
                <c:pt idx="1058">
                  <c:v>13225</c:v>
                </c:pt>
                <c:pt idx="1059">
                  <c:v>13250</c:v>
                </c:pt>
                <c:pt idx="1060">
                  <c:v>13250</c:v>
                </c:pt>
                <c:pt idx="1061">
                  <c:v>13275</c:v>
                </c:pt>
                <c:pt idx="1062">
                  <c:v>13275</c:v>
                </c:pt>
                <c:pt idx="1063">
                  <c:v>13300</c:v>
                </c:pt>
                <c:pt idx="1064">
                  <c:v>13300</c:v>
                </c:pt>
                <c:pt idx="1065">
                  <c:v>13325</c:v>
                </c:pt>
                <c:pt idx="1066">
                  <c:v>13325</c:v>
                </c:pt>
                <c:pt idx="1067">
                  <c:v>13350</c:v>
                </c:pt>
                <c:pt idx="1068">
                  <c:v>13350</c:v>
                </c:pt>
                <c:pt idx="1069">
                  <c:v>13375</c:v>
                </c:pt>
                <c:pt idx="1070">
                  <c:v>13375</c:v>
                </c:pt>
                <c:pt idx="1071">
                  <c:v>13400</c:v>
                </c:pt>
                <c:pt idx="1072">
                  <c:v>13400</c:v>
                </c:pt>
                <c:pt idx="1073">
                  <c:v>13425</c:v>
                </c:pt>
                <c:pt idx="1074">
                  <c:v>13425</c:v>
                </c:pt>
                <c:pt idx="1075">
                  <c:v>13450</c:v>
                </c:pt>
                <c:pt idx="1076">
                  <c:v>13450</c:v>
                </c:pt>
                <c:pt idx="1077">
                  <c:v>13475</c:v>
                </c:pt>
                <c:pt idx="1078">
                  <c:v>13475</c:v>
                </c:pt>
                <c:pt idx="1079">
                  <c:v>13500</c:v>
                </c:pt>
                <c:pt idx="1080">
                  <c:v>13500</c:v>
                </c:pt>
                <c:pt idx="1081">
                  <c:v>13525</c:v>
                </c:pt>
                <c:pt idx="1082">
                  <c:v>13525</c:v>
                </c:pt>
                <c:pt idx="1083">
                  <c:v>13550</c:v>
                </c:pt>
                <c:pt idx="1084">
                  <c:v>13550</c:v>
                </c:pt>
                <c:pt idx="1085">
                  <c:v>13575</c:v>
                </c:pt>
                <c:pt idx="1086">
                  <c:v>13575</c:v>
                </c:pt>
                <c:pt idx="1087">
                  <c:v>13600</c:v>
                </c:pt>
                <c:pt idx="1088">
                  <c:v>13600</c:v>
                </c:pt>
                <c:pt idx="1089">
                  <c:v>13625</c:v>
                </c:pt>
                <c:pt idx="1090">
                  <c:v>13625</c:v>
                </c:pt>
                <c:pt idx="1091">
                  <c:v>13650</c:v>
                </c:pt>
                <c:pt idx="1092">
                  <c:v>13650</c:v>
                </c:pt>
                <c:pt idx="1093">
                  <c:v>13675</c:v>
                </c:pt>
                <c:pt idx="1094">
                  <c:v>13675</c:v>
                </c:pt>
                <c:pt idx="1095">
                  <c:v>13700</c:v>
                </c:pt>
                <c:pt idx="1096">
                  <c:v>13700</c:v>
                </c:pt>
                <c:pt idx="1097">
                  <c:v>13725</c:v>
                </c:pt>
                <c:pt idx="1098">
                  <c:v>13725</c:v>
                </c:pt>
                <c:pt idx="1099">
                  <c:v>13750</c:v>
                </c:pt>
                <c:pt idx="1100">
                  <c:v>13750</c:v>
                </c:pt>
                <c:pt idx="1101">
                  <c:v>13775</c:v>
                </c:pt>
                <c:pt idx="1102">
                  <c:v>13775</c:v>
                </c:pt>
                <c:pt idx="1103">
                  <c:v>13800</c:v>
                </c:pt>
                <c:pt idx="1104">
                  <c:v>13800</c:v>
                </c:pt>
                <c:pt idx="1105">
                  <c:v>13825</c:v>
                </c:pt>
                <c:pt idx="1106">
                  <c:v>13825</c:v>
                </c:pt>
                <c:pt idx="1107">
                  <c:v>13850</c:v>
                </c:pt>
                <c:pt idx="1108">
                  <c:v>13850</c:v>
                </c:pt>
                <c:pt idx="1109">
                  <c:v>13875</c:v>
                </c:pt>
                <c:pt idx="1110">
                  <c:v>13875</c:v>
                </c:pt>
                <c:pt idx="1111">
                  <c:v>13900</c:v>
                </c:pt>
                <c:pt idx="1112">
                  <c:v>13900</c:v>
                </c:pt>
                <c:pt idx="1113">
                  <c:v>13925</c:v>
                </c:pt>
                <c:pt idx="1114">
                  <c:v>13925</c:v>
                </c:pt>
                <c:pt idx="1115">
                  <c:v>13950</c:v>
                </c:pt>
                <c:pt idx="1116">
                  <c:v>13950</c:v>
                </c:pt>
                <c:pt idx="1117">
                  <c:v>13975</c:v>
                </c:pt>
                <c:pt idx="1118">
                  <c:v>13975</c:v>
                </c:pt>
                <c:pt idx="1119">
                  <c:v>14000</c:v>
                </c:pt>
                <c:pt idx="1120">
                  <c:v>14000</c:v>
                </c:pt>
                <c:pt idx="1121">
                  <c:v>14025</c:v>
                </c:pt>
                <c:pt idx="1122">
                  <c:v>14025</c:v>
                </c:pt>
                <c:pt idx="1123">
                  <c:v>14050</c:v>
                </c:pt>
                <c:pt idx="1124">
                  <c:v>14050</c:v>
                </c:pt>
                <c:pt idx="1125">
                  <c:v>14075</c:v>
                </c:pt>
                <c:pt idx="1126">
                  <c:v>14075</c:v>
                </c:pt>
                <c:pt idx="1127">
                  <c:v>14100</c:v>
                </c:pt>
                <c:pt idx="1128">
                  <c:v>14100</c:v>
                </c:pt>
                <c:pt idx="1129">
                  <c:v>14125</c:v>
                </c:pt>
                <c:pt idx="1130">
                  <c:v>14125</c:v>
                </c:pt>
                <c:pt idx="1131">
                  <c:v>14150</c:v>
                </c:pt>
                <c:pt idx="1132">
                  <c:v>14150</c:v>
                </c:pt>
                <c:pt idx="1133">
                  <c:v>14175</c:v>
                </c:pt>
                <c:pt idx="1134">
                  <c:v>14175</c:v>
                </c:pt>
                <c:pt idx="1135">
                  <c:v>14200</c:v>
                </c:pt>
                <c:pt idx="1136">
                  <c:v>14200</c:v>
                </c:pt>
                <c:pt idx="1137">
                  <c:v>14225</c:v>
                </c:pt>
                <c:pt idx="1138">
                  <c:v>14225</c:v>
                </c:pt>
                <c:pt idx="1139">
                  <c:v>14250</c:v>
                </c:pt>
                <c:pt idx="1140">
                  <c:v>14250</c:v>
                </c:pt>
                <c:pt idx="1141">
                  <c:v>14275</c:v>
                </c:pt>
                <c:pt idx="1142">
                  <c:v>14275</c:v>
                </c:pt>
                <c:pt idx="1143">
                  <c:v>14300</c:v>
                </c:pt>
                <c:pt idx="1144">
                  <c:v>14300</c:v>
                </c:pt>
                <c:pt idx="1145">
                  <c:v>14325</c:v>
                </c:pt>
                <c:pt idx="1146">
                  <c:v>14325</c:v>
                </c:pt>
                <c:pt idx="1147">
                  <c:v>14350</c:v>
                </c:pt>
                <c:pt idx="1148">
                  <c:v>14350</c:v>
                </c:pt>
                <c:pt idx="1149">
                  <c:v>14375</c:v>
                </c:pt>
                <c:pt idx="1150">
                  <c:v>14375</c:v>
                </c:pt>
                <c:pt idx="1151">
                  <c:v>14400</c:v>
                </c:pt>
                <c:pt idx="1152">
                  <c:v>14400</c:v>
                </c:pt>
                <c:pt idx="1153">
                  <c:v>14425</c:v>
                </c:pt>
                <c:pt idx="1154">
                  <c:v>14425</c:v>
                </c:pt>
                <c:pt idx="1155">
                  <c:v>14450</c:v>
                </c:pt>
                <c:pt idx="1156">
                  <c:v>14450</c:v>
                </c:pt>
                <c:pt idx="1157">
                  <c:v>14475</c:v>
                </c:pt>
                <c:pt idx="1158">
                  <c:v>14475</c:v>
                </c:pt>
                <c:pt idx="1159">
                  <c:v>14500</c:v>
                </c:pt>
                <c:pt idx="1160">
                  <c:v>14500</c:v>
                </c:pt>
                <c:pt idx="1161">
                  <c:v>14525</c:v>
                </c:pt>
                <c:pt idx="1162">
                  <c:v>14525</c:v>
                </c:pt>
                <c:pt idx="1163">
                  <c:v>14550</c:v>
                </c:pt>
                <c:pt idx="1164">
                  <c:v>14550</c:v>
                </c:pt>
                <c:pt idx="1165">
                  <c:v>14575</c:v>
                </c:pt>
                <c:pt idx="1166">
                  <c:v>14575</c:v>
                </c:pt>
                <c:pt idx="1167">
                  <c:v>14600</c:v>
                </c:pt>
                <c:pt idx="1168">
                  <c:v>14600</c:v>
                </c:pt>
                <c:pt idx="1169">
                  <c:v>14625</c:v>
                </c:pt>
                <c:pt idx="1170">
                  <c:v>14625</c:v>
                </c:pt>
                <c:pt idx="1171">
                  <c:v>14650</c:v>
                </c:pt>
                <c:pt idx="1172">
                  <c:v>14650</c:v>
                </c:pt>
                <c:pt idx="1173">
                  <c:v>14675</c:v>
                </c:pt>
                <c:pt idx="1174">
                  <c:v>14675</c:v>
                </c:pt>
                <c:pt idx="1175">
                  <c:v>14700</c:v>
                </c:pt>
                <c:pt idx="1176">
                  <c:v>14700</c:v>
                </c:pt>
                <c:pt idx="1177">
                  <c:v>14725</c:v>
                </c:pt>
                <c:pt idx="1178">
                  <c:v>14725</c:v>
                </c:pt>
                <c:pt idx="1179">
                  <c:v>14750</c:v>
                </c:pt>
                <c:pt idx="1180">
                  <c:v>14750</c:v>
                </c:pt>
                <c:pt idx="1181">
                  <c:v>14775</c:v>
                </c:pt>
                <c:pt idx="1182">
                  <c:v>14775</c:v>
                </c:pt>
                <c:pt idx="1183">
                  <c:v>14800</c:v>
                </c:pt>
                <c:pt idx="1184">
                  <c:v>14800</c:v>
                </c:pt>
                <c:pt idx="1185">
                  <c:v>14825</c:v>
                </c:pt>
                <c:pt idx="1186">
                  <c:v>14825</c:v>
                </c:pt>
                <c:pt idx="1187">
                  <c:v>14850</c:v>
                </c:pt>
                <c:pt idx="1188">
                  <c:v>14850</c:v>
                </c:pt>
                <c:pt idx="1189">
                  <c:v>14875</c:v>
                </c:pt>
                <c:pt idx="1190">
                  <c:v>14875</c:v>
                </c:pt>
                <c:pt idx="1191">
                  <c:v>14900</c:v>
                </c:pt>
                <c:pt idx="1192">
                  <c:v>14900</c:v>
                </c:pt>
                <c:pt idx="1193">
                  <c:v>14925</c:v>
                </c:pt>
                <c:pt idx="1194">
                  <c:v>14925</c:v>
                </c:pt>
                <c:pt idx="1195">
                  <c:v>14950</c:v>
                </c:pt>
                <c:pt idx="1196">
                  <c:v>14950</c:v>
                </c:pt>
                <c:pt idx="1197">
                  <c:v>14975</c:v>
                </c:pt>
                <c:pt idx="1198">
                  <c:v>14975</c:v>
                </c:pt>
                <c:pt idx="1199">
                  <c:v>15000</c:v>
                </c:pt>
                <c:pt idx="1200">
                  <c:v>15000</c:v>
                </c:pt>
                <c:pt idx="1201">
                  <c:v>15025</c:v>
                </c:pt>
                <c:pt idx="1202">
                  <c:v>15025</c:v>
                </c:pt>
                <c:pt idx="1203">
                  <c:v>15050</c:v>
                </c:pt>
                <c:pt idx="1204">
                  <c:v>15050</c:v>
                </c:pt>
                <c:pt idx="1205">
                  <c:v>15075</c:v>
                </c:pt>
                <c:pt idx="1206">
                  <c:v>15075</c:v>
                </c:pt>
                <c:pt idx="1207">
                  <c:v>15100</c:v>
                </c:pt>
                <c:pt idx="1208">
                  <c:v>15100</c:v>
                </c:pt>
                <c:pt idx="1209">
                  <c:v>15125</c:v>
                </c:pt>
                <c:pt idx="1210">
                  <c:v>15125</c:v>
                </c:pt>
                <c:pt idx="1211">
                  <c:v>15150</c:v>
                </c:pt>
                <c:pt idx="1212">
                  <c:v>15150</c:v>
                </c:pt>
                <c:pt idx="1213">
                  <c:v>15175</c:v>
                </c:pt>
                <c:pt idx="1214">
                  <c:v>15175</c:v>
                </c:pt>
                <c:pt idx="1215">
                  <c:v>15200</c:v>
                </c:pt>
                <c:pt idx="1216">
                  <c:v>15200</c:v>
                </c:pt>
                <c:pt idx="1217">
                  <c:v>15225</c:v>
                </c:pt>
                <c:pt idx="1218">
                  <c:v>15225</c:v>
                </c:pt>
                <c:pt idx="1219">
                  <c:v>15250</c:v>
                </c:pt>
                <c:pt idx="1220">
                  <c:v>15250</c:v>
                </c:pt>
                <c:pt idx="1221">
                  <c:v>15275</c:v>
                </c:pt>
                <c:pt idx="1222">
                  <c:v>15275</c:v>
                </c:pt>
                <c:pt idx="1223">
                  <c:v>15300</c:v>
                </c:pt>
                <c:pt idx="1224">
                  <c:v>15300</c:v>
                </c:pt>
                <c:pt idx="1225">
                  <c:v>15325</c:v>
                </c:pt>
                <c:pt idx="1226">
                  <c:v>15325</c:v>
                </c:pt>
                <c:pt idx="1227">
                  <c:v>15350</c:v>
                </c:pt>
                <c:pt idx="1228">
                  <c:v>15350</c:v>
                </c:pt>
                <c:pt idx="1229">
                  <c:v>15375</c:v>
                </c:pt>
                <c:pt idx="1230">
                  <c:v>15375</c:v>
                </c:pt>
                <c:pt idx="1231">
                  <c:v>15400</c:v>
                </c:pt>
                <c:pt idx="1232">
                  <c:v>15400</c:v>
                </c:pt>
                <c:pt idx="1233">
                  <c:v>15425</c:v>
                </c:pt>
                <c:pt idx="1234">
                  <c:v>15425</c:v>
                </c:pt>
                <c:pt idx="1235">
                  <c:v>15450</c:v>
                </c:pt>
                <c:pt idx="1236">
                  <c:v>15450</c:v>
                </c:pt>
                <c:pt idx="1237">
                  <c:v>15475</c:v>
                </c:pt>
                <c:pt idx="1238">
                  <c:v>15475</c:v>
                </c:pt>
                <c:pt idx="1239">
                  <c:v>15500</c:v>
                </c:pt>
                <c:pt idx="1240">
                  <c:v>15500</c:v>
                </c:pt>
                <c:pt idx="1241">
                  <c:v>15525</c:v>
                </c:pt>
                <c:pt idx="1242">
                  <c:v>15525</c:v>
                </c:pt>
                <c:pt idx="1243">
                  <c:v>15550</c:v>
                </c:pt>
                <c:pt idx="1244">
                  <c:v>15550</c:v>
                </c:pt>
                <c:pt idx="1245">
                  <c:v>15575</c:v>
                </c:pt>
                <c:pt idx="1246">
                  <c:v>15575</c:v>
                </c:pt>
                <c:pt idx="1247">
                  <c:v>15600</c:v>
                </c:pt>
                <c:pt idx="1248">
                  <c:v>15600</c:v>
                </c:pt>
                <c:pt idx="1249">
                  <c:v>15625</c:v>
                </c:pt>
                <c:pt idx="1250">
                  <c:v>15625</c:v>
                </c:pt>
                <c:pt idx="1251">
                  <c:v>15650</c:v>
                </c:pt>
                <c:pt idx="1252">
                  <c:v>15650</c:v>
                </c:pt>
                <c:pt idx="1253">
                  <c:v>15675</c:v>
                </c:pt>
                <c:pt idx="1254">
                  <c:v>15675</c:v>
                </c:pt>
                <c:pt idx="1255">
                  <c:v>15700</c:v>
                </c:pt>
                <c:pt idx="1256">
                  <c:v>15700</c:v>
                </c:pt>
                <c:pt idx="1257">
                  <c:v>15725</c:v>
                </c:pt>
                <c:pt idx="1258">
                  <c:v>15725</c:v>
                </c:pt>
                <c:pt idx="1259">
                  <c:v>15750</c:v>
                </c:pt>
                <c:pt idx="1260">
                  <c:v>15750</c:v>
                </c:pt>
                <c:pt idx="1261">
                  <c:v>15775</c:v>
                </c:pt>
                <c:pt idx="1262">
                  <c:v>15775</c:v>
                </c:pt>
                <c:pt idx="1263">
                  <c:v>15800</c:v>
                </c:pt>
                <c:pt idx="1264">
                  <c:v>15800</c:v>
                </c:pt>
                <c:pt idx="1265">
                  <c:v>15825</c:v>
                </c:pt>
                <c:pt idx="1266">
                  <c:v>15825</c:v>
                </c:pt>
                <c:pt idx="1267">
                  <c:v>15850</c:v>
                </c:pt>
                <c:pt idx="1268">
                  <c:v>15850</c:v>
                </c:pt>
                <c:pt idx="1269">
                  <c:v>15875</c:v>
                </c:pt>
                <c:pt idx="1270">
                  <c:v>15875</c:v>
                </c:pt>
                <c:pt idx="1271">
                  <c:v>15900</c:v>
                </c:pt>
                <c:pt idx="1272">
                  <c:v>15900</c:v>
                </c:pt>
                <c:pt idx="1273">
                  <c:v>15925</c:v>
                </c:pt>
                <c:pt idx="1274">
                  <c:v>15925</c:v>
                </c:pt>
                <c:pt idx="1275">
                  <c:v>15950</c:v>
                </c:pt>
                <c:pt idx="1276">
                  <c:v>15950</c:v>
                </c:pt>
                <c:pt idx="1277">
                  <c:v>15975</c:v>
                </c:pt>
                <c:pt idx="1278">
                  <c:v>15975</c:v>
                </c:pt>
                <c:pt idx="1279">
                  <c:v>16000</c:v>
                </c:pt>
                <c:pt idx="1280">
                  <c:v>16000</c:v>
                </c:pt>
                <c:pt idx="1281">
                  <c:v>16025</c:v>
                </c:pt>
                <c:pt idx="1282">
                  <c:v>16025</c:v>
                </c:pt>
                <c:pt idx="1283">
                  <c:v>16050</c:v>
                </c:pt>
                <c:pt idx="1284">
                  <c:v>16050</c:v>
                </c:pt>
                <c:pt idx="1285">
                  <c:v>16075</c:v>
                </c:pt>
                <c:pt idx="1286">
                  <c:v>16075</c:v>
                </c:pt>
                <c:pt idx="1287">
                  <c:v>16100</c:v>
                </c:pt>
                <c:pt idx="1288">
                  <c:v>16100</c:v>
                </c:pt>
                <c:pt idx="1289">
                  <c:v>16125</c:v>
                </c:pt>
                <c:pt idx="1290">
                  <c:v>16125</c:v>
                </c:pt>
                <c:pt idx="1291">
                  <c:v>16150</c:v>
                </c:pt>
                <c:pt idx="1292">
                  <c:v>16150</c:v>
                </c:pt>
                <c:pt idx="1293">
                  <c:v>16175</c:v>
                </c:pt>
                <c:pt idx="1294">
                  <c:v>16175</c:v>
                </c:pt>
                <c:pt idx="1295">
                  <c:v>16200</c:v>
                </c:pt>
                <c:pt idx="1296">
                  <c:v>16200</c:v>
                </c:pt>
                <c:pt idx="1297">
                  <c:v>16225</c:v>
                </c:pt>
                <c:pt idx="1298">
                  <c:v>16225</c:v>
                </c:pt>
                <c:pt idx="1299">
                  <c:v>16250</c:v>
                </c:pt>
                <c:pt idx="1300">
                  <c:v>16250</c:v>
                </c:pt>
                <c:pt idx="1301">
                  <c:v>16275</c:v>
                </c:pt>
                <c:pt idx="1302">
                  <c:v>16275</c:v>
                </c:pt>
                <c:pt idx="1303">
                  <c:v>16300</c:v>
                </c:pt>
                <c:pt idx="1304">
                  <c:v>16300</c:v>
                </c:pt>
                <c:pt idx="1305">
                  <c:v>16325</c:v>
                </c:pt>
                <c:pt idx="1306">
                  <c:v>16325</c:v>
                </c:pt>
                <c:pt idx="1307">
                  <c:v>16350</c:v>
                </c:pt>
                <c:pt idx="1308">
                  <c:v>16350</c:v>
                </c:pt>
                <c:pt idx="1309">
                  <c:v>16375</c:v>
                </c:pt>
                <c:pt idx="1310">
                  <c:v>16375</c:v>
                </c:pt>
                <c:pt idx="1311">
                  <c:v>16400</c:v>
                </c:pt>
                <c:pt idx="1312">
                  <c:v>16400</c:v>
                </c:pt>
                <c:pt idx="1313">
                  <c:v>16425</c:v>
                </c:pt>
                <c:pt idx="1314">
                  <c:v>16425</c:v>
                </c:pt>
                <c:pt idx="1315">
                  <c:v>16450</c:v>
                </c:pt>
                <c:pt idx="1316">
                  <c:v>16450</c:v>
                </c:pt>
                <c:pt idx="1317">
                  <c:v>16475</c:v>
                </c:pt>
                <c:pt idx="1318">
                  <c:v>16475</c:v>
                </c:pt>
                <c:pt idx="1319">
                  <c:v>16500</c:v>
                </c:pt>
                <c:pt idx="1320">
                  <c:v>16500</c:v>
                </c:pt>
                <c:pt idx="1321">
                  <c:v>16525</c:v>
                </c:pt>
                <c:pt idx="1322">
                  <c:v>16525</c:v>
                </c:pt>
                <c:pt idx="1323">
                  <c:v>16550</c:v>
                </c:pt>
                <c:pt idx="1324">
                  <c:v>16550</c:v>
                </c:pt>
                <c:pt idx="1325">
                  <c:v>16575</c:v>
                </c:pt>
                <c:pt idx="1326">
                  <c:v>16575</c:v>
                </c:pt>
                <c:pt idx="1327">
                  <c:v>16600</c:v>
                </c:pt>
                <c:pt idx="1328">
                  <c:v>16600</c:v>
                </c:pt>
                <c:pt idx="1329">
                  <c:v>16625</c:v>
                </c:pt>
                <c:pt idx="1330">
                  <c:v>16625</c:v>
                </c:pt>
                <c:pt idx="1331">
                  <c:v>16650</c:v>
                </c:pt>
                <c:pt idx="1332">
                  <c:v>16650</c:v>
                </c:pt>
                <c:pt idx="1333">
                  <c:v>16675</c:v>
                </c:pt>
                <c:pt idx="1334">
                  <c:v>16675</c:v>
                </c:pt>
                <c:pt idx="1335">
                  <c:v>16700</c:v>
                </c:pt>
                <c:pt idx="1336">
                  <c:v>16700</c:v>
                </c:pt>
                <c:pt idx="1337">
                  <c:v>16725</c:v>
                </c:pt>
                <c:pt idx="1338">
                  <c:v>16725</c:v>
                </c:pt>
                <c:pt idx="1339">
                  <c:v>16750</c:v>
                </c:pt>
                <c:pt idx="1340">
                  <c:v>16750</c:v>
                </c:pt>
                <c:pt idx="1341">
                  <c:v>16775</c:v>
                </c:pt>
                <c:pt idx="1342">
                  <c:v>16775</c:v>
                </c:pt>
                <c:pt idx="1343">
                  <c:v>16800</c:v>
                </c:pt>
                <c:pt idx="1344">
                  <c:v>16800</c:v>
                </c:pt>
                <c:pt idx="1345">
                  <c:v>16825</c:v>
                </c:pt>
                <c:pt idx="1346">
                  <c:v>16825</c:v>
                </c:pt>
                <c:pt idx="1347">
                  <c:v>16850</c:v>
                </c:pt>
                <c:pt idx="1348">
                  <c:v>16850</c:v>
                </c:pt>
                <c:pt idx="1349">
                  <c:v>16875</c:v>
                </c:pt>
                <c:pt idx="1350">
                  <c:v>16875</c:v>
                </c:pt>
                <c:pt idx="1351">
                  <c:v>16900</c:v>
                </c:pt>
                <c:pt idx="1352">
                  <c:v>16900</c:v>
                </c:pt>
                <c:pt idx="1353">
                  <c:v>16925</c:v>
                </c:pt>
                <c:pt idx="1354">
                  <c:v>16925</c:v>
                </c:pt>
                <c:pt idx="1355">
                  <c:v>16950</c:v>
                </c:pt>
                <c:pt idx="1356">
                  <c:v>16950</c:v>
                </c:pt>
                <c:pt idx="1357">
                  <c:v>16975</c:v>
                </c:pt>
                <c:pt idx="1358">
                  <c:v>16975</c:v>
                </c:pt>
                <c:pt idx="1359">
                  <c:v>17000</c:v>
                </c:pt>
                <c:pt idx="1360">
                  <c:v>17000</c:v>
                </c:pt>
                <c:pt idx="1361">
                  <c:v>17025</c:v>
                </c:pt>
                <c:pt idx="1362">
                  <c:v>17025</c:v>
                </c:pt>
                <c:pt idx="1363">
                  <c:v>17050</c:v>
                </c:pt>
                <c:pt idx="1364">
                  <c:v>17050</c:v>
                </c:pt>
                <c:pt idx="1365">
                  <c:v>17075</c:v>
                </c:pt>
                <c:pt idx="1366">
                  <c:v>17075</c:v>
                </c:pt>
                <c:pt idx="1367">
                  <c:v>17100</c:v>
                </c:pt>
                <c:pt idx="1368">
                  <c:v>17100</c:v>
                </c:pt>
                <c:pt idx="1369">
                  <c:v>17125</c:v>
                </c:pt>
                <c:pt idx="1370">
                  <c:v>17125</c:v>
                </c:pt>
                <c:pt idx="1371">
                  <c:v>17150</c:v>
                </c:pt>
                <c:pt idx="1372">
                  <c:v>17150</c:v>
                </c:pt>
                <c:pt idx="1373">
                  <c:v>17175</c:v>
                </c:pt>
                <c:pt idx="1374">
                  <c:v>17175</c:v>
                </c:pt>
                <c:pt idx="1375">
                  <c:v>17200</c:v>
                </c:pt>
                <c:pt idx="1376">
                  <c:v>17200</c:v>
                </c:pt>
                <c:pt idx="1377">
                  <c:v>17225</c:v>
                </c:pt>
                <c:pt idx="1378">
                  <c:v>17225</c:v>
                </c:pt>
                <c:pt idx="1379">
                  <c:v>17250</c:v>
                </c:pt>
                <c:pt idx="1380">
                  <c:v>17250</c:v>
                </c:pt>
                <c:pt idx="1381">
                  <c:v>17275</c:v>
                </c:pt>
                <c:pt idx="1382">
                  <c:v>17275</c:v>
                </c:pt>
                <c:pt idx="1383">
                  <c:v>17300</c:v>
                </c:pt>
                <c:pt idx="1384">
                  <c:v>17300</c:v>
                </c:pt>
                <c:pt idx="1385">
                  <c:v>17325</c:v>
                </c:pt>
                <c:pt idx="1386">
                  <c:v>17325</c:v>
                </c:pt>
                <c:pt idx="1387">
                  <c:v>17350</c:v>
                </c:pt>
                <c:pt idx="1388">
                  <c:v>17350</c:v>
                </c:pt>
                <c:pt idx="1389">
                  <c:v>17375</c:v>
                </c:pt>
                <c:pt idx="1390">
                  <c:v>17375</c:v>
                </c:pt>
                <c:pt idx="1391">
                  <c:v>17400</c:v>
                </c:pt>
                <c:pt idx="1392">
                  <c:v>17400</c:v>
                </c:pt>
                <c:pt idx="1393">
                  <c:v>17425</c:v>
                </c:pt>
                <c:pt idx="1394">
                  <c:v>17425</c:v>
                </c:pt>
                <c:pt idx="1395">
                  <c:v>17450</c:v>
                </c:pt>
                <c:pt idx="1396">
                  <c:v>17450</c:v>
                </c:pt>
                <c:pt idx="1397">
                  <c:v>17475</c:v>
                </c:pt>
                <c:pt idx="1398">
                  <c:v>17475</c:v>
                </c:pt>
                <c:pt idx="1399">
                  <c:v>17500</c:v>
                </c:pt>
                <c:pt idx="1400">
                  <c:v>17500</c:v>
                </c:pt>
                <c:pt idx="1401">
                  <c:v>17525</c:v>
                </c:pt>
                <c:pt idx="1402">
                  <c:v>17525</c:v>
                </c:pt>
                <c:pt idx="1403">
                  <c:v>17550</c:v>
                </c:pt>
                <c:pt idx="1404">
                  <c:v>17550</c:v>
                </c:pt>
                <c:pt idx="1405">
                  <c:v>17575</c:v>
                </c:pt>
                <c:pt idx="1406">
                  <c:v>17575</c:v>
                </c:pt>
                <c:pt idx="1407">
                  <c:v>17600</c:v>
                </c:pt>
                <c:pt idx="1408">
                  <c:v>17600</c:v>
                </c:pt>
                <c:pt idx="1409">
                  <c:v>17625</c:v>
                </c:pt>
                <c:pt idx="1410">
                  <c:v>17625</c:v>
                </c:pt>
                <c:pt idx="1411">
                  <c:v>17650</c:v>
                </c:pt>
                <c:pt idx="1412">
                  <c:v>17650</c:v>
                </c:pt>
                <c:pt idx="1413">
                  <c:v>17675</c:v>
                </c:pt>
                <c:pt idx="1414">
                  <c:v>17675</c:v>
                </c:pt>
                <c:pt idx="1415">
                  <c:v>17700</c:v>
                </c:pt>
                <c:pt idx="1416">
                  <c:v>17700</c:v>
                </c:pt>
                <c:pt idx="1417">
                  <c:v>17725</c:v>
                </c:pt>
                <c:pt idx="1418">
                  <c:v>17725</c:v>
                </c:pt>
                <c:pt idx="1419">
                  <c:v>17750</c:v>
                </c:pt>
                <c:pt idx="1420">
                  <c:v>17750</c:v>
                </c:pt>
                <c:pt idx="1421">
                  <c:v>17775</c:v>
                </c:pt>
                <c:pt idx="1422">
                  <c:v>17775</c:v>
                </c:pt>
                <c:pt idx="1423">
                  <c:v>17800</c:v>
                </c:pt>
                <c:pt idx="1424">
                  <c:v>17800</c:v>
                </c:pt>
                <c:pt idx="1425">
                  <c:v>17825</c:v>
                </c:pt>
                <c:pt idx="1426">
                  <c:v>17825</c:v>
                </c:pt>
                <c:pt idx="1427">
                  <c:v>17850</c:v>
                </c:pt>
                <c:pt idx="1428">
                  <c:v>17850</c:v>
                </c:pt>
                <c:pt idx="1429">
                  <c:v>17875</c:v>
                </c:pt>
                <c:pt idx="1430">
                  <c:v>17875</c:v>
                </c:pt>
                <c:pt idx="1431">
                  <c:v>17900</c:v>
                </c:pt>
                <c:pt idx="1432">
                  <c:v>17900</c:v>
                </c:pt>
                <c:pt idx="1433">
                  <c:v>17925</c:v>
                </c:pt>
                <c:pt idx="1434">
                  <c:v>17925</c:v>
                </c:pt>
                <c:pt idx="1435">
                  <c:v>17950</c:v>
                </c:pt>
                <c:pt idx="1436">
                  <c:v>17950</c:v>
                </c:pt>
                <c:pt idx="1437">
                  <c:v>17975</c:v>
                </c:pt>
                <c:pt idx="1438">
                  <c:v>17975</c:v>
                </c:pt>
                <c:pt idx="1439">
                  <c:v>18000</c:v>
                </c:pt>
                <c:pt idx="1440">
                  <c:v>18000</c:v>
                </c:pt>
                <c:pt idx="1441">
                  <c:v>18025</c:v>
                </c:pt>
                <c:pt idx="1442">
                  <c:v>18025</c:v>
                </c:pt>
                <c:pt idx="1443">
                  <c:v>18050</c:v>
                </c:pt>
                <c:pt idx="1444">
                  <c:v>18050</c:v>
                </c:pt>
                <c:pt idx="1445">
                  <c:v>18075</c:v>
                </c:pt>
                <c:pt idx="1446">
                  <c:v>18075</c:v>
                </c:pt>
                <c:pt idx="1447">
                  <c:v>18100</c:v>
                </c:pt>
                <c:pt idx="1448">
                  <c:v>18100</c:v>
                </c:pt>
                <c:pt idx="1449">
                  <c:v>18125</c:v>
                </c:pt>
                <c:pt idx="1450">
                  <c:v>18125</c:v>
                </c:pt>
                <c:pt idx="1451">
                  <c:v>18150</c:v>
                </c:pt>
                <c:pt idx="1452">
                  <c:v>18150</c:v>
                </c:pt>
                <c:pt idx="1453">
                  <c:v>18175</c:v>
                </c:pt>
                <c:pt idx="1454">
                  <c:v>18175</c:v>
                </c:pt>
                <c:pt idx="1455">
                  <c:v>18200</c:v>
                </c:pt>
                <c:pt idx="1456">
                  <c:v>18200</c:v>
                </c:pt>
                <c:pt idx="1457">
                  <c:v>18225</c:v>
                </c:pt>
                <c:pt idx="1458">
                  <c:v>18225</c:v>
                </c:pt>
                <c:pt idx="1459">
                  <c:v>18250</c:v>
                </c:pt>
                <c:pt idx="1460">
                  <c:v>18250</c:v>
                </c:pt>
                <c:pt idx="1461">
                  <c:v>18275</c:v>
                </c:pt>
                <c:pt idx="1462">
                  <c:v>18275</c:v>
                </c:pt>
                <c:pt idx="1463">
                  <c:v>18300</c:v>
                </c:pt>
                <c:pt idx="1464">
                  <c:v>18300</c:v>
                </c:pt>
                <c:pt idx="1465">
                  <c:v>18325</c:v>
                </c:pt>
                <c:pt idx="1466">
                  <c:v>18325</c:v>
                </c:pt>
                <c:pt idx="1467">
                  <c:v>18350</c:v>
                </c:pt>
                <c:pt idx="1468">
                  <c:v>18350</c:v>
                </c:pt>
                <c:pt idx="1469">
                  <c:v>18375</c:v>
                </c:pt>
                <c:pt idx="1470">
                  <c:v>18375</c:v>
                </c:pt>
                <c:pt idx="1471">
                  <c:v>18400</c:v>
                </c:pt>
                <c:pt idx="1472">
                  <c:v>18400</c:v>
                </c:pt>
                <c:pt idx="1473">
                  <c:v>18425</c:v>
                </c:pt>
                <c:pt idx="1474">
                  <c:v>18425</c:v>
                </c:pt>
                <c:pt idx="1475">
                  <c:v>18450</c:v>
                </c:pt>
                <c:pt idx="1476">
                  <c:v>18450</c:v>
                </c:pt>
                <c:pt idx="1477">
                  <c:v>18475</c:v>
                </c:pt>
                <c:pt idx="1478">
                  <c:v>18475</c:v>
                </c:pt>
                <c:pt idx="1479">
                  <c:v>18500</c:v>
                </c:pt>
                <c:pt idx="1480">
                  <c:v>18500</c:v>
                </c:pt>
                <c:pt idx="1481">
                  <c:v>18525</c:v>
                </c:pt>
                <c:pt idx="1482">
                  <c:v>18525</c:v>
                </c:pt>
                <c:pt idx="1483">
                  <c:v>18550</c:v>
                </c:pt>
                <c:pt idx="1484">
                  <c:v>18550</c:v>
                </c:pt>
                <c:pt idx="1485">
                  <c:v>18575</c:v>
                </c:pt>
                <c:pt idx="1486">
                  <c:v>18575</c:v>
                </c:pt>
                <c:pt idx="1487">
                  <c:v>18600</c:v>
                </c:pt>
                <c:pt idx="1488">
                  <c:v>18600</c:v>
                </c:pt>
                <c:pt idx="1489">
                  <c:v>18625</c:v>
                </c:pt>
                <c:pt idx="1490">
                  <c:v>18625</c:v>
                </c:pt>
                <c:pt idx="1491">
                  <c:v>18650</c:v>
                </c:pt>
                <c:pt idx="1492">
                  <c:v>18650</c:v>
                </c:pt>
                <c:pt idx="1493">
                  <c:v>18675</c:v>
                </c:pt>
                <c:pt idx="1494">
                  <c:v>18675</c:v>
                </c:pt>
                <c:pt idx="1495">
                  <c:v>18700</c:v>
                </c:pt>
                <c:pt idx="1496">
                  <c:v>18700</c:v>
                </c:pt>
                <c:pt idx="1497">
                  <c:v>18725</c:v>
                </c:pt>
                <c:pt idx="1498">
                  <c:v>18725</c:v>
                </c:pt>
                <c:pt idx="1499">
                  <c:v>18750</c:v>
                </c:pt>
                <c:pt idx="1500">
                  <c:v>18750</c:v>
                </c:pt>
                <c:pt idx="1501">
                  <c:v>18775</c:v>
                </c:pt>
                <c:pt idx="1502">
                  <c:v>18775</c:v>
                </c:pt>
                <c:pt idx="1503">
                  <c:v>18800</c:v>
                </c:pt>
                <c:pt idx="1504">
                  <c:v>18800</c:v>
                </c:pt>
                <c:pt idx="1505">
                  <c:v>18825</c:v>
                </c:pt>
                <c:pt idx="1506">
                  <c:v>18825</c:v>
                </c:pt>
                <c:pt idx="1507">
                  <c:v>18850</c:v>
                </c:pt>
                <c:pt idx="1508">
                  <c:v>18850</c:v>
                </c:pt>
                <c:pt idx="1509">
                  <c:v>18875</c:v>
                </c:pt>
                <c:pt idx="1510">
                  <c:v>18875</c:v>
                </c:pt>
                <c:pt idx="1511">
                  <c:v>18900</c:v>
                </c:pt>
                <c:pt idx="1512">
                  <c:v>18900</c:v>
                </c:pt>
                <c:pt idx="1513">
                  <c:v>18925</c:v>
                </c:pt>
                <c:pt idx="1514">
                  <c:v>18925</c:v>
                </c:pt>
                <c:pt idx="1515">
                  <c:v>18950</c:v>
                </c:pt>
                <c:pt idx="1516">
                  <c:v>18950</c:v>
                </c:pt>
                <c:pt idx="1517">
                  <c:v>18975</c:v>
                </c:pt>
                <c:pt idx="1518">
                  <c:v>18975</c:v>
                </c:pt>
                <c:pt idx="1519">
                  <c:v>19000</c:v>
                </c:pt>
                <c:pt idx="1520">
                  <c:v>19000</c:v>
                </c:pt>
                <c:pt idx="1521">
                  <c:v>19025</c:v>
                </c:pt>
                <c:pt idx="1522">
                  <c:v>19025</c:v>
                </c:pt>
                <c:pt idx="1523">
                  <c:v>19050</c:v>
                </c:pt>
                <c:pt idx="1524">
                  <c:v>19050</c:v>
                </c:pt>
                <c:pt idx="1525">
                  <c:v>19075</c:v>
                </c:pt>
                <c:pt idx="1526">
                  <c:v>19075</c:v>
                </c:pt>
                <c:pt idx="1527">
                  <c:v>19100</c:v>
                </c:pt>
                <c:pt idx="1528">
                  <c:v>19100</c:v>
                </c:pt>
                <c:pt idx="1529">
                  <c:v>19125</c:v>
                </c:pt>
                <c:pt idx="1530">
                  <c:v>19125</c:v>
                </c:pt>
                <c:pt idx="1531">
                  <c:v>19150</c:v>
                </c:pt>
                <c:pt idx="1532">
                  <c:v>19150</c:v>
                </c:pt>
                <c:pt idx="1533">
                  <c:v>19175</c:v>
                </c:pt>
                <c:pt idx="1534">
                  <c:v>19175</c:v>
                </c:pt>
                <c:pt idx="1535">
                  <c:v>19200</c:v>
                </c:pt>
                <c:pt idx="1536">
                  <c:v>19200</c:v>
                </c:pt>
                <c:pt idx="1537">
                  <c:v>19225</c:v>
                </c:pt>
                <c:pt idx="1538">
                  <c:v>19225</c:v>
                </c:pt>
                <c:pt idx="1539">
                  <c:v>19250</c:v>
                </c:pt>
                <c:pt idx="1540">
                  <c:v>19250</c:v>
                </c:pt>
                <c:pt idx="1541">
                  <c:v>19275</c:v>
                </c:pt>
                <c:pt idx="1542">
                  <c:v>19275</c:v>
                </c:pt>
                <c:pt idx="1543">
                  <c:v>19300</c:v>
                </c:pt>
                <c:pt idx="1544">
                  <c:v>19300</c:v>
                </c:pt>
                <c:pt idx="1545">
                  <c:v>19325</c:v>
                </c:pt>
                <c:pt idx="1546">
                  <c:v>19325</c:v>
                </c:pt>
                <c:pt idx="1547">
                  <c:v>19350</c:v>
                </c:pt>
                <c:pt idx="1548">
                  <c:v>19350</c:v>
                </c:pt>
                <c:pt idx="1549">
                  <c:v>19375</c:v>
                </c:pt>
                <c:pt idx="1550">
                  <c:v>19375</c:v>
                </c:pt>
                <c:pt idx="1551">
                  <c:v>19400</c:v>
                </c:pt>
                <c:pt idx="1552">
                  <c:v>19400</c:v>
                </c:pt>
                <c:pt idx="1553">
                  <c:v>19425</c:v>
                </c:pt>
                <c:pt idx="1554">
                  <c:v>19425</c:v>
                </c:pt>
                <c:pt idx="1555">
                  <c:v>19450</c:v>
                </c:pt>
                <c:pt idx="1556">
                  <c:v>19450</c:v>
                </c:pt>
                <c:pt idx="1557">
                  <c:v>19475</c:v>
                </c:pt>
                <c:pt idx="1558">
                  <c:v>19475</c:v>
                </c:pt>
                <c:pt idx="1559">
                  <c:v>19500</c:v>
                </c:pt>
                <c:pt idx="1560">
                  <c:v>19500</c:v>
                </c:pt>
                <c:pt idx="1561">
                  <c:v>19525</c:v>
                </c:pt>
                <c:pt idx="1562">
                  <c:v>19525</c:v>
                </c:pt>
                <c:pt idx="1563">
                  <c:v>19550</c:v>
                </c:pt>
                <c:pt idx="1564">
                  <c:v>19550</c:v>
                </c:pt>
                <c:pt idx="1565">
                  <c:v>19575</c:v>
                </c:pt>
                <c:pt idx="1566">
                  <c:v>19575</c:v>
                </c:pt>
                <c:pt idx="1567">
                  <c:v>19600</c:v>
                </c:pt>
                <c:pt idx="1568">
                  <c:v>19600</c:v>
                </c:pt>
                <c:pt idx="1569">
                  <c:v>19625</c:v>
                </c:pt>
                <c:pt idx="1570">
                  <c:v>19625</c:v>
                </c:pt>
                <c:pt idx="1571">
                  <c:v>19650</c:v>
                </c:pt>
                <c:pt idx="1572">
                  <c:v>19650</c:v>
                </c:pt>
                <c:pt idx="1573">
                  <c:v>19675</c:v>
                </c:pt>
                <c:pt idx="1574">
                  <c:v>19675</c:v>
                </c:pt>
                <c:pt idx="1575">
                  <c:v>19700</c:v>
                </c:pt>
                <c:pt idx="1576">
                  <c:v>19700</c:v>
                </c:pt>
                <c:pt idx="1577">
                  <c:v>19725</c:v>
                </c:pt>
                <c:pt idx="1578">
                  <c:v>19725</c:v>
                </c:pt>
                <c:pt idx="1579">
                  <c:v>19750</c:v>
                </c:pt>
                <c:pt idx="1580">
                  <c:v>19750</c:v>
                </c:pt>
                <c:pt idx="1581">
                  <c:v>19775</c:v>
                </c:pt>
                <c:pt idx="1582">
                  <c:v>19775</c:v>
                </c:pt>
                <c:pt idx="1583">
                  <c:v>19800</c:v>
                </c:pt>
                <c:pt idx="1584">
                  <c:v>19800</c:v>
                </c:pt>
                <c:pt idx="1585">
                  <c:v>19825</c:v>
                </c:pt>
                <c:pt idx="1586">
                  <c:v>19825</c:v>
                </c:pt>
                <c:pt idx="1587">
                  <c:v>19850</c:v>
                </c:pt>
                <c:pt idx="1588">
                  <c:v>19850</c:v>
                </c:pt>
                <c:pt idx="1589">
                  <c:v>19875</c:v>
                </c:pt>
                <c:pt idx="1590">
                  <c:v>19875</c:v>
                </c:pt>
                <c:pt idx="1591">
                  <c:v>19900</c:v>
                </c:pt>
                <c:pt idx="1592">
                  <c:v>19900</c:v>
                </c:pt>
                <c:pt idx="1593">
                  <c:v>19925</c:v>
                </c:pt>
                <c:pt idx="1594">
                  <c:v>19925</c:v>
                </c:pt>
                <c:pt idx="1595">
                  <c:v>19950</c:v>
                </c:pt>
                <c:pt idx="1596">
                  <c:v>19950</c:v>
                </c:pt>
                <c:pt idx="1597">
                  <c:v>19975</c:v>
                </c:pt>
                <c:pt idx="1598">
                  <c:v>19975</c:v>
                </c:pt>
                <c:pt idx="1599">
                  <c:v>20000</c:v>
                </c:pt>
                <c:pt idx="1600">
                  <c:v>20000</c:v>
                </c:pt>
                <c:pt idx="1601">
                  <c:v>20025</c:v>
                </c:pt>
                <c:pt idx="1602">
                  <c:v>20025</c:v>
                </c:pt>
                <c:pt idx="1603">
                  <c:v>20050</c:v>
                </c:pt>
                <c:pt idx="1604">
                  <c:v>20050</c:v>
                </c:pt>
                <c:pt idx="1605">
                  <c:v>20075</c:v>
                </c:pt>
                <c:pt idx="1606">
                  <c:v>20075</c:v>
                </c:pt>
                <c:pt idx="1607">
                  <c:v>20100</c:v>
                </c:pt>
                <c:pt idx="1608">
                  <c:v>20100</c:v>
                </c:pt>
                <c:pt idx="1609">
                  <c:v>20125</c:v>
                </c:pt>
                <c:pt idx="1610">
                  <c:v>20125</c:v>
                </c:pt>
                <c:pt idx="1611">
                  <c:v>20150</c:v>
                </c:pt>
                <c:pt idx="1612">
                  <c:v>20150</c:v>
                </c:pt>
                <c:pt idx="1613">
                  <c:v>20175</c:v>
                </c:pt>
                <c:pt idx="1614">
                  <c:v>20175</c:v>
                </c:pt>
                <c:pt idx="1615">
                  <c:v>20200</c:v>
                </c:pt>
                <c:pt idx="1616">
                  <c:v>20200</c:v>
                </c:pt>
                <c:pt idx="1617">
                  <c:v>20225</c:v>
                </c:pt>
                <c:pt idx="1618">
                  <c:v>20225</c:v>
                </c:pt>
                <c:pt idx="1619">
                  <c:v>20250</c:v>
                </c:pt>
                <c:pt idx="1620">
                  <c:v>20250</c:v>
                </c:pt>
                <c:pt idx="1621">
                  <c:v>20275</c:v>
                </c:pt>
                <c:pt idx="1622">
                  <c:v>20275</c:v>
                </c:pt>
                <c:pt idx="1623">
                  <c:v>20300</c:v>
                </c:pt>
                <c:pt idx="1624">
                  <c:v>20300</c:v>
                </c:pt>
                <c:pt idx="1625">
                  <c:v>20325</c:v>
                </c:pt>
                <c:pt idx="1626">
                  <c:v>20325</c:v>
                </c:pt>
                <c:pt idx="1627">
                  <c:v>20350</c:v>
                </c:pt>
                <c:pt idx="1628">
                  <c:v>20350</c:v>
                </c:pt>
                <c:pt idx="1629">
                  <c:v>20375</c:v>
                </c:pt>
                <c:pt idx="1630">
                  <c:v>20375</c:v>
                </c:pt>
                <c:pt idx="1631">
                  <c:v>20400</c:v>
                </c:pt>
                <c:pt idx="1632">
                  <c:v>20400</c:v>
                </c:pt>
                <c:pt idx="1633">
                  <c:v>20425</c:v>
                </c:pt>
                <c:pt idx="1634">
                  <c:v>20425</c:v>
                </c:pt>
                <c:pt idx="1635">
                  <c:v>20450</c:v>
                </c:pt>
                <c:pt idx="1636">
                  <c:v>20450</c:v>
                </c:pt>
                <c:pt idx="1637">
                  <c:v>20475</c:v>
                </c:pt>
                <c:pt idx="1638">
                  <c:v>20475</c:v>
                </c:pt>
                <c:pt idx="1639">
                  <c:v>20500</c:v>
                </c:pt>
                <c:pt idx="1640">
                  <c:v>20500</c:v>
                </c:pt>
                <c:pt idx="1641">
                  <c:v>20525</c:v>
                </c:pt>
                <c:pt idx="1642">
                  <c:v>20525</c:v>
                </c:pt>
                <c:pt idx="1643">
                  <c:v>20550</c:v>
                </c:pt>
                <c:pt idx="1644">
                  <c:v>20550</c:v>
                </c:pt>
                <c:pt idx="1645">
                  <c:v>20575</c:v>
                </c:pt>
                <c:pt idx="1646">
                  <c:v>20575</c:v>
                </c:pt>
                <c:pt idx="1647">
                  <c:v>20600</c:v>
                </c:pt>
                <c:pt idx="1648">
                  <c:v>20600</c:v>
                </c:pt>
                <c:pt idx="1649">
                  <c:v>20625</c:v>
                </c:pt>
                <c:pt idx="1650">
                  <c:v>20625</c:v>
                </c:pt>
                <c:pt idx="1651">
                  <c:v>20650</c:v>
                </c:pt>
                <c:pt idx="1652">
                  <c:v>20650</c:v>
                </c:pt>
                <c:pt idx="1653">
                  <c:v>20675</c:v>
                </c:pt>
                <c:pt idx="1654">
                  <c:v>20675</c:v>
                </c:pt>
                <c:pt idx="1655">
                  <c:v>20700</c:v>
                </c:pt>
                <c:pt idx="1656">
                  <c:v>20700</c:v>
                </c:pt>
                <c:pt idx="1657">
                  <c:v>20725</c:v>
                </c:pt>
                <c:pt idx="1658">
                  <c:v>20725</c:v>
                </c:pt>
                <c:pt idx="1659">
                  <c:v>20750</c:v>
                </c:pt>
                <c:pt idx="1660">
                  <c:v>20750</c:v>
                </c:pt>
                <c:pt idx="1661">
                  <c:v>20775</c:v>
                </c:pt>
                <c:pt idx="1662">
                  <c:v>20775</c:v>
                </c:pt>
                <c:pt idx="1663">
                  <c:v>20800</c:v>
                </c:pt>
                <c:pt idx="1664">
                  <c:v>20800</c:v>
                </c:pt>
                <c:pt idx="1665">
                  <c:v>20825</c:v>
                </c:pt>
                <c:pt idx="1666">
                  <c:v>20825</c:v>
                </c:pt>
                <c:pt idx="1667">
                  <c:v>20850</c:v>
                </c:pt>
                <c:pt idx="1668">
                  <c:v>20850</c:v>
                </c:pt>
                <c:pt idx="1669">
                  <c:v>20875</c:v>
                </c:pt>
                <c:pt idx="1670">
                  <c:v>20875</c:v>
                </c:pt>
                <c:pt idx="1671">
                  <c:v>20900</c:v>
                </c:pt>
                <c:pt idx="1672">
                  <c:v>20900</c:v>
                </c:pt>
                <c:pt idx="1673">
                  <c:v>20925</c:v>
                </c:pt>
                <c:pt idx="1674">
                  <c:v>20925</c:v>
                </c:pt>
                <c:pt idx="1675">
                  <c:v>20950</c:v>
                </c:pt>
                <c:pt idx="1676">
                  <c:v>20950</c:v>
                </c:pt>
                <c:pt idx="1677">
                  <c:v>20975</c:v>
                </c:pt>
                <c:pt idx="1678">
                  <c:v>20975</c:v>
                </c:pt>
                <c:pt idx="1679">
                  <c:v>21000</c:v>
                </c:pt>
                <c:pt idx="1680">
                  <c:v>21000</c:v>
                </c:pt>
                <c:pt idx="1681">
                  <c:v>21025</c:v>
                </c:pt>
                <c:pt idx="1682">
                  <c:v>21025</c:v>
                </c:pt>
                <c:pt idx="1683">
                  <c:v>21050</c:v>
                </c:pt>
                <c:pt idx="1684">
                  <c:v>21050</c:v>
                </c:pt>
                <c:pt idx="1685">
                  <c:v>21075</c:v>
                </c:pt>
                <c:pt idx="1686">
                  <c:v>21075</c:v>
                </c:pt>
                <c:pt idx="1687">
                  <c:v>21100</c:v>
                </c:pt>
                <c:pt idx="1688">
                  <c:v>21100</c:v>
                </c:pt>
                <c:pt idx="1689">
                  <c:v>21125</c:v>
                </c:pt>
                <c:pt idx="1690">
                  <c:v>21125</c:v>
                </c:pt>
                <c:pt idx="1691">
                  <c:v>21150</c:v>
                </c:pt>
                <c:pt idx="1692">
                  <c:v>21150</c:v>
                </c:pt>
                <c:pt idx="1693">
                  <c:v>21175</c:v>
                </c:pt>
                <c:pt idx="1694">
                  <c:v>21175</c:v>
                </c:pt>
                <c:pt idx="1695">
                  <c:v>21200</c:v>
                </c:pt>
                <c:pt idx="1696">
                  <c:v>21200</c:v>
                </c:pt>
                <c:pt idx="1697">
                  <c:v>21225</c:v>
                </c:pt>
                <c:pt idx="1698">
                  <c:v>21225</c:v>
                </c:pt>
                <c:pt idx="1699">
                  <c:v>21250</c:v>
                </c:pt>
                <c:pt idx="1700">
                  <c:v>21250</c:v>
                </c:pt>
                <c:pt idx="1701">
                  <c:v>21275</c:v>
                </c:pt>
                <c:pt idx="1702">
                  <c:v>21275</c:v>
                </c:pt>
                <c:pt idx="1703">
                  <c:v>21300</c:v>
                </c:pt>
                <c:pt idx="1704">
                  <c:v>21300</c:v>
                </c:pt>
                <c:pt idx="1705">
                  <c:v>21325</c:v>
                </c:pt>
                <c:pt idx="1706">
                  <c:v>21325</c:v>
                </c:pt>
                <c:pt idx="1707">
                  <c:v>21350</c:v>
                </c:pt>
                <c:pt idx="1708">
                  <c:v>21350</c:v>
                </c:pt>
                <c:pt idx="1709">
                  <c:v>21375</c:v>
                </c:pt>
                <c:pt idx="1710">
                  <c:v>21375</c:v>
                </c:pt>
                <c:pt idx="1711">
                  <c:v>21400</c:v>
                </c:pt>
                <c:pt idx="1712">
                  <c:v>21400</c:v>
                </c:pt>
                <c:pt idx="1713">
                  <c:v>21425</c:v>
                </c:pt>
                <c:pt idx="1714">
                  <c:v>21425</c:v>
                </c:pt>
                <c:pt idx="1715">
                  <c:v>21450</c:v>
                </c:pt>
                <c:pt idx="1716">
                  <c:v>21450</c:v>
                </c:pt>
                <c:pt idx="1717">
                  <c:v>21475</c:v>
                </c:pt>
                <c:pt idx="1718">
                  <c:v>21475</c:v>
                </c:pt>
                <c:pt idx="1719">
                  <c:v>21500</c:v>
                </c:pt>
                <c:pt idx="1720">
                  <c:v>21500</c:v>
                </c:pt>
                <c:pt idx="1721">
                  <c:v>21525</c:v>
                </c:pt>
                <c:pt idx="1722">
                  <c:v>21525</c:v>
                </c:pt>
                <c:pt idx="1723">
                  <c:v>21550</c:v>
                </c:pt>
                <c:pt idx="1724">
                  <c:v>21550</c:v>
                </c:pt>
                <c:pt idx="1725">
                  <c:v>21575</c:v>
                </c:pt>
                <c:pt idx="1726">
                  <c:v>21575</c:v>
                </c:pt>
                <c:pt idx="1727">
                  <c:v>21600</c:v>
                </c:pt>
                <c:pt idx="1728">
                  <c:v>21600</c:v>
                </c:pt>
                <c:pt idx="1729">
                  <c:v>21625</c:v>
                </c:pt>
                <c:pt idx="1730">
                  <c:v>21625</c:v>
                </c:pt>
                <c:pt idx="1731">
                  <c:v>21650</c:v>
                </c:pt>
                <c:pt idx="1732">
                  <c:v>21650</c:v>
                </c:pt>
                <c:pt idx="1733">
                  <c:v>21675</c:v>
                </c:pt>
                <c:pt idx="1734">
                  <c:v>21675</c:v>
                </c:pt>
                <c:pt idx="1735">
                  <c:v>21700</c:v>
                </c:pt>
                <c:pt idx="1736">
                  <c:v>21700</c:v>
                </c:pt>
                <c:pt idx="1737">
                  <c:v>21725</c:v>
                </c:pt>
                <c:pt idx="1738">
                  <c:v>21725</c:v>
                </c:pt>
                <c:pt idx="1739">
                  <c:v>21750</c:v>
                </c:pt>
                <c:pt idx="1740">
                  <c:v>21750</c:v>
                </c:pt>
                <c:pt idx="1741">
                  <c:v>21775</c:v>
                </c:pt>
                <c:pt idx="1742">
                  <c:v>21775</c:v>
                </c:pt>
                <c:pt idx="1743">
                  <c:v>21800</c:v>
                </c:pt>
                <c:pt idx="1744">
                  <c:v>21800</c:v>
                </c:pt>
                <c:pt idx="1745">
                  <c:v>21825</c:v>
                </c:pt>
                <c:pt idx="1746">
                  <c:v>21825</c:v>
                </c:pt>
                <c:pt idx="1747">
                  <c:v>21850</c:v>
                </c:pt>
                <c:pt idx="1748">
                  <c:v>21850</c:v>
                </c:pt>
                <c:pt idx="1749">
                  <c:v>21875</c:v>
                </c:pt>
                <c:pt idx="1750">
                  <c:v>21875</c:v>
                </c:pt>
                <c:pt idx="1751">
                  <c:v>21900</c:v>
                </c:pt>
                <c:pt idx="1752">
                  <c:v>21900</c:v>
                </c:pt>
                <c:pt idx="1753">
                  <c:v>21925</c:v>
                </c:pt>
                <c:pt idx="1754">
                  <c:v>21925</c:v>
                </c:pt>
                <c:pt idx="1755">
                  <c:v>21950</c:v>
                </c:pt>
                <c:pt idx="1756">
                  <c:v>21950</c:v>
                </c:pt>
                <c:pt idx="1757">
                  <c:v>21975</c:v>
                </c:pt>
                <c:pt idx="1758">
                  <c:v>21975</c:v>
                </c:pt>
                <c:pt idx="1759">
                  <c:v>22000</c:v>
                </c:pt>
                <c:pt idx="1760">
                  <c:v>22000</c:v>
                </c:pt>
                <c:pt idx="1761">
                  <c:v>22025</c:v>
                </c:pt>
                <c:pt idx="1762">
                  <c:v>22025</c:v>
                </c:pt>
                <c:pt idx="1763">
                  <c:v>22050</c:v>
                </c:pt>
                <c:pt idx="1764">
                  <c:v>22050</c:v>
                </c:pt>
                <c:pt idx="1765">
                  <c:v>22075</c:v>
                </c:pt>
                <c:pt idx="1766">
                  <c:v>22075</c:v>
                </c:pt>
                <c:pt idx="1767">
                  <c:v>22100</c:v>
                </c:pt>
                <c:pt idx="1768">
                  <c:v>22100</c:v>
                </c:pt>
                <c:pt idx="1769">
                  <c:v>22125</c:v>
                </c:pt>
                <c:pt idx="1770">
                  <c:v>22125</c:v>
                </c:pt>
                <c:pt idx="1771">
                  <c:v>22150</c:v>
                </c:pt>
                <c:pt idx="1772">
                  <c:v>22150</c:v>
                </c:pt>
                <c:pt idx="1773">
                  <c:v>22175</c:v>
                </c:pt>
                <c:pt idx="1774">
                  <c:v>22175</c:v>
                </c:pt>
                <c:pt idx="1775">
                  <c:v>22200</c:v>
                </c:pt>
                <c:pt idx="1776">
                  <c:v>22200</c:v>
                </c:pt>
                <c:pt idx="1777">
                  <c:v>22225</c:v>
                </c:pt>
                <c:pt idx="1778">
                  <c:v>22225</c:v>
                </c:pt>
                <c:pt idx="1779">
                  <c:v>22250</c:v>
                </c:pt>
                <c:pt idx="1780">
                  <c:v>22250</c:v>
                </c:pt>
                <c:pt idx="1781">
                  <c:v>22275</c:v>
                </c:pt>
                <c:pt idx="1782">
                  <c:v>22275</c:v>
                </c:pt>
                <c:pt idx="1783">
                  <c:v>22300</c:v>
                </c:pt>
                <c:pt idx="1784">
                  <c:v>22300</c:v>
                </c:pt>
                <c:pt idx="1785">
                  <c:v>22325</c:v>
                </c:pt>
                <c:pt idx="1786">
                  <c:v>22325</c:v>
                </c:pt>
                <c:pt idx="1787">
                  <c:v>22350</c:v>
                </c:pt>
                <c:pt idx="1788">
                  <c:v>22350</c:v>
                </c:pt>
                <c:pt idx="1789">
                  <c:v>22375</c:v>
                </c:pt>
                <c:pt idx="1790">
                  <c:v>22375</c:v>
                </c:pt>
                <c:pt idx="1791">
                  <c:v>22400</c:v>
                </c:pt>
                <c:pt idx="1792">
                  <c:v>22400</c:v>
                </c:pt>
                <c:pt idx="1793">
                  <c:v>22425</c:v>
                </c:pt>
                <c:pt idx="1794">
                  <c:v>22425</c:v>
                </c:pt>
                <c:pt idx="1795">
                  <c:v>22450</c:v>
                </c:pt>
                <c:pt idx="1796">
                  <c:v>22450</c:v>
                </c:pt>
                <c:pt idx="1797">
                  <c:v>22475</c:v>
                </c:pt>
                <c:pt idx="1798">
                  <c:v>22475</c:v>
                </c:pt>
                <c:pt idx="1799">
                  <c:v>22500</c:v>
                </c:pt>
                <c:pt idx="1800">
                  <c:v>22500</c:v>
                </c:pt>
                <c:pt idx="1801">
                  <c:v>22525</c:v>
                </c:pt>
                <c:pt idx="1802">
                  <c:v>22525</c:v>
                </c:pt>
                <c:pt idx="1803">
                  <c:v>22550</c:v>
                </c:pt>
                <c:pt idx="1804">
                  <c:v>22550</c:v>
                </c:pt>
                <c:pt idx="1805">
                  <c:v>22575</c:v>
                </c:pt>
                <c:pt idx="1806">
                  <c:v>22575</c:v>
                </c:pt>
                <c:pt idx="1807">
                  <c:v>22600</c:v>
                </c:pt>
                <c:pt idx="1808">
                  <c:v>22600</c:v>
                </c:pt>
                <c:pt idx="1809">
                  <c:v>22625</c:v>
                </c:pt>
                <c:pt idx="1810">
                  <c:v>22625</c:v>
                </c:pt>
                <c:pt idx="1811">
                  <c:v>22650</c:v>
                </c:pt>
                <c:pt idx="1812">
                  <c:v>22650</c:v>
                </c:pt>
                <c:pt idx="1813">
                  <c:v>22675</c:v>
                </c:pt>
                <c:pt idx="1814">
                  <c:v>22675</c:v>
                </c:pt>
                <c:pt idx="1815">
                  <c:v>22700</c:v>
                </c:pt>
                <c:pt idx="1816">
                  <c:v>22700</c:v>
                </c:pt>
                <c:pt idx="1817">
                  <c:v>22725</c:v>
                </c:pt>
                <c:pt idx="1818">
                  <c:v>22725</c:v>
                </c:pt>
                <c:pt idx="1819">
                  <c:v>22750</c:v>
                </c:pt>
                <c:pt idx="1820">
                  <c:v>22750</c:v>
                </c:pt>
                <c:pt idx="1821">
                  <c:v>22775</c:v>
                </c:pt>
                <c:pt idx="1822">
                  <c:v>22775</c:v>
                </c:pt>
                <c:pt idx="1823">
                  <c:v>22800</c:v>
                </c:pt>
                <c:pt idx="1824">
                  <c:v>22800</c:v>
                </c:pt>
                <c:pt idx="1825">
                  <c:v>22825</c:v>
                </c:pt>
                <c:pt idx="1826">
                  <c:v>22825</c:v>
                </c:pt>
                <c:pt idx="1827">
                  <c:v>22850</c:v>
                </c:pt>
                <c:pt idx="1828">
                  <c:v>22850</c:v>
                </c:pt>
                <c:pt idx="1829">
                  <c:v>22875</c:v>
                </c:pt>
                <c:pt idx="1830">
                  <c:v>22875</c:v>
                </c:pt>
                <c:pt idx="1831">
                  <c:v>22900</c:v>
                </c:pt>
                <c:pt idx="1832">
                  <c:v>22900</c:v>
                </c:pt>
                <c:pt idx="1833">
                  <c:v>22925</c:v>
                </c:pt>
                <c:pt idx="1834">
                  <c:v>22925</c:v>
                </c:pt>
                <c:pt idx="1835">
                  <c:v>22950</c:v>
                </c:pt>
                <c:pt idx="1836">
                  <c:v>22950</c:v>
                </c:pt>
                <c:pt idx="1837">
                  <c:v>22975</c:v>
                </c:pt>
                <c:pt idx="1838">
                  <c:v>22975</c:v>
                </c:pt>
                <c:pt idx="1839">
                  <c:v>23000</c:v>
                </c:pt>
                <c:pt idx="1840">
                  <c:v>23000</c:v>
                </c:pt>
                <c:pt idx="1841">
                  <c:v>23025</c:v>
                </c:pt>
                <c:pt idx="1842">
                  <c:v>23025</c:v>
                </c:pt>
                <c:pt idx="1843">
                  <c:v>23050</c:v>
                </c:pt>
                <c:pt idx="1844">
                  <c:v>23050</c:v>
                </c:pt>
                <c:pt idx="1845">
                  <c:v>23075</c:v>
                </c:pt>
                <c:pt idx="1846">
                  <c:v>23075</c:v>
                </c:pt>
                <c:pt idx="1847">
                  <c:v>23100</c:v>
                </c:pt>
                <c:pt idx="1848">
                  <c:v>23100</c:v>
                </c:pt>
                <c:pt idx="1849">
                  <c:v>23125</c:v>
                </c:pt>
                <c:pt idx="1850">
                  <c:v>23125</c:v>
                </c:pt>
                <c:pt idx="1851">
                  <c:v>23150</c:v>
                </c:pt>
                <c:pt idx="1852">
                  <c:v>23150</c:v>
                </c:pt>
                <c:pt idx="1853">
                  <c:v>23175</c:v>
                </c:pt>
                <c:pt idx="1854">
                  <c:v>23175</c:v>
                </c:pt>
                <c:pt idx="1855">
                  <c:v>23200</c:v>
                </c:pt>
                <c:pt idx="1856">
                  <c:v>23200</c:v>
                </c:pt>
                <c:pt idx="1857">
                  <c:v>23225</c:v>
                </c:pt>
                <c:pt idx="1858">
                  <c:v>23225</c:v>
                </c:pt>
                <c:pt idx="1859">
                  <c:v>23250</c:v>
                </c:pt>
                <c:pt idx="1860">
                  <c:v>23250</c:v>
                </c:pt>
                <c:pt idx="1861">
                  <c:v>23275</c:v>
                </c:pt>
                <c:pt idx="1862">
                  <c:v>23275</c:v>
                </c:pt>
                <c:pt idx="1863">
                  <c:v>23300</c:v>
                </c:pt>
                <c:pt idx="1864">
                  <c:v>23300</c:v>
                </c:pt>
                <c:pt idx="1865">
                  <c:v>23325</c:v>
                </c:pt>
                <c:pt idx="1866">
                  <c:v>23325</c:v>
                </c:pt>
                <c:pt idx="1867">
                  <c:v>23350</c:v>
                </c:pt>
                <c:pt idx="1868">
                  <c:v>23350</c:v>
                </c:pt>
                <c:pt idx="1869">
                  <c:v>23375</c:v>
                </c:pt>
                <c:pt idx="1870">
                  <c:v>23375</c:v>
                </c:pt>
                <c:pt idx="1871">
                  <c:v>23400</c:v>
                </c:pt>
                <c:pt idx="1872">
                  <c:v>23400</c:v>
                </c:pt>
                <c:pt idx="1873">
                  <c:v>23425</c:v>
                </c:pt>
                <c:pt idx="1874">
                  <c:v>23425</c:v>
                </c:pt>
                <c:pt idx="1875">
                  <c:v>23450</c:v>
                </c:pt>
                <c:pt idx="1876">
                  <c:v>23450</c:v>
                </c:pt>
                <c:pt idx="1877">
                  <c:v>23475</c:v>
                </c:pt>
                <c:pt idx="1878">
                  <c:v>23475</c:v>
                </c:pt>
                <c:pt idx="1879">
                  <c:v>23500</c:v>
                </c:pt>
                <c:pt idx="1880">
                  <c:v>23500</c:v>
                </c:pt>
                <c:pt idx="1881">
                  <c:v>23525</c:v>
                </c:pt>
                <c:pt idx="1882">
                  <c:v>23525</c:v>
                </c:pt>
                <c:pt idx="1883">
                  <c:v>23550</c:v>
                </c:pt>
                <c:pt idx="1884">
                  <c:v>23550</c:v>
                </c:pt>
                <c:pt idx="1885">
                  <c:v>23575</c:v>
                </c:pt>
                <c:pt idx="1886">
                  <c:v>23575</c:v>
                </c:pt>
                <c:pt idx="1887">
                  <c:v>23600</c:v>
                </c:pt>
                <c:pt idx="1888">
                  <c:v>23600</c:v>
                </c:pt>
                <c:pt idx="1889">
                  <c:v>23625</c:v>
                </c:pt>
                <c:pt idx="1890">
                  <c:v>23625</c:v>
                </c:pt>
                <c:pt idx="1891">
                  <c:v>23650</c:v>
                </c:pt>
                <c:pt idx="1892">
                  <c:v>23650</c:v>
                </c:pt>
                <c:pt idx="1893">
                  <c:v>23675</c:v>
                </c:pt>
                <c:pt idx="1894">
                  <c:v>23675</c:v>
                </c:pt>
                <c:pt idx="1895">
                  <c:v>23700</c:v>
                </c:pt>
                <c:pt idx="1896">
                  <c:v>23700</c:v>
                </c:pt>
                <c:pt idx="1897">
                  <c:v>23725</c:v>
                </c:pt>
                <c:pt idx="1898">
                  <c:v>23725</c:v>
                </c:pt>
                <c:pt idx="1899">
                  <c:v>23750</c:v>
                </c:pt>
                <c:pt idx="1900">
                  <c:v>23750</c:v>
                </c:pt>
                <c:pt idx="1901">
                  <c:v>23775</c:v>
                </c:pt>
                <c:pt idx="1902">
                  <c:v>23775</c:v>
                </c:pt>
                <c:pt idx="1903">
                  <c:v>23800</c:v>
                </c:pt>
                <c:pt idx="1904">
                  <c:v>23800</c:v>
                </c:pt>
                <c:pt idx="1905">
                  <c:v>23825</c:v>
                </c:pt>
                <c:pt idx="1906">
                  <c:v>23825</c:v>
                </c:pt>
                <c:pt idx="1907">
                  <c:v>23850</c:v>
                </c:pt>
                <c:pt idx="1908">
                  <c:v>23850</c:v>
                </c:pt>
                <c:pt idx="1909">
                  <c:v>23875</c:v>
                </c:pt>
                <c:pt idx="1910">
                  <c:v>23875</c:v>
                </c:pt>
                <c:pt idx="1911">
                  <c:v>23900</c:v>
                </c:pt>
                <c:pt idx="1912">
                  <c:v>23900</c:v>
                </c:pt>
                <c:pt idx="1913">
                  <c:v>23925</c:v>
                </c:pt>
                <c:pt idx="1914">
                  <c:v>23925</c:v>
                </c:pt>
                <c:pt idx="1915">
                  <c:v>23950</c:v>
                </c:pt>
                <c:pt idx="1916">
                  <c:v>23950</c:v>
                </c:pt>
                <c:pt idx="1917">
                  <c:v>23975</c:v>
                </c:pt>
                <c:pt idx="1918">
                  <c:v>23975</c:v>
                </c:pt>
                <c:pt idx="1919">
                  <c:v>24000</c:v>
                </c:pt>
                <c:pt idx="1920">
                  <c:v>24000</c:v>
                </c:pt>
                <c:pt idx="1921">
                  <c:v>24025</c:v>
                </c:pt>
                <c:pt idx="1922">
                  <c:v>24025</c:v>
                </c:pt>
                <c:pt idx="1923">
                  <c:v>24050</c:v>
                </c:pt>
                <c:pt idx="1924">
                  <c:v>24050</c:v>
                </c:pt>
                <c:pt idx="1925">
                  <c:v>24075</c:v>
                </c:pt>
                <c:pt idx="1926">
                  <c:v>24075</c:v>
                </c:pt>
                <c:pt idx="1927">
                  <c:v>24100</c:v>
                </c:pt>
                <c:pt idx="1928">
                  <c:v>24100</c:v>
                </c:pt>
                <c:pt idx="1929">
                  <c:v>24125</c:v>
                </c:pt>
                <c:pt idx="1930">
                  <c:v>24125</c:v>
                </c:pt>
                <c:pt idx="1931">
                  <c:v>24150</c:v>
                </c:pt>
                <c:pt idx="1932">
                  <c:v>24150</c:v>
                </c:pt>
                <c:pt idx="1933">
                  <c:v>24175</c:v>
                </c:pt>
                <c:pt idx="1934">
                  <c:v>24175</c:v>
                </c:pt>
                <c:pt idx="1935">
                  <c:v>24200</c:v>
                </c:pt>
                <c:pt idx="1936">
                  <c:v>24200</c:v>
                </c:pt>
                <c:pt idx="1937">
                  <c:v>24225</c:v>
                </c:pt>
                <c:pt idx="1938">
                  <c:v>24225</c:v>
                </c:pt>
                <c:pt idx="1939">
                  <c:v>24250</c:v>
                </c:pt>
                <c:pt idx="1940">
                  <c:v>24250</c:v>
                </c:pt>
                <c:pt idx="1941">
                  <c:v>24275</c:v>
                </c:pt>
                <c:pt idx="1942">
                  <c:v>24275</c:v>
                </c:pt>
                <c:pt idx="1943">
                  <c:v>24300</c:v>
                </c:pt>
                <c:pt idx="1944">
                  <c:v>24300</c:v>
                </c:pt>
                <c:pt idx="1945">
                  <c:v>24325</c:v>
                </c:pt>
                <c:pt idx="1946">
                  <c:v>24325</c:v>
                </c:pt>
                <c:pt idx="1947">
                  <c:v>24350</c:v>
                </c:pt>
                <c:pt idx="1948">
                  <c:v>24350</c:v>
                </c:pt>
                <c:pt idx="1949">
                  <c:v>24375</c:v>
                </c:pt>
                <c:pt idx="1950">
                  <c:v>24375</c:v>
                </c:pt>
                <c:pt idx="1951">
                  <c:v>24400</c:v>
                </c:pt>
                <c:pt idx="1952">
                  <c:v>24400</c:v>
                </c:pt>
                <c:pt idx="1953">
                  <c:v>24425</c:v>
                </c:pt>
                <c:pt idx="1954">
                  <c:v>24425</c:v>
                </c:pt>
                <c:pt idx="1955">
                  <c:v>24450</c:v>
                </c:pt>
                <c:pt idx="1956">
                  <c:v>24450</c:v>
                </c:pt>
                <c:pt idx="1957">
                  <c:v>24475</c:v>
                </c:pt>
                <c:pt idx="1958">
                  <c:v>24475</c:v>
                </c:pt>
                <c:pt idx="1959">
                  <c:v>24500</c:v>
                </c:pt>
                <c:pt idx="1960">
                  <c:v>24500</c:v>
                </c:pt>
                <c:pt idx="1961">
                  <c:v>24525</c:v>
                </c:pt>
                <c:pt idx="1962">
                  <c:v>24525</c:v>
                </c:pt>
                <c:pt idx="1963">
                  <c:v>24550</c:v>
                </c:pt>
                <c:pt idx="1964">
                  <c:v>24550</c:v>
                </c:pt>
                <c:pt idx="1965">
                  <c:v>24575</c:v>
                </c:pt>
                <c:pt idx="1966">
                  <c:v>24575</c:v>
                </c:pt>
                <c:pt idx="1967">
                  <c:v>24600</c:v>
                </c:pt>
                <c:pt idx="1968">
                  <c:v>24600</c:v>
                </c:pt>
                <c:pt idx="1969">
                  <c:v>24625</c:v>
                </c:pt>
                <c:pt idx="1970">
                  <c:v>24625</c:v>
                </c:pt>
                <c:pt idx="1971">
                  <c:v>24650</c:v>
                </c:pt>
                <c:pt idx="1972">
                  <c:v>24650</c:v>
                </c:pt>
                <c:pt idx="1973">
                  <c:v>24675</c:v>
                </c:pt>
                <c:pt idx="1974">
                  <c:v>24675</c:v>
                </c:pt>
                <c:pt idx="1975">
                  <c:v>24700</c:v>
                </c:pt>
                <c:pt idx="1976">
                  <c:v>24700</c:v>
                </c:pt>
                <c:pt idx="1977">
                  <c:v>24725</c:v>
                </c:pt>
                <c:pt idx="1978">
                  <c:v>24725</c:v>
                </c:pt>
                <c:pt idx="1979">
                  <c:v>24750</c:v>
                </c:pt>
                <c:pt idx="1980">
                  <c:v>24750</c:v>
                </c:pt>
                <c:pt idx="1981">
                  <c:v>24775</c:v>
                </c:pt>
                <c:pt idx="1982">
                  <c:v>24775</c:v>
                </c:pt>
                <c:pt idx="1983">
                  <c:v>24800</c:v>
                </c:pt>
                <c:pt idx="1984">
                  <c:v>24800</c:v>
                </c:pt>
                <c:pt idx="1985">
                  <c:v>24825</c:v>
                </c:pt>
                <c:pt idx="1986">
                  <c:v>24825</c:v>
                </c:pt>
                <c:pt idx="1987">
                  <c:v>24850</c:v>
                </c:pt>
                <c:pt idx="1988">
                  <c:v>24850</c:v>
                </c:pt>
                <c:pt idx="1989">
                  <c:v>24875</c:v>
                </c:pt>
                <c:pt idx="1990">
                  <c:v>24875</c:v>
                </c:pt>
                <c:pt idx="1991">
                  <c:v>24900</c:v>
                </c:pt>
                <c:pt idx="1992">
                  <c:v>24900</c:v>
                </c:pt>
                <c:pt idx="1993">
                  <c:v>24925</c:v>
                </c:pt>
                <c:pt idx="1994">
                  <c:v>24925</c:v>
                </c:pt>
                <c:pt idx="1995">
                  <c:v>24950</c:v>
                </c:pt>
                <c:pt idx="1996">
                  <c:v>24950</c:v>
                </c:pt>
                <c:pt idx="1997">
                  <c:v>24975</c:v>
                </c:pt>
                <c:pt idx="1998">
                  <c:v>24975</c:v>
                </c:pt>
                <c:pt idx="1999">
                  <c:v>25000</c:v>
                </c:pt>
                <c:pt idx="2000">
                  <c:v>25000</c:v>
                </c:pt>
                <c:pt idx="2001">
                  <c:v>25025</c:v>
                </c:pt>
                <c:pt idx="2002">
                  <c:v>25025</c:v>
                </c:pt>
                <c:pt idx="2003">
                  <c:v>25050</c:v>
                </c:pt>
                <c:pt idx="2004">
                  <c:v>25050</c:v>
                </c:pt>
                <c:pt idx="2005">
                  <c:v>25075</c:v>
                </c:pt>
                <c:pt idx="2006">
                  <c:v>25075</c:v>
                </c:pt>
                <c:pt idx="2007">
                  <c:v>25100</c:v>
                </c:pt>
                <c:pt idx="2008">
                  <c:v>25100</c:v>
                </c:pt>
                <c:pt idx="2009">
                  <c:v>25125</c:v>
                </c:pt>
                <c:pt idx="2010">
                  <c:v>25125</c:v>
                </c:pt>
                <c:pt idx="2011">
                  <c:v>25150</c:v>
                </c:pt>
                <c:pt idx="2012">
                  <c:v>25150</c:v>
                </c:pt>
                <c:pt idx="2013">
                  <c:v>25175</c:v>
                </c:pt>
                <c:pt idx="2014">
                  <c:v>25175</c:v>
                </c:pt>
                <c:pt idx="2015">
                  <c:v>25200</c:v>
                </c:pt>
                <c:pt idx="2016">
                  <c:v>25200</c:v>
                </c:pt>
                <c:pt idx="2017">
                  <c:v>25225</c:v>
                </c:pt>
                <c:pt idx="2018">
                  <c:v>25225</c:v>
                </c:pt>
                <c:pt idx="2019">
                  <c:v>25250</c:v>
                </c:pt>
                <c:pt idx="2020">
                  <c:v>25250</c:v>
                </c:pt>
                <c:pt idx="2021">
                  <c:v>25275</c:v>
                </c:pt>
                <c:pt idx="2022">
                  <c:v>25275</c:v>
                </c:pt>
                <c:pt idx="2023">
                  <c:v>25300</c:v>
                </c:pt>
                <c:pt idx="2024">
                  <c:v>25300</c:v>
                </c:pt>
                <c:pt idx="2025">
                  <c:v>25325</c:v>
                </c:pt>
                <c:pt idx="2026">
                  <c:v>25325</c:v>
                </c:pt>
                <c:pt idx="2027">
                  <c:v>25350</c:v>
                </c:pt>
                <c:pt idx="2028">
                  <c:v>25350</c:v>
                </c:pt>
                <c:pt idx="2029">
                  <c:v>25375</c:v>
                </c:pt>
                <c:pt idx="2030">
                  <c:v>25375</c:v>
                </c:pt>
                <c:pt idx="2031">
                  <c:v>25400</c:v>
                </c:pt>
                <c:pt idx="2032">
                  <c:v>25400</c:v>
                </c:pt>
                <c:pt idx="2033">
                  <c:v>25425</c:v>
                </c:pt>
                <c:pt idx="2034">
                  <c:v>25425</c:v>
                </c:pt>
                <c:pt idx="2035">
                  <c:v>25450</c:v>
                </c:pt>
                <c:pt idx="2036">
                  <c:v>25450</c:v>
                </c:pt>
                <c:pt idx="2037">
                  <c:v>25475</c:v>
                </c:pt>
                <c:pt idx="2038">
                  <c:v>25475</c:v>
                </c:pt>
                <c:pt idx="2039">
                  <c:v>25500</c:v>
                </c:pt>
                <c:pt idx="2040">
                  <c:v>25500</c:v>
                </c:pt>
                <c:pt idx="2041">
                  <c:v>25525</c:v>
                </c:pt>
                <c:pt idx="2042">
                  <c:v>25525</c:v>
                </c:pt>
                <c:pt idx="2043">
                  <c:v>25550</c:v>
                </c:pt>
                <c:pt idx="2044">
                  <c:v>25550</c:v>
                </c:pt>
                <c:pt idx="2045">
                  <c:v>25575</c:v>
                </c:pt>
                <c:pt idx="2046">
                  <c:v>25575</c:v>
                </c:pt>
                <c:pt idx="2047">
                  <c:v>25600</c:v>
                </c:pt>
                <c:pt idx="2048">
                  <c:v>25600</c:v>
                </c:pt>
                <c:pt idx="2049">
                  <c:v>25625</c:v>
                </c:pt>
                <c:pt idx="2050">
                  <c:v>25625</c:v>
                </c:pt>
                <c:pt idx="2051">
                  <c:v>25650</c:v>
                </c:pt>
                <c:pt idx="2052">
                  <c:v>25650</c:v>
                </c:pt>
                <c:pt idx="2053">
                  <c:v>25675</c:v>
                </c:pt>
                <c:pt idx="2054">
                  <c:v>25675</c:v>
                </c:pt>
                <c:pt idx="2055">
                  <c:v>25700</c:v>
                </c:pt>
                <c:pt idx="2056">
                  <c:v>25700</c:v>
                </c:pt>
                <c:pt idx="2057">
                  <c:v>25725</c:v>
                </c:pt>
                <c:pt idx="2058">
                  <c:v>25725</c:v>
                </c:pt>
                <c:pt idx="2059">
                  <c:v>25750</c:v>
                </c:pt>
                <c:pt idx="2060">
                  <c:v>25750</c:v>
                </c:pt>
                <c:pt idx="2061">
                  <c:v>25775</c:v>
                </c:pt>
                <c:pt idx="2062">
                  <c:v>25775</c:v>
                </c:pt>
                <c:pt idx="2063">
                  <c:v>25800</c:v>
                </c:pt>
                <c:pt idx="2064">
                  <c:v>25800</c:v>
                </c:pt>
                <c:pt idx="2065">
                  <c:v>25825</c:v>
                </c:pt>
                <c:pt idx="2066">
                  <c:v>25825</c:v>
                </c:pt>
                <c:pt idx="2067">
                  <c:v>25850</c:v>
                </c:pt>
                <c:pt idx="2068">
                  <c:v>25850</c:v>
                </c:pt>
                <c:pt idx="2069">
                  <c:v>25875</c:v>
                </c:pt>
                <c:pt idx="2070">
                  <c:v>25875</c:v>
                </c:pt>
                <c:pt idx="2071">
                  <c:v>25900</c:v>
                </c:pt>
                <c:pt idx="2072">
                  <c:v>25900</c:v>
                </c:pt>
                <c:pt idx="2073">
                  <c:v>25925</c:v>
                </c:pt>
                <c:pt idx="2074">
                  <c:v>25925</c:v>
                </c:pt>
                <c:pt idx="2075">
                  <c:v>25950</c:v>
                </c:pt>
                <c:pt idx="2076">
                  <c:v>25950</c:v>
                </c:pt>
                <c:pt idx="2077">
                  <c:v>25975</c:v>
                </c:pt>
                <c:pt idx="2078">
                  <c:v>25975</c:v>
                </c:pt>
                <c:pt idx="2079">
                  <c:v>26000</c:v>
                </c:pt>
                <c:pt idx="2080">
                  <c:v>26000</c:v>
                </c:pt>
                <c:pt idx="2081">
                  <c:v>26025</c:v>
                </c:pt>
                <c:pt idx="2082">
                  <c:v>26025</c:v>
                </c:pt>
                <c:pt idx="2083">
                  <c:v>26050</c:v>
                </c:pt>
                <c:pt idx="2084">
                  <c:v>26050</c:v>
                </c:pt>
                <c:pt idx="2085">
                  <c:v>26075</c:v>
                </c:pt>
                <c:pt idx="2086">
                  <c:v>26075</c:v>
                </c:pt>
                <c:pt idx="2087">
                  <c:v>26100</c:v>
                </c:pt>
                <c:pt idx="2088">
                  <c:v>26100</c:v>
                </c:pt>
                <c:pt idx="2089">
                  <c:v>26125</c:v>
                </c:pt>
                <c:pt idx="2090">
                  <c:v>26125</c:v>
                </c:pt>
                <c:pt idx="2091">
                  <c:v>26150</c:v>
                </c:pt>
                <c:pt idx="2092">
                  <c:v>26150</c:v>
                </c:pt>
                <c:pt idx="2093">
                  <c:v>26175</c:v>
                </c:pt>
                <c:pt idx="2094">
                  <c:v>26175</c:v>
                </c:pt>
                <c:pt idx="2095">
                  <c:v>26200</c:v>
                </c:pt>
                <c:pt idx="2096">
                  <c:v>26200</c:v>
                </c:pt>
                <c:pt idx="2097">
                  <c:v>26225</c:v>
                </c:pt>
                <c:pt idx="2098">
                  <c:v>26225</c:v>
                </c:pt>
                <c:pt idx="2099">
                  <c:v>26250</c:v>
                </c:pt>
                <c:pt idx="2100">
                  <c:v>26250</c:v>
                </c:pt>
                <c:pt idx="2101">
                  <c:v>26275</c:v>
                </c:pt>
                <c:pt idx="2102">
                  <c:v>26275</c:v>
                </c:pt>
                <c:pt idx="2103">
                  <c:v>26300</c:v>
                </c:pt>
                <c:pt idx="2104">
                  <c:v>26300</c:v>
                </c:pt>
                <c:pt idx="2105">
                  <c:v>26325</c:v>
                </c:pt>
                <c:pt idx="2106">
                  <c:v>26325</c:v>
                </c:pt>
                <c:pt idx="2107">
                  <c:v>26350</c:v>
                </c:pt>
                <c:pt idx="2108">
                  <c:v>26350</c:v>
                </c:pt>
                <c:pt idx="2109">
                  <c:v>26375</c:v>
                </c:pt>
                <c:pt idx="2110">
                  <c:v>26375</c:v>
                </c:pt>
                <c:pt idx="2111">
                  <c:v>26400</c:v>
                </c:pt>
                <c:pt idx="2112">
                  <c:v>26400</c:v>
                </c:pt>
                <c:pt idx="2113">
                  <c:v>26425</c:v>
                </c:pt>
                <c:pt idx="2114">
                  <c:v>26425</c:v>
                </c:pt>
                <c:pt idx="2115">
                  <c:v>26450</c:v>
                </c:pt>
                <c:pt idx="2116">
                  <c:v>26450</c:v>
                </c:pt>
                <c:pt idx="2117">
                  <c:v>26475</c:v>
                </c:pt>
                <c:pt idx="2118">
                  <c:v>26475</c:v>
                </c:pt>
                <c:pt idx="2119">
                  <c:v>26500</c:v>
                </c:pt>
                <c:pt idx="2120">
                  <c:v>26500</c:v>
                </c:pt>
                <c:pt idx="2121">
                  <c:v>26525</c:v>
                </c:pt>
                <c:pt idx="2122">
                  <c:v>26525</c:v>
                </c:pt>
                <c:pt idx="2123">
                  <c:v>26550</c:v>
                </c:pt>
                <c:pt idx="2124">
                  <c:v>26550</c:v>
                </c:pt>
                <c:pt idx="2125">
                  <c:v>26575</c:v>
                </c:pt>
                <c:pt idx="2126">
                  <c:v>26575</c:v>
                </c:pt>
                <c:pt idx="2127">
                  <c:v>26600</c:v>
                </c:pt>
                <c:pt idx="2128">
                  <c:v>26600</c:v>
                </c:pt>
                <c:pt idx="2129">
                  <c:v>26625</c:v>
                </c:pt>
                <c:pt idx="2130">
                  <c:v>26625</c:v>
                </c:pt>
                <c:pt idx="2131">
                  <c:v>26650</c:v>
                </c:pt>
                <c:pt idx="2132">
                  <c:v>26650</c:v>
                </c:pt>
                <c:pt idx="2133">
                  <c:v>26675</c:v>
                </c:pt>
                <c:pt idx="2134">
                  <c:v>26675</c:v>
                </c:pt>
                <c:pt idx="2135">
                  <c:v>26700</c:v>
                </c:pt>
                <c:pt idx="2136">
                  <c:v>26700</c:v>
                </c:pt>
                <c:pt idx="2137">
                  <c:v>26725</c:v>
                </c:pt>
                <c:pt idx="2138">
                  <c:v>26725</c:v>
                </c:pt>
                <c:pt idx="2139">
                  <c:v>26750</c:v>
                </c:pt>
                <c:pt idx="2140">
                  <c:v>26750</c:v>
                </c:pt>
                <c:pt idx="2141">
                  <c:v>26775</c:v>
                </c:pt>
                <c:pt idx="2142">
                  <c:v>26775</c:v>
                </c:pt>
                <c:pt idx="2143">
                  <c:v>26800</c:v>
                </c:pt>
                <c:pt idx="2144">
                  <c:v>26800</c:v>
                </c:pt>
                <c:pt idx="2145">
                  <c:v>26825</c:v>
                </c:pt>
                <c:pt idx="2146">
                  <c:v>26825</c:v>
                </c:pt>
                <c:pt idx="2147">
                  <c:v>26850</c:v>
                </c:pt>
                <c:pt idx="2148">
                  <c:v>26850</c:v>
                </c:pt>
                <c:pt idx="2149">
                  <c:v>26875</c:v>
                </c:pt>
                <c:pt idx="2150">
                  <c:v>26875</c:v>
                </c:pt>
                <c:pt idx="2151">
                  <c:v>26900</c:v>
                </c:pt>
                <c:pt idx="2152">
                  <c:v>26900</c:v>
                </c:pt>
                <c:pt idx="2153">
                  <c:v>26925</c:v>
                </c:pt>
                <c:pt idx="2154">
                  <c:v>26925</c:v>
                </c:pt>
                <c:pt idx="2155">
                  <c:v>26950</c:v>
                </c:pt>
                <c:pt idx="2156">
                  <c:v>26950</c:v>
                </c:pt>
                <c:pt idx="2157">
                  <c:v>26975</c:v>
                </c:pt>
                <c:pt idx="2158">
                  <c:v>26975</c:v>
                </c:pt>
                <c:pt idx="2159">
                  <c:v>27000</c:v>
                </c:pt>
                <c:pt idx="2160">
                  <c:v>27000</c:v>
                </c:pt>
                <c:pt idx="2161">
                  <c:v>27025</c:v>
                </c:pt>
                <c:pt idx="2162">
                  <c:v>27025</c:v>
                </c:pt>
                <c:pt idx="2163">
                  <c:v>27050</c:v>
                </c:pt>
                <c:pt idx="2164">
                  <c:v>27050</c:v>
                </c:pt>
                <c:pt idx="2165">
                  <c:v>27075</c:v>
                </c:pt>
                <c:pt idx="2166">
                  <c:v>27075</c:v>
                </c:pt>
                <c:pt idx="2167">
                  <c:v>27100</c:v>
                </c:pt>
                <c:pt idx="2168">
                  <c:v>27100</c:v>
                </c:pt>
                <c:pt idx="2169">
                  <c:v>27125</c:v>
                </c:pt>
                <c:pt idx="2170">
                  <c:v>27125</c:v>
                </c:pt>
                <c:pt idx="2171">
                  <c:v>27150</c:v>
                </c:pt>
                <c:pt idx="2172">
                  <c:v>27150</c:v>
                </c:pt>
                <c:pt idx="2173">
                  <c:v>27175</c:v>
                </c:pt>
                <c:pt idx="2174">
                  <c:v>27175</c:v>
                </c:pt>
                <c:pt idx="2175">
                  <c:v>27200</c:v>
                </c:pt>
                <c:pt idx="2176">
                  <c:v>27200</c:v>
                </c:pt>
                <c:pt idx="2177">
                  <c:v>27225</c:v>
                </c:pt>
                <c:pt idx="2178">
                  <c:v>27225</c:v>
                </c:pt>
                <c:pt idx="2179">
                  <c:v>27250</c:v>
                </c:pt>
                <c:pt idx="2180">
                  <c:v>27250</c:v>
                </c:pt>
                <c:pt idx="2181">
                  <c:v>27275</c:v>
                </c:pt>
                <c:pt idx="2182">
                  <c:v>27275</c:v>
                </c:pt>
                <c:pt idx="2183">
                  <c:v>27300</c:v>
                </c:pt>
                <c:pt idx="2184">
                  <c:v>27300</c:v>
                </c:pt>
                <c:pt idx="2185">
                  <c:v>27325</c:v>
                </c:pt>
                <c:pt idx="2186">
                  <c:v>27325</c:v>
                </c:pt>
                <c:pt idx="2187">
                  <c:v>27350</c:v>
                </c:pt>
                <c:pt idx="2188">
                  <c:v>27350</c:v>
                </c:pt>
                <c:pt idx="2189">
                  <c:v>27375</c:v>
                </c:pt>
                <c:pt idx="2190">
                  <c:v>27375</c:v>
                </c:pt>
                <c:pt idx="2191">
                  <c:v>27400</c:v>
                </c:pt>
                <c:pt idx="2192">
                  <c:v>27400</c:v>
                </c:pt>
                <c:pt idx="2193">
                  <c:v>27425</c:v>
                </c:pt>
                <c:pt idx="2194">
                  <c:v>27425</c:v>
                </c:pt>
                <c:pt idx="2195">
                  <c:v>27450</c:v>
                </c:pt>
                <c:pt idx="2196">
                  <c:v>27450</c:v>
                </c:pt>
                <c:pt idx="2197">
                  <c:v>27475</c:v>
                </c:pt>
                <c:pt idx="2198">
                  <c:v>27475</c:v>
                </c:pt>
                <c:pt idx="2199">
                  <c:v>27500</c:v>
                </c:pt>
                <c:pt idx="2200">
                  <c:v>27500</c:v>
                </c:pt>
                <c:pt idx="2201">
                  <c:v>27525</c:v>
                </c:pt>
                <c:pt idx="2202">
                  <c:v>27525</c:v>
                </c:pt>
                <c:pt idx="2203">
                  <c:v>27550</c:v>
                </c:pt>
                <c:pt idx="2204">
                  <c:v>27550</c:v>
                </c:pt>
                <c:pt idx="2205">
                  <c:v>27575</c:v>
                </c:pt>
                <c:pt idx="2206">
                  <c:v>27575</c:v>
                </c:pt>
                <c:pt idx="2207">
                  <c:v>27600</c:v>
                </c:pt>
                <c:pt idx="2208">
                  <c:v>27600</c:v>
                </c:pt>
                <c:pt idx="2209">
                  <c:v>27625</c:v>
                </c:pt>
                <c:pt idx="2210">
                  <c:v>27625</c:v>
                </c:pt>
                <c:pt idx="2211">
                  <c:v>27650</c:v>
                </c:pt>
                <c:pt idx="2212">
                  <c:v>27650</c:v>
                </c:pt>
                <c:pt idx="2213">
                  <c:v>27675</c:v>
                </c:pt>
                <c:pt idx="2214">
                  <c:v>27675</c:v>
                </c:pt>
                <c:pt idx="2215">
                  <c:v>27700</c:v>
                </c:pt>
                <c:pt idx="2216">
                  <c:v>27700</c:v>
                </c:pt>
                <c:pt idx="2217">
                  <c:v>27725</c:v>
                </c:pt>
                <c:pt idx="2218">
                  <c:v>27725</c:v>
                </c:pt>
                <c:pt idx="2219">
                  <c:v>27750</c:v>
                </c:pt>
                <c:pt idx="2220">
                  <c:v>27750</c:v>
                </c:pt>
                <c:pt idx="2221">
                  <c:v>27775</c:v>
                </c:pt>
                <c:pt idx="2222">
                  <c:v>27775</c:v>
                </c:pt>
                <c:pt idx="2223">
                  <c:v>27800</c:v>
                </c:pt>
                <c:pt idx="2224">
                  <c:v>27800</c:v>
                </c:pt>
                <c:pt idx="2225">
                  <c:v>27825</c:v>
                </c:pt>
                <c:pt idx="2226">
                  <c:v>27825</c:v>
                </c:pt>
                <c:pt idx="2227">
                  <c:v>27850</c:v>
                </c:pt>
                <c:pt idx="2228">
                  <c:v>27850</c:v>
                </c:pt>
                <c:pt idx="2229">
                  <c:v>27875</c:v>
                </c:pt>
                <c:pt idx="2230">
                  <c:v>27875</c:v>
                </c:pt>
                <c:pt idx="2231">
                  <c:v>27900</c:v>
                </c:pt>
                <c:pt idx="2232">
                  <c:v>27900</c:v>
                </c:pt>
                <c:pt idx="2233">
                  <c:v>27925</c:v>
                </c:pt>
                <c:pt idx="2234">
                  <c:v>27925</c:v>
                </c:pt>
                <c:pt idx="2235">
                  <c:v>27950</c:v>
                </c:pt>
                <c:pt idx="2236">
                  <c:v>27950</c:v>
                </c:pt>
                <c:pt idx="2237">
                  <c:v>27975</c:v>
                </c:pt>
                <c:pt idx="2238">
                  <c:v>27975</c:v>
                </c:pt>
                <c:pt idx="2239">
                  <c:v>28000</c:v>
                </c:pt>
                <c:pt idx="2240">
                  <c:v>28000</c:v>
                </c:pt>
                <c:pt idx="2241">
                  <c:v>28025</c:v>
                </c:pt>
                <c:pt idx="2242">
                  <c:v>28025</c:v>
                </c:pt>
                <c:pt idx="2243">
                  <c:v>28050</c:v>
                </c:pt>
                <c:pt idx="2244">
                  <c:v>28050</c:v>
                </c:pt>
                <c:pt idx="2245">
                  <c:v>28075</c:v>
                </c:pt>
                <c:pt idx="2246">
                  <c:v>28075</c:v>
                </c:pt>
                <c:pt idx="2247">
                  <c:v>28100</c:v>
                </c:pt>
                <c:pt idx="2248">
                  <c:v>28100</c:v>
                </c:pt>
                <c:pt idx="2249">
                  <c:v>28125</c:v>
                </c:pt>
                <c:pt idx="2250">
                  <c:v>28125</c:v>
                </c:pt>
                <c:pt idx="2251">
                  <c:v>28150</c:v>
                </c:pt>
                <c:pt idx="2252">
                  <c:v>28150</c:v>
                </c:pt>
                <c:pt idx="2253">
                  <c:v>28175</c:v>
                </c:pt>
                <c:pt idx="2254">
                  <c:v>28175</c:v>
                </c:pt>
                <c:pt idx="2255">
                  <c:v>28200</c:v>
                </c:pt>
                <c:pt idx="2256">
                  <c:v>28200</c:v>
                </c:pt>
                <c:pt idx="2257">
                  <c:v>28225</c:v>
                </c:pt>
                <c:pt idx="2258">
                  <c:v>28225</c:v>
                </c:pt>
                <c:pt idx="2259">
                  <c:v>28250</c:v>
                </c:pt>
                <c:pt idx="2260">
                  <c:v>28250</c:v>
                </c:pt>
                <c:pt idx="2261">
                  <c:v>28275</c:v>
                </c:pt>
                <c:pt idx="2262">
                  <c:v>28275</c:v>
                </c:pt>
                <c:pt idx="2263">
                  <c:v>28300</c:v>
                </c:pt>
                <c:pt idx="2264">
                  <c:v>28300</c:v>
                </c:pt>
                <c:pt idx="2265">
                  <c:v>28325</c:v>
                </c:pt>
                <c:pt idx="2266">
                  <c:v>28325</c:v>
                </c:pt>
                <c:pt idx="2267">
                  <c:v>28350</c:v>
                </c:pt>
                <c:pt idx="2268">
                  <c:v>28350</c:v>
                </c:pt>
                <c:pt idx="2269">
                  <c:v>28375</c:v>
                </c:pt>
                <c:pt idx="2270">
                  <c:v>28375</c:v>
                </c:pt>
                <c:pt idx="2271">
                  <c:v>28400</c:v>
                </c:pt>
                <c:pt idx="2272">
                  <c:v>28400</c:v>
                </c:pt>
                <c:pt idx="2273">
                  <c:v>28425</c:v>
                </c:pt>
                <c:pt idx="2274">
                  <c:v>28425</c:v>
                </c:pt>
                <c:pt idx="2275">
                  <c:v>28450</c:v>
                </c:pt>
                <c:pt idx="2276">
                  <c:v>28450</c:v>
                </c:pt>
                <c:pt idx="2277">
                  <c:v>28475</c:v>
                </c:pt>
                <c:pt idx="2278">
                  <c:v>28475</c:v>
                </c:pt>
                <c:pt idx="2279">
                  <c:v>28500</c:v>
                </c:pt>
                <c:pt idx="2280">
                  <c:v>28500</c:v>
                </c:pt>
                <c:pt idx="2281">
                  <c:v>28525</c:v>
                </c:pt>
                <c:pt idx="2282">
                  <c:v>28525</c:v>
                </c:pt>
                <c:pt idx="2283">
                  <c:v>28550</c:v>
                </c:pt>
                <c:pt idx="2284">
                  <c:v>28550</c:v>
                </c:pt>
                <c:pt idx="2285">
                  <c:v>28575</c:v>
                </c:pt>
                <c:pt idx="2286">
                  <c:v>28575</c:v>
                </c:pt>
                <c:pt idx="2287">
                  <c:v>28600</c:v>
                </c:pt>
                <c:pt idx="2288">
                  <c:v>28600</c:v>
                </c:pt>
                <c:pt idx="2289">
                  <c:v>28625</c:v>
                </c:pt>
                <c:pt idx="2290">
                  <c:v>28625</c:v>
                </c:pt>
                <c:pt idx="2291">
                  <c:v>28650</c:v>
                </c:pt>
                <c:pt idx="2292">
                  <c:v>28650</c:v>
                </c:pt>
                <c:pt idx="2293">
                  <c:v>28675</c:v>
                </c:pt>
                <c:pt idx="2294">
                  <c:v>28675</c:v>
                </c:pt>
                <c:pt idx="2295">
                  <c:v>28700</c:v>
                </c:pt>
                <c:pt idx="2296">
                  <c:v>28700</c:v>
                </c:pt>
                <c:pt idx="2297">
                  <c:v>28725</c:v>
                </c:pt>
                <c:pt idx="2298">
                  <c:v>28725</c:v>
                </c:pt>
                <c:pt idx="2299">
                  <c:v>28750</c:v>
                </c:pt>
                <c:pt idx="2300">
                  <c:v>28750</c:v>
                </c:pt>
                <c:pt idx="2301">
                  <c:v>28775</c:v>
                </c:pt>
                <c:pt idx="2302">
                  <c:v>28775</c:v>
                </c:pt>
                <c:pt idx="2303">
                  <c:v>28800</c:v>
                </c:pt>
                <c:pt idx="2304">
                  <c:v>28800</c:v>
                </c:pt>
                <c:pt idx="2305">
                  <c:v>28825</c:v>
                </c:pt>
                <c:pt idx="2306">
                  <c:v>28825</c:v>
                </c:pt>
                <c:pt idx="2307">
                  <c:v>28850</c:v>
                </c:pt>
                <c:pt idx="2308">
                  <c:v>28850</c:v>
                </c:pt>
                <c:pt idx="2309">
                  <c:v>28875</c:v>
                </c:pt>
                <c:pt idx="2310">
                  <c:v>28875</c:v>
                </c:pt>
                <c:pt idx="2311">
                  <c:v>28900</c:v>
                </c:pt>
                <c:pt idx="2312">
                  <c:v>28900</c:v>
                </c:pt>
                <c:pt idx="2313">
                  <c:v>28925</c:v>
                </c:pt>
                <c:pt idx="2314">
                  <c:v>28925</c:v>
                </c:pt>
                <c:pt idx="2315">
                  <c:v>28950</c:v>
                </c:pt>
                <c:pt idx="2316">
                  <c:v>28950</c:v>
                </c:pt>
                <c:pt idx="2317">
                  <c:v>28975</c:v>
                </c:pt>
                <c:pt idx="2318">
                  <c:v>28975</c:v>
                </c:pt>
                <c:pt idx="2319">
                  <c:v>29000</c:v>
                </c:pt>
                <c:pt idx="2320">
                  <c:v>29000</c:v>
                </c:pt>
                <c:pt idx="2321">
                  <c:v>29025</c:v>
                </c:pt>
                <c:pt idx="2322">
                  <c:v>29025</c:v>
                </c:pt>
                <c:pt idx="2323">
                  <c:v>29050</c:v>
                </c:pt>
                <c:pt idx="2324">
                  <c:v>29050</c:v>
                </c:pt>
                <c:pt idx="2325">
                  <c:v>29075</c:v>
                </c:pt>
                <c:pt idx="2326">
                  <c:v>29075</c:v>
                </c:pt>
                <c:pt idx="2327">
                  <c:v>29100</c:v>
                </c:pt>
                <c:pt idx="2328">
                  <c:v>29100</c:v>
                </c:pt>
                <c:pt idx="2329">
                  <c:v>29125</c:v>
                </c:pt>
                <c:pt idx="2330">
                  <c:v>29125</c:v>
                </c:pt>
                <c:pt idx="2331">
                  <c:v>29150</c:v>
                </c:pt>
                <c:pt idx="2332">
                  <c:v>29150</c:v>
                </c:pt>
                <c:pt idx="2333">
                  <c:v>29175</c:v>
                </c:pt>
                <c:pt idx="2334">
                  <c:v>29175</c:v>
                </c:pt>
                <c:pt idx="2335">
                  <c:v>29200</c:v>
                </c:pt>
                <c:pt idx="2336">
                  <c:v>29200</c:v>
                </c:pt>
                <c:pt idx="2337">
                  <c:v>29225</c:v>
                </c:pt>
                <c:pt idx="2338">
                  <c:v>29225</c:v>
                </c:pt>
                <c:pt idx="2339">
                  <c:v>29250</c:v>
                </c:pt>
                <c:pt idx="2340">
                  <c:v>29250</c:v>
                </c:pt>
                <c:pt idx="2341">
                  <c:v>29275</c:v>
                </c:pt>
                <c:pt idx="2342">
                  <c:v>29275</c:v>
                </c:pt>
                <c:pt idx="2343">
                  <c:v>29300</c:v>
                </c:pt>
                <c:pt idx="2344">
                  <c:v>29300</c:v>
                </c:pt>
                <c:pt idx="2345">
                  <c:v>29325</c:v>
                </c:pt>
                <c:pt idx="2346">
                  <c:v>29325</c:v>
                </c:pt>
                <c:pt idx="2347">
                  <c:v>29350</c:v>
                </c:pt>
                <c:pt idx="2348">
                  <c:v>29350</c:v>
                </c:pt>
                <c:pt idx="2349">
                  <c:v>29375</c:v>
                </c:pt>
                <c:pt idx="2350">
                  <c:v>29375</c:v>
                </c:pt>
                <c:pt idx="2351">
                  <c:v>29400</c:v>
                </c:pt>
                <c:pt idx="2352">
                  <c:v>29400</c:v>
                </c:pt>
                <c:pt idx="2353">
                  <c:v>29425</c:v>
                </c:pt>
                <c:pt idx="2354">
                  <c:v>29425</c:v>
                </c:pt>
                <c:pt idx="2355">
                  <c:v>29450</c:v>
                </c:pt>
                <c:pt idx="2356">
                  <c:v>29450</c:v>
                </c:pt>
                <c:pt idx="2357">
                  <c:v>29475</c:v>
                </c:pt>
                <c:pt idx="2358">
                  <c:v>29475</c:v>
                </c:pt>
                <c:pt idx="2359">
                  <c:v>29500</c:v>
                </c:pt>
                <c:pt idx="2360">
                  <c:v>29500</c:v>
                </c:pt>
                <c:pt idx="2361">
                  <c:v>29525</c:v>
                </c:pt>
                <c:pt idx="2362">
                  <c:v>29525</c:v>
                </c:pt>
                <c:pt idx="2363">
                  <c:v>29550</c:v>
                </c:pt>
                <c:pt idx="2364">
                  <c:v>29550</c:v>
                </c:pt>
                <c:pt idx="2365">
                  <c:v>29575</c:v>
                </c:pt>
                <c:pt idx="2366">
                  <c:v>29575</c:v>
                </c:pt>
                <c:pt idx="2367">
                  <c:v>29600</c:v>
                </c:pt>
                <c:pt idx="2368">
                  <c:v>29600</c:v>
                </c:pt>
                <c:pt idx="2369">
                  <c:v>29625</c:v>
                </c:pt>
                <c:pt idx="2370">
                  <c:v>29625</c:v>
                </c:pt>
                <c:pt idx="2371">
                  <c:v>29650</c:v>
                </c:pt>
                <c:pt idx="2372">
                  <c:v>29650</c:v>
                </c:pt>
                <c:pt idx="2373">
                  <c:v>29675</c:v>
                </c:pt>
                <c:pt idx="2374">
                  <c:v>29675</c:v>
                </c:pt>
                <c:pt idx="2375">
                  <c:v>29700</c:v>
                </c:pt>
                <c:pt idx="2376">
                  <c:v>29700</c:v>
                </c:pt>
                <c:pt idx="2377">
                  <c:v>29725</c:v>
                </c:pt>
                <c:pt idx="2378">
                  <c:v>29725</c:v>
                </c:pt>
                <c:pt idx="2379">
                  <c:v>29750</c:v>
                </c:pt>
                <c:pt idx="2380">
                  <c:v>29750</c:v>
                </c:pt>
                <c:pt idx="2381">
                  <c:v>29775</c:v>
                </c:pt>
                <c:pt idx="2382">
                  <c:v>29775</c:v>
                </c:pt>
                <c:pt idx="2383">
                  <c:v>29800</c:v>
                </c:pt>
                <c:pt idx="2384">
                  <c:v>29800</c:v>
                </c:pt>
                <c:pt idx="2385">
                  <c:v>29825</c:v>
                </c:pt>
                <c:pt idx="2386">
                  <c:v>29825</c:v>
                </c:pt>
                <c:pt idx="2387">
                  <c:v>29850</c:v>
                </c:pt>
                <c:pt idx="2388">
                  <c:v>29850</c:v>
                </c:pt>
                <c:pt idx="2389">
                  <c:v>29875</c:v>
                </c:pt>
                <c:pt idx="2390">
                  <c:v>29875</c:v>
                </c:pt>
                <c:pt idx="2391">
                  <c:v>29900</c:v>
                </c:pt>
                <c:pt idx="2392">
                  <c:v>29900</c:v>
                </c:pt>
                <c:pt idx="2393">
                  <c:v>29925</c:v>
                </c:pt>
                <c:pt idx="2394">
                  <c:v>29925</c:v>
                </c:pt>
                <c:pt idx="2395">
                  <c:v>29950</c:v>
                </c:pt>
                <c:pt idx="2396">
                  <c:v>29950</c:v>
                </c:pt>
                <c:pt idx="2397">
                  <c:v>29975</c:v>
                </c:pt>
                <c:pt idx="2398">
                  <c:v>29975</c:v>
                </c:pt>
                <c:pt idx="2399">
                  <c:v>30000</c:v>
                </c:pt>
                <c:pt idx="2400">
                  <c:v>30000</c:v>
                </c:pt>
              </c:numCache>
            </c:numRef>
          </c:xVal>
          <c:yVal>
            <c:numRef>
              <c:f>'Chart Data'!$B$2:$B$2402</c:f>
              <c:numCache>
                <c:formatCode>0%</c:formatCode>
                <c:ptCount val="240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0.03333333</c:v>
                </c:pt>
                <c:pt idx="151">
                  <c:v>0.03333333</c:v>
                </c:pt>
                <c:pt idx="152">
                  <c:v>0.03333333</c:v>
                </c:pt>
                <c:pt idx="153">
                  <c:v>0.03333333</c:v>
                </c:pt>
                <c:pt idx="154">
                  <c:v>0.06666667</c:v>
                </c:pt>
                <c:pt idx="155">
                  <c:v>0.06666667</c:v>
                </c:pt>
                <c:pt idx="156">
                  <c:v>0.06666667</c:v>
                </c:pt>
                <c:pt idx="157">
                  <c:v>0.06666667</c:v>
                </c:pt>
                <c:pt idx="158">
                  <c:v>0.06666667</c:v>
                </c:pt>
                <c:pt idx="159">
                  <c:v>0.06666667</c:v>
                </c:pt>
                <c:pt idx="160">
                  <c:v>0.06666667</c:v>
                </c:pt>
                <c:pt idx="161">
                  <c:v>0.06666667</c:v>
                </c:pt>
                <c:pt idx="162">
                  <c:v>0.06666667</c:v>
                </c:pt>
                <c:pt idx="163">
                  <c:v>0.06666667</c:v>
                </c:pt>
                <c:pt idx="164">
                  <c:v>0.06666667</c:v>
                </c:pt>
                <c:pt idx="165">
                  <c:v>0.06666667</c:v>
                </c:pt>
                <c:pt idx="166">
                  <c:v>0.06666667</c:v>
                </c:pt>
                <c:pt idx="167">
                  <c:v>0.06666667</c:v>
                </c:pt>
                <c:pt idx="168">
                  <c:v>0.06666667</c:v>
                </c:pt>
                <c:pt idx="169">
                  <c:v>0.06666667</c:v>
                </c:pt>
                <c:pt idx="170">
                  <c:v>0.1</c:v>
                </c:pt>
                <c:pt idx="171">
                  <c:v>0.1</c:v>
                </c:pt>
                <c:pt idx="172">
                  <c:v>0.1</c:v>
                </c:pt>
                <c:pt idx="173">
                  <c:v>0.1</c:v>
                </c:pt>
                <c:pt idx="174">
                  <c:v>0.1</c:v>
                </c:pt>
                <c:pt idx="175">
                  <c:v>0.1</c:v>
                </c:pt>
                <c:pt idx="176">
                  <c:v>0.1</c:v>
                </c:pt>
                <c:pt idx="177">
                  <c:v>0.1</c:v>
                </c:pt>
                <c:pt idx="178">
                  <c:v>0.1</c:v>
                </c:pt>
                <c:pt idx="179">
                  <c:v>0.1</c:v>
                </c:pt>
                <c:pt idx="180">
                  <c:v>0.1</c:v>
                </c:pt>
                <c:pt idx="181">
                  <c:v>0.1</c:v>
                </c:pt>
                <c:pt idx="182">
                  <c:v>0.1</c:v>
                </c:pt>
                <c:pt idx="183">
                  <c:v>0.1</c:v>
                </c:pt>
                <c:pt idx="184">
                  <c:v>0.13333333</c:v>
                </c:pt>
                <c:pt idx="185">
                  <c:v>0.13333333</c:v>
                </c:pt>
                <c:pt idx="186">
                  <c:v>0.13333333</c:v>
                </c:pt>
                <c:pt idx="187">
                  <c:v>0.13333333</c:v>
                </c:pt>
                <c:pt idx="188">
                  <c:v>0.13333333</c:v>
                </c:pt>
                <c:pt idx="189">
                  <c:v>0.13333333</c:v>
                </c:pt>
                <c:pt idx="190">
                  <c:v>0.13333333</c:v>
                </c:pt>
                <c:pt idx="191">
                  <c:v>0.13333333</c:v>
                </c:pt>
                <c:pt idx="192">
                  <c:v>0.13333333</c:v>
                </c:pt>
                <c:pt idx="193">
                  <c:v>0.13333333</c:v>
                </c:pt>
                <c:pt idx="194">
                  <c:v>0.13333333</c:v>
                </c:pt>
                <c:pt idx="195">
                  <c:v>0.13333333</c:v>
                </c:pt>
                <c:pt idx="196">
                  <c:v>0.13333333</c:v>
                </c:pt>
                <c:pt idx="197">
                  <c:v>0.13333333</c:v>
                </c:pt>
                <c:pt idx="198">
                  <c:v>0.13333333</c:v>
                </c:pt>
                <c:pt idx="199">
                  <c:v>0.13333333</c:v>
                </c:pt>
                <c:pt idx="200">
                  <c:v>0.13333333</c:v>
                </c:pt>
                <c:pt idx="201">
                  <c:v>0.13333333</c:v>
                </c:pt>
                <c:pt idx="202">
                  <c:v>0.16666667</c:v>
                </c:pt>
                <c:pt idx="203">
                  <c:v>0.16666667</c:v>
                </c:pt>
                <c:pt idx="204">
                  <c:v>0.16666667</c:v>
                </c:pt>
                <c:pt idx="205">
                  <c:v>0.16666667</c:v>
                </c:pt>
                <c:pt idx="206">
                  <c:v>0.16666667</c:v>
                </c:pt>
                <c:pt idx="207">
                  <c:v>0.16666667</c:v>
                </c:pt>
                <c:pt idx="208">
                  <c:v>0.16666667</c:v>
                </c:pt>
                <c:pt idx="209">
                  <c:v>0.16666667</c:v>
                </c:pt>
                <c:pt idx="210">
                  <c:v>0.16666667</c:v>
                </c:pt>
                <c:pt idx="211">
                  <c:v>0.16666667</c:v>
                </c:pt>
                <c:pt idx="212">
                  <c:v>0.2</c:v>
                </c:pt>
                <c:pt idx="213">
                  <c:v>0.2</c:v>
                </c:pt>
                <c:pt idx="214">
                  <c:v>0.2</c:v>
                </c:pt>
                <c:pt idx="215">
                  <c:v>0.2</c:v>
                </c:pt>
                <c:pt idx="216">
                  <c:v>0.2</c:v>
                </c:pt>
                <c:pt idx="217">
                  <c:v>0.2</c:v>
                </c:pt>
                <c:pt idx="218">
                  <c:v>0.2</c:v>
                </c:pt>
                <c:pt idx="219">
                  <c:v>0.2</c:v>
                </c:pt>
                <c:pt idx="220">
                  <c:v>0.2</c:v>
                </c:pt>
                <c:pt idx="221">
                  <c:v>0.2</c:v>
                </c:pt>
                <c:pt idx="222">
                  <c:v>0.2</c:v>
                </c:pt>
                <c:pt idx="223">
                  <c:v>0.2</c:v>
                </c:pt>
                <c:pt idx="224">
                  <c:v>0.2</c:v>
                </c:pt>
                <c:pt idx="225">
                  <c:v>0.2</c:v>
                </c:pt>
                <c:pt idx="226">
                  <c:v>0.23333333</c:v>
                </c:pt>
                <c:pt idx="227">
                  <c:v>0.23333333</c:v>
                </c:pt>
                <c:pt idx="228">
                  <c:v>0.23333333</c:v>
                </c:pt>
                <c:pt idx="229">
                  <c:v>0.23333333</c:v>
                </c:pt>
                <c:pt idx="230">
                  <c:v>0.23333333</c:v>
                </c:pt>
                <c:pt idx="231">
                  <c:v>0.23333333</c:v>
                </c:pt>
                <c:pt idx="232">
                  <c:v>0.23333333</c:v>
                </c:pt>
                <c:pt idx="233">
                  <c:v>0.23333333</c:v>
                </c:pt>
                <c:pt idx="234">
                  <c:v>0.23333333</c:v>
                </c:pt>
                <c:pt idx="235">
                  <c:v>0.23333333</c:v>
                </c:pt>
                <c:pt idx="236">
                  <c:v>0.26666667</c:v>
                </c:pt>
                <c:pt idx="237">
                  <c:v>0.26666667</c:v>
                </c:pt>
                <c:pt idx="238">
                  <c:v>0.26666667</c:v>
                </c:pt>
                <c:pt idx="239">
                  <c:v>0.26666667</c:v>
                </c:pt>
                <c:pt idx="240">
                  <c:v>0.26666667</c:v>
                </c:pt>
                <c:pt idx="241">
                  <c:v>0.26666667</c:v>
                </c:pt>
                <c:pt idx="242">
                  <c:v>0.26666667</c:v>
                </c:pt>
                <c:pt idx="243">
                  <c:v>0.26666667</c:v>
                </c:pt>
                <c:pt idx="244">
                  <c:v>0.3</c:v>
                </c:pt>
                <c:pt idx="245">
                  <c:v>0.3</c:v>
                </c:pt>
                <c:pt idx="246">
                  <c:v>0.3</c:v>
                </c:pt>
                <c:pt idx="247">
                  <c:v>0.3</c:v>
                </c:pt>
                <c:pt idx="248">
                  <c:v>0.3</c:v>
                </c:pt>
                <c:pt idx="249">
                  <c:v>0.3</c:v>
                </c:pt>
                <c:pt idx="250">
                  <c:v>0.3</c:v>
                </c:pt>
                <c:pt idx="251">
                  <c:v>0.3</c:v>
                </c:pt>
                <c:pt idx="252">
                  <c:v>0.33333333</c:v>
                </c:pt>
                <c:pt idx="253">
                  <c:v>0.33333333</c:v>
                </c:pt>
                <c:pt idx="254">
                  <c:v>0.33333333</c:v>
                </c:pt>
                <c:pt idx="255">
                  <c:v>0.33333333</c:v>
                </c:pt>
                <c:pt idx="256">
                  <c:v>0.33333333</c:v>
                </c:pt>
                <c:pt idx="257">
                  <c:v>0.33333333</c:v>
                </c:pt>
                <c:pt idx="258">
                  <c:v>0.33333333</c:v>
                </c:pt>
                <c:pt idx="259">
                  <c:v>0.33333333</c:v>
                </c:pt>
                <c:pt idx="260">
                  <c:v>0.33333333</c:v>
                </c:pt>
                <c:pt idx="261">
                  <c:v>0.33333333</c:v>
                </c:pt>
                <c:pt idx="262">
                  <c:v>0.33333333</c:v>
                </c:pt>
                <c:pt idx="263">
                  <c:v>0.33333333</c:v>
                </c:pt>
                <c:pt idx="264">
                  <c:v>0.33333333</c:v>
                </c:pt>
                <c:pt idx="265">
                  <c:v>0.33333333</c:v>
                </c:pt>
                <c:pt idx="266">
                  <c:v>0.33333333</c:v>
                </c:pt>
                <c:pt idx="267">
                  <c:v>0.33333333</c:v>
                </c:pt>
                <c:pt idx="268">
                  <c:v>0.33333333</c:v>
                </c:pt>
                <c:pt idx="269">
                  <c:v>0.33333333</c:v>
                </c:pt>
                <c:pt idx="270">
                  <c:v>0.33333333</c:v>
                </c:pt>
                <c:pt idx="271">
                  <c:v>0.33333333</c:v>
                </c:pt>
                <c:pt idx="272">
                  <c:v>0.33333333</c:v>
                </c:pt>
                <c:pt idx="273">
                  <c:v>0.33333333</c:v>
                </c:pt>
                <c:pt idx="274">
                  <c:v>0.36666667</c:v>
                </c:pt>
                <c:pt idx="275">
                  <c:v>0.36666667</c:v>
                </c:pt>
                <c:pt idx="276">
                  <c:v>0.36666667</c:v>
                </c:pt>
                <c:pt idx="277">
                  <c:v>0.36666667</c:v>
                </c:pt>
                <c:pt idx="278">
                  <c:v>0.36666667</c:v>
                </c:pt>
                <c:pt idx="279">
                  <c:v>0.36666667</c:v>
                </c:pt>
                <c:pt idx="280">
                  <c:v>0.36666667</c:v>
                </c:pt>
                <c:pt idx="281">
                  <c:v>0.36666667</c:v>
                </c:pt>
                <c:pt idx="282">
                  <c:v>0.36666667</c:v>
                </c:pt>
                <c:pt idx="283">
                  <c:v>0.36666667</c:v>
                </c:pt>
                <c:pt idx="284">
                  <c:v>0.36666667</c:v>
                </c:pt>
                <c:pt idx="285">
                  <c:v>0.36666667</c:v>
                </c:pt>
                <c:pt idx="286">
                  <c:v>0.36666667</c:v>
                </c:pt>
                <c:pt idx="287">
                  <c:v>0.36666667</c:v>
                </c:pt>
                <c:pt idx="288">
                  <c:v>0.36666667</c:v>
                </c:pt>
                <c:pt idx="289">
                  <c:v>0.36666667</c:v>
                </c:pt>
                <c:pt idx="290">
                  <c:v>0.36666667</c:v>
                </c:pt>
                <c:pt idx="291">
                  <c:v>0.36666667</c:v>
                </c:pt>
                <c:pt idx="292">
                  <c:v>0.36666667</c:v>
                </c:pt>
                <c:pt idx="293">
                  <c:v>0.36666667</c:v>
                </c:pt>
                <c:pt idx="294">
                  <c:v>0.4</c:v>
                </c:pt>
                <c:pt idx="295">
                  <c:v>0.4</c:v>
                </c:pt>
                <c:pt idx="296">
                  <c:v>0.4</c:v>
                </c:pt>
                <c:pt idx="297">
                  <c:v>0.4</c:v>
                </c:pt>
                <c:pt idx="298">
                  <c:v>0.4</c:v>
                </c:pt>
                <c:pt idx="299">
                  <c:v>0.4</c:v>
                </c:pt>
                <c:pt idx="300">
                  <c:v>0.4</c:v>
                </c:pt>
                <c:pt idx="301">
                  <c:v>0.4</c:v>
                </c:pt>
                <c:pt idx="302">
                  <c:v>0.4</c:v>
                </c:pt>
                <c:pt idx="303">
                  <c:v>0.4</c:v>
                </c:pt>
                <c:pt idx="304">
                  <c:v>0.4</c:v>
                </c:pt>
                <c:pt idx="305">
                  <c:v>0.4</c:v>
                </c:pt>
                <c:pt idx="306">
                  <c:v>0.4</c:v>
                </c:pt>
                <c:pt idx="307">
                  <c:v>0.4</c:v>
                </c:pt>
                <c:pt idx="308">
                  <c:v>0.43333333</c:v>
                </c:pt>
                <c:pt idx="309">
                  <c:v>0.43333333</c:v>
                </c:pt>
                <c:pt idx="310">
                  <c:v>0.43333333</c:v>
                </c:pt>
                <c:pt idx="311">
                  <c:v>0.43333333</c:v>
                </c:pt>
                <c:pt idx="312">
                  <c:v>0.43333333</c:v>
                </c:pt>
                <c:pt idx="313">
                  <c:v>0.43333333</c:v>
                </c:pt>
                <c:pt idx="314">
                  <c:v>0.43333333</c:v>
                </c:pt>
                <c:pt idx="315">
                  <c:v>0.43333333</c:v>
                </c:pt>
                <c:pt idx="316">
                  <c:v>0.43333333</c:v>
                </c:pt>
                <c:pt idx="317">
                  <c:v>0.43333333</c:v>
                </c:pt>
                <c:pt idx="318">
                  <c:v>0.43333333</c:v>
                </c:pt>
                <c:pt idx="319">
                  <c:v>0.43333333</c:v>
                </c:pt>
                <c:pt idx="320">
                  <c:v>0.43333333</c:v>
                </c:pt>
                <c:pt idx="321">
                  <c:v>0.43333333</c:v>
                </c:pt>
                <c:pt idx="322">
                  <c:v>0.43333333</c:v>
                </c:pt>
                <c:pt idx="323">
                  <c:v>0.43333333</c:v>
                </c:pt>
                <c:pt idx="324">
                  <c:v>0.43333333</c:v>
                </c:pt>
                <c:pt idx="325">
                  <c:v>0.43333333</c:v>
                </c:pt>
                <c:pt idx="326">
                  <c:v>0.43333333</c:v>
                </c:pt>
                <c:pt idx="327">
                  <c:v>0.43333333</c:v>
                </c:pt>
                <c:pt idx="328">
                  <c:v>0.43333333</c:v>
                </c:pt>
                <c:pt idx="329">
                  <c:v>0.43333333</c:v>
                </c:pt>
                <c:pt idx="330">
                  <c:v>0.43333333</c:v>
                </c:pt>
                <c:pt idx="331">
                  <c:v>0.43333333</c:v>
                </c:pt>
                <c:pt idx="332">
                  <c:v>0.43333333</c:v>
                </c:pt>
                <c:pt idx="333">
                  <c:v>0.43333333</c:v>
                </c:pt>
                <c:pt idx="334">
                  <c:v>0.43333333</c:v>
                </c:pt>
                <c:pt idx="335">
                  <c:v>0.43333333</c:v>
                </c:pt>
                <c:pt idx="336">
                  <c:v>0.43333333</c:v>
                </c:pt>
                <c:pt idx="337">
                  <c:v>0.43333333</c:v>
                </c:pt>
                <c:pt idx="338">
                  <c:v>0.43333333</c:v>
                </c:pt>
                <c:pt idx="339">
                  <c:v>0.43333333</c:v>
                </c:pt>
                <c:pt idx="340">
                  <c:v>0.43333333</c:v>
                </c:pt>
                <c:pt idx="341">
                  <c:v>0.43333333</c:v>
                </c:pt>
                <c:pt idx="342">
                  <c:v>0.43333333</c:v>
                </c:pt>
                <c:pt idx="343">
                  <c:v>0.43333333</c:v>
                </c:pt>
                <c:pt idx="344">
                  <c:v>0.43333333</c:v>
                </c:pt>
                <c:pt idx="345">
                  <c:v>0.43333333</c:v>
                </c:pt>
                <c:pt idx="346">
                  <c:v>0.43333333</c:v>
                </c:pt>
                <c:pt idx="347">
                  <c:v>0.43333333</c:v>
                </c:pt>
                <c:pt idx="348">
                  <c:v>0.46666667</c:v>
                </c:pt>
                <c:pt idx="349">
                  <c:v>0.46666667</c:v>
                </c:pt>
                <c:pt idx="350">
                  <c:v>0.53333333</c:v>
                </c:pt>
                <c:pt idx="351">
                  <c:v>0.53333333</c:v>
                </c:pt>
                <c:pt idx="352">
                  <c:v>0.6</c:v>
                </c:pt>
                <c:pt idx="353">
                  <c:v>0.6</c:v>
                </c:pt>
                <c:pt idx="354">
                  <c:v>0.6</c:v>
                </c:pt>
                <c:pt idx="355">
                  <c:v>0.6</c:v>
                </c:pt>
                <c:pt idx="356">
                  <c:v>0.6</c:v>
                </c:pt>
                <c:pt idx="357">
                  <c:v>0.6</c:v>
                </c:pt>
                <c:pt idx="358">
                  <c:v>0.6</c:v>
                </c:pt>
                <c:pt idx="359">
                  <c:v>0.6</c:v>
                </c:pt>
                <c:pt idx="360">
                  <c:v>0.6</c:v>
                </c:pt>
                <c:pt idx="361">
                  <c:v>0.6</c:v>
                </c:pt>
                <c:pt idx="362">
                  <c:v>0.6</c:v>
                </c:pt>
                <c:pt idx="363">
                  <c:v>0.6</c:v>
                </c:pt>
                <c:pt idx="364">
                  <c:v>0.6</c:v>
                </c:pt>
                <c:pt idx="365">
                  <c:v>0.6</c:v>
                </c:pt>
                <c:pt idx="366">
                  <c:v>0.6</c:v>
                </c:pt>
                <c:pt idx="367">
                  <c:v>0.6</c:v>
                </c:pt>
                <c:pt idx="368">
                  <c:v>0.6</c:v>
                </c:pt>
                <c:pt idx="369">
                  <c:v>0.6</c:v>
                </c:pt>
                <c:pt idx="370">
                  <c:v>0.6</c:v>
                </c:pt>
                <c:pt idx="371">
                  <c:v>0.6</c:v>
                </c:pt>
                <c:pt idx="372">
                  <c:v>0.6</c:v>
                </c:pt>
                <c:pt idx="373">
                  <c:v>0.6</c:v>
                </c:pt>
                <c:pt idx="374">
                  <c:v>0.6</c:v>
                </c:pt>
                <c:pt idx="375">
                  <c:v>0.6</c:v>
                </c:pt>
                <c:pt idx="376">
                  <c:v>0.6</c:v>
                </c:pt>
                <c:pt idx="377">
                  <c:v>0.6</c:v>
                </c:pt>
                <c:pt idx="378">
                  <c:v>0.6</c:v>
                </c:pt>
                <c:pt idx="379">
                  <c:v>0.6</c:v>
                </c:pt>
                <c:pt idx="380">
                  <c:v>0.6</c:v>
                </c:pt>
                <c:pt idx="381">
                  <c:v>0.6</c:v>
                </c:pt>
                <c:pt idx="382">
                  <c:v>0.6</c:v>
                </c:pt>
                <c:pt idx="383">
                  <c:v>0.6</c:v>
                </c:pt>
                <c:pt idx="384">
                  <c:v>0.6</c:v>
                </c:pt>
                <c:pt idx="385">
                  <c:v>0.6</c:v>
                </c:pt>
                <c:pt idx="386">
                  <c:v>0.6</c:v>
                </c:pt>
                <c:pt idx="387">
                  <c:v>0.6</c:v>
                </c:pt>
                <c:pt idx="388">
                  <c:v>0.6</c:v>
                </c:pt>
                <c:pt idx="389">
                  <c:v>0.6</c:v>
                </c:pt>
                <c:pt idx="390">
                  <c:v>0.6</c:v>
                </c:pt>
                <c:pt idx="391">
                  <c:v>0.6</c:v>
                </c:pt>
                <c:pt idx="392">
                  <c:v>0.6</c:v>
                </c:pt>
                <c:pt idx="393">
                  <c:v>0.6</c:v>
                </c:pt>
                <c:pt idx="394">
                  <c:v>0.6</c:v>
                </c:pt>
                <c:pt idx="395">
                  <c:v>0.6</c:v>
                </c:pt>
                <c:pt idx="396">
                  <c:v>0.6</c:v>
                </c:pt>
                <c:pt idx="397">
                  <c:v>0.6</c:v>
                </c:pt>
                <c:pt idx="398">
                  <c:v>0.63333333</c:v>
                </c:pt>
                <c:pt idx="399">
                  <c:v>0.63333333</c:v>
                </c:pt>
                <c:pt idx="400">
                  <c:v>0.63333333</c:v>
                </c:pt>
                <c:pt idx="401">
                  <c:v>0.63333333</c:v>
                </c:pt>
                <c:pt idx="402">
                  <c:v>0.63333333</c:v>
                </c:pt>
                <c:pt idx="403">
                  <c:v>0.63333333</c:v>
                </c:pt>
                <c:pt idx="404">
                  <c:v>0.63333333</c:v>
                </c:pt>
                <c:pt idx="405">
                  <c:v>0.63333333</c:v>
                </c:pt>
                <c:pt idx="406">
                  <c:v>0.63333333</c:v>
                </c:pt>
                <c:pt idx="407">
                  <c:v>0.63333333</c:v>
                </c:pt>
                <c:pt idx="408">
                  <c:v>0.63333333</c:v>
                </c:pt>
                <c:pt idx="409">
                  <c:v>0.63333333</c:v>
                </c:pt>
                <c:pt idx="410">
                  <c:v>0.63333333</c:v>
                </c:pt>
                <c:pt idx="411">
                  <c:v>0.63333333</c:v>
                </c:pt>
                <c:pt idx="412">
                  <c:v>0.63333333</c:v>
                </c:pt>
                <c:pt idx="413">
                  <c:v>0.63333333</c:v>
                </c:pt>
                <c:pt idx="414">
                  <c:v>0.63333333</c:v>
                </c:pt>
                <c:pt idx="415">
                  <c:v>0.63333333</c:v>
                </c:pt>
                <c:pt idx="416">
                  <c:v>0.63333333</c:v>
                </c:pt>
                <c:pt idx="417">
                  <c:v>0.63333333</c:v>
                </c:pt>
                <c:pt idx="418">
                  <c:v>0.63333333</c:v>
                </c:pt>
                <c:pt idx="419">
                  <c:v>0.63333333</c:v>
                </c:pt>
                <c:pt idx="420">
                  <c:v>0.63333333</c:v>
                </c:pt>
                <c:pt idx="421">
                  <c:v>0.63333333</c:v>
                </c:pt>
                <c:pt idx="422">
                  <c:v>0.63333333</c:v>
                </c:pt>
                <c:pt idx="423">
                  <c:v>0.63333333</c:v>
                </c:pt>
                <c:pt idx="424">
                  <c:v>0.63333333</c:v>
                </c:pt>
                <c:pt idx="425">
                  <c:v>0.63333333</c:v>
                </c:pt>
                <c:pt idx="426">
                  <c:v>0.63333333</c:v>
                </c:pt>
                <c:pt idx="427">
                  <c:v>0.63333333</c:v>
                </c:pt>
                <c:pt idx="428">
                  <c:v>0.63333333</c:v>
                </c:pt>
                <c:pt idx="429">
                  <c:v>0.63333333</c:v>
                </c:pt>
                <c:pt idx="430">
                  <c:v>0.63333333</c:v>
                </c:pt>
                <c:pt idx="431">
                  <c:v>0.63333333</c:v>
                </c:pt>
                <c:pt idx="432">
                  <c:v>0.66666667</c:v>
                </c:pt>
                <c:pt idx="433">
                  <c:v>0.66666667</c:v>
                </c:pt>
                <c:pt idx="434">
                  <c:v>0.66666667</c:v>
                </c:pt>
                <c:pt idx="435">
                  <c:v>0.66666667</c:v>
                </c:pt>
                <c:pt idx="436">
                  <c:v>0.66666667</c:v>
                </c:pt>
                <c:pt idx="437">
                  <c:v>0.66666667</c:v>
                </c:pt>
                <c:pt idx="438">
                  <c:v>0.66666667</c:v>
                </c:pt>
                <c:pt idx="439">
                  <c:v>0.66666667</c:v>
                </c:pt>
                <c:pt idx="440">
                  <c:v>0.66666667</c:v>
                </c:pt>
                <c:pt idx="441">
                  <c:v>0.66666667</c:v>
                </c:pt>
                <c:pt idx="442">
                  <c:v>0.66666667</c:v>
                </c:pt>
                <c:pt idx="443">
                  <c:v>0.66666667</c:v>
                </c:pt>
                <c:pt idx="444">
                  <c:v>0.66666667</c:v>
                </c:pt>
                <c:pt idx="445">
                  <c:v>0.66666667</c:v>
                </c:pt>
                <c:pt idx="446">
                  <c:v>0.66666667</c:v>
                </c:pt>
                <c:pt idx="447">
                  <c:v>0.66666667</c:v>
                </c:pt>
                <c:pt idx="448">
                  <c:v>0.66666667</c:v>
                </c:pt>
                <c:pt idx="449">
                  <c:v>0.66666667</c:v>
                </c:pt>
                <c:pt idx="450">
                  <c:v>0.66666667</c:v>
                </c:pt>
                <c:pt idx="451">
                  <c:v>0.66666667</c:v>
                </c:pt>
                <c:pt idx="452">
                  <c:v>0.66666667</c:v>
                </c:pt>
                <c:pt idx="453">
                  <c:v>0.66666667</c:v>
                </c:pt>
                <c:pt idx="454">
                  <c:v>0.66666667</c:v>
                </c:pt>
                <c:pt idx="455">
                  <c:v>0.66666667</c:v>
                </c:pt>
                <c:pt idx="456">
                  <c:v>0.66666667</c:v>
                </c:pt>
                <c:pt idx="457">
                  <c:v>0.66666667</c:v>
                </c:pt>
                <c:pt idx="458">
                  <c:v>0.7</c:v>
                </c:pt>
                <c:pt idx="459">
                  <c:v>0.7</c:v>
                </c:pt>
                <c:pt idx="460">
                  <c:v>0.7</c:v>
                </c:pt>
                <c:pt idx="461">
                  <c:v>0.7</c:v>
                </c:pt>
                <c:pt idx="462">
                  <c:v>0.7</c:v>
                </c:pt>
                <c:pt idx="463">
                  <c:v>0.7</c:v>
                </c:pt>
                <c:pt idx="464">
                  <c:v>0.7</c:v>
                </c:pt>
                <c:pt idx="465">
                  <c:v>0.7</c:v>
                </c:pt>
                <c:pt idx="466">
                  <c:v>0.7</c:v>
                </c:pt>
                <c:pt idx="467">
                  <c:v>0.7</c:v>
                </c:pt>
                <c:pt idx="468">
                  <c:v>0.7</c:v>
                </c:pt>
                <c:pt idx="469">
                  <c:v>0.7</c:v>
                </c:pt>
                <c:pt idx="470">
                  <c:v>0.7</c:v>
                </c:pt>
                <c:pt idx="471">
                  <c:v>0.7</c:v>
                </c:pt>
                <c:pt idx="472">
                  <c:v>0.7</c:v>
                </c:pt>
                <c:pt idx="473">
                  <c:v>0.7</c:v>
                </c:pt>
                <c:pt idx="474">
                  <c:v>0.7</c:v>
                </c:pt>
                <c:pt idx="475">
                  <c:v>0.7</c:v>
                </c:pt>
                <c:pt idx="476">
                  <c:v>0.73333333</c:v>
                </c:pt>
                <c:pt idx="477">
                  <c:v>0.73333333</c:v>
                </c:pt>
                <c:pt idx="478">
                  <c:v>0.73333333</c:v>
                </c:pt>
                <c:pt idx="479">
                  <c:v>0.73333333</c:v>
                </c:pt>
                <c:pt idx="480">
                  <c:v>0.73333333</c:v>
                </c:pt>
                <c:pt idx="481">
                  <c:v>0.73333333</c:v>
                </c:pt>
                <c:pt idx="482">
                  <c:v>0.73333333</c:v>
                </c:pt>
                <c:pt idx="483">
                  <c:v>0.73333333</c:v>
                </c:pt>
                <c:pt idx="484">
                  <c:v>0.73333333</c:v>
                </c:pt>
                <c:pt idx="485">
                  <c:v>0.73333333</c:v>
                </c:pt>
                <c:pt idx="486">
                  <c:v>0.73333333</c:v>
                </c:pt>
                <c:pt idx="487">
                  <c:v>0.73333333</c:v>
                </c:pt>
                <c:pt idx="488">
                  <c:v>0.73333333</c:v>
                </c:pt>
                <c:pt idx="489">
                  <c:v>0.73333333</c:v>
                </c:pt>
                <c:pt idx="490">
                  <c:v>0.73333333</c:v>
                </c:pt>
                <c:pt idx="491">
                  <c:v>0.73333333</c:v>
                </c:pt>
                <c:pt idx="492">
                  <c:v>0.73333333</c:v>
                </c:pt>
                <c:pt idx="493">
                  <c:v>0.73333333</c:v>
                </c:pt>
                <c:pt idx="494">
                  <c:v>0.73333333</c:v>
                </c:pt>
                <c:pt idx="495">
                  <c:v>0.73333333</c:v>
                </c:pt>
                <c:pt idx="496">
                  <c:v>0.73333333</c:v>
                </c:pt>
                <c:pt idx="497">
                  <c:v>0.73333333</c:v>
                </c:pt>
                <c:pt idx="498">
                  <c:v>0.73333333</c:v>
                </c:pt>
                <c:pt idx="499">
                  <c:v>0.73333333</c:v>
                </c:pt>
                <c:pt idx="500">
                  <c:v>0.73333333</c:v>
                </c:pt>
                <c:pt idx="501">
                  <c:v>0.73333333</c:v>
                </c:pt>
                <c:pt idx="502">
                  <c:v>0.73333333</c:v>
                </c:pt>
                <c:pt idx="503">
                  <c:v>0.73333333</c:v>
                </c:pt>
                <c:pt idx="504">
                  <c:v>0.73333333</c:v>
                </c:pt>
                <c:pt idx="505">
                  <c:v>0.73333333</c:v>
                </c:pt>
                <c:pt idx="506">
                  <c:v>0.73333333</c:v>
                </c:pt>
                <c:pt idx="507">
                  <c:v>0.73333333</c:v>
                </c:pt>
                <c:pt idx="508">
                  <c:v>0.76666667</c:v>
                </c:pt>
                <c:pt idx="509">
                  <c:v>0.76666667</c:v>
                </c:pt>
                <c:pt idx="510">
                  <c:v>0.76666667</c:v>
                </c:pt>
                <c:pt idx="511">
                  <c:v>0.76666667</c:v>
                </c:pt>
                <c:pt idx="512">
                  <c:v>0.76666667</c:v>
                </c:pt>
                <c:pt idx="513">
                  <c:v>0.76666667</c:v>
                </c:pt>
                <c:pt idx="514">
                  <c:v>0.76666667</c:v>
                </c:pt>
                <c:pt idx="515">
                  <c:v>0.76666667</c:v>
                </c:pt>
                <c:pt idx="516">
                  <c:v>0.76666667</c:v>
                </c:pt>
                <c:pt idx="517">
                  <c:v>0.76666667</c:v>
                </c:pt>
                <c:pt idx="518">
                  <c:v>0.76666667</c:v>
                </c:pt>
                <c:pt idx="519">
                  <c:v>0.76666667</c:v>
                </c:pt>
                <c:pt idx="520">
                  <c:v>0.76666667</c:v>
                </c:pt>
                <c:pt idx="521">
                  <c:v>0.76666667</c:v>
                </c:pt>
                <c:pt idx="522">
                  <c:v>0.76666667</c:v>
                </c:pt>
                <c:pt idx="523">
                  <c:v>0.76666667</c:v>
                </c:pt>
                <c:pt idx="524">
                  <c:v>0.76666667</c:v>
                </c:pt>
                <c:pt idx="525">
                  <c:v>0.76666667</c:v>
                </c:pt>
                <c:pt idx="526">
                  <c:v>0.76666667</c:v>
                </c:pt>
                <c:pt idx="527">
                  <c:v>0.76666667</c:v>
                </c:pt>
                <c:pt idx="528">
                  <c:v>0.76666667</c:v>
                </c:pt>
                <c:pt idx="529">
                  <c:v>0.76666667</c:v>
                </c:pt>
                <c:pt idx="530">
                  <c:v>0.76666667</c:v>
                </c:pt>
                <c:pt idx="531">
                  <c:v>0.76666667</c:v>
                </c:pt>
                <c:pt idx="532">
                  <c:v>0.76666667</c:v>
                </c:pt>
                <c:pt idx="533">
                  <c:v>0.76666667</c:v>
                </c:pt>
                <c:pt idx="534">
                  <c:v>0.76666667</c:v>
                </c:pt>
                <c:pt idx="535">
                  <c:v>0.76666667</c:v>
                </c:pt>
                <c:pt idx="536">
                  <c:v>0.76666667</c:v>
                </c:pt>
                <c:pt idx="537">
                  <c:v>0.76666667</c:v>
                </c:pt>
                <c:pt idx="538">
                  <c:v>0.76666667</c:v>
                </c:pt>
                <c:pt idx="539">
                  <c:v>0.76666667</c:v>
                </c:pt>
                <c:pt idx="540">
                  <c:v>0.76666667</c:v>
                </c:pt>
                <c:pt idx="541">
                  <c:v>0.76666667</c:v>
                </c:pt>
                <c:pt idx="542">
                  <c:v>0.76666667</c:v>
                </c:pt>
                <c:pt idx="543">
                  <c:v>0.76666667</c:v>
                </c:pt>
                <c:pt idx="544">
                  <c:v>0.76666667</c:v>
                </c:pt>
                <c:pt idx="545">
                  <c:v>0.76666667</c:v>
                </c:pt>
                <c:pt idx="546">
                  <c:v>0.8</c:v>
                </c:pt>
                <c:pt idx="547">
                  <c:v>0.8</c:v>
                </c:pt>
                <c:pt idx="548">
                  <c:v>0.8</c:v>
                </c:pt>
                <c:pt idx="549">
                  <c:v>0.8</c:v>
                </c:pt>
                <c:pt idx="550">
                  <c:v>0.8</c:v>
                </c:pt>
                <c:pt idx="551">
                  <c:v>0.8</c:v>
                </c:pt>
                <c:pt idx="552">
                  <c:v>0.83333333</c:v>
                </c:pt>
                <c:pt idx="553">
                  <c:v>0.83333333</c:v>
                </c:pt>
                <c:pt idx="554">
                  <c:v>0.83333333</c:v>
                </c:pt>
                <c:pt idx="555">
                  <c:v>0.83333333</c:v>
                </c:pt>
                <c:pt idx="556">
                  <c:v>0.83333333</c:v>
                </c:pt>
                <c:pt idx="557">
                  <c:v>0.83333333</c:v>
                </c:pt>
                <c:pt idx="558">
                  <c:v>0.83333333</c:v>
                </c:pt>
                <c:pt idx="559">
                  <c:v>0.83333333</c:v>
                </c:pt>
                <c:pt idx="560">
                  <c:v>0.83333333</c:v>
                </c:pt>
                <c:pt idx="561">
                  <c:v>0.83333333</c:v>
                </c:pt>
                <c:pt idx="562">
                  <c:v>0.83333333</c:v>
                </c:pt>
                <c:pt idx="563">
                  <c:v>0.83333333</c:v>
                </c:pt>
                <c:pt idx="564">
                  <c:v>0.83333333</c:v>
                </c:pt>
                <c:pt idx="565">
                  <c:v>0.83333333</c:v>
                </c:pt>
                <c:pt idx="566">
                  <c:v>0.83333333</c:v>
                </c:pt>
                <c:pt idx="567">
                  <c:v>0.83333333</c:v>
                </c:pt>
                <c:pt idx="568">
                  <c:v>0.83333333</c:v>
                </c:pt>
                <c:pt idx="569">
                  <c:v>0.83333333</c:v>
                </c:pt>
                <c:pt idx="570">
                  <c:v>0.83333333</c:v>
                </c:pt>
                <c:pt idx="571">
                  <c:v>0.83333333</c:v>
                </c:pt>
                <c:pt idx="572">
                  <c:v>0.83333333</c:v>
                </c:pt>
                <c:pt idx="573">
                  <c:v>0.83333333</c:v>
                </c:pt>
                <c:pt idx="574">
                  <c:v>0.83333333</c:v>
                </c:pt>
                <c:pt idx="575">
                  <c:v>0.83333333</c:v>
                </c:pt>
                <c:pt idx="576">
                  <c:v>0.83333333</c:v>
                </c:pt>
                <c:pt idx="577">
                  <c:v>0.83333333</c:v>
                </c:pt>
                <c:pt idx="578">
                  <c:v>0.86666667</c:v>
                </c:pt>
                <c:pt idx="579">
                  <c:v>0.86666667</c:v>
                </c:pt>
                <c:pt idx="580">
                  <c:v>0.86666667</c:v>
                </c:pt>
                <c:pt idx="581">
                  <c:v>0.86666667</c:v>
                </c:pt>
                <c:pt idx="582">
                  <c:v>0.86666667</c:v>
                </c:pt>
                <c:pt idx="583">
                  <c:v>0.86666667</c:v>
                </c:pt>
                <c:pt idx="584">
                  <c:v>0.86666667</c:v>
                </c:pt>
                <c:pt idx="585">
                  <c:v>0.86666667</c:v>
                </c:pt>
                <c:pt idx="586">
                  <c:v>0.86666667</c:v>
                </c:pt>
                <c:pt idx="587">
                  <c:v>0.86666667</c:v>
                </c:pt>
                <c:pt idx="588">
                  <c:v>0.86666667</c:v>
                </c:pt>
                <c:pt idx="589">
                  <c:v>0.86666667</c:v>
                </c:pt>
                <c:pt idx="590">
                  <c:v>0.86666667</c:v>
                </c:pt>
                <c:pt idx="591">
                  <c:v>0.86666667</c:v>
                </c:pt>
                <c:pt idx="592">
                  <c:v>0.86666667</c:v>
                </c:pt>
                <c:pt idx="593">
                  <c:v>0.86666667</c:v>
                </c:pt>
                <c:pt idx="594">
                  <c:v>0.86666667</c:v>
                </c:pt>
                <c:pt idx="595">
                  <c:v>0.86666667</c:v>
                </c:pt>
                <c:pt idx="596">
                  <c:v>0.86666667</c:v>
                </c:pt>
                <c:pt idx="597">
                  <c:v>0.86666667</c:v>
                </c:pt>
                <c:pt idx="598">
                  <c:v>0.86666667</c:v>
                </c:pt>
                <c:pt idx="599">
                  <c:v>0.86666667</c:v>
                </c:pt>
                <c:pt idx="600">
                  <c:v>0.86666667</c:v>
                </c:pt>
                <c:pt idx="601">
                  <c:v>0.86666667</c:v>
                </c:pt>
                <c:pt idx="602">
                  <c:v>0.86666667</c:v>
                </c:pt>
                <c:pt idx="603">
                  <c:v>0.86666667</c:v>
                </c:pt>
                <c:pt idx="604">
                  <c:v>0.9</c:v>
                </c:pt>
                <c:pt idx="605">
                  <c:v>0.9</c:v>
                </c:pt>
                <c:pt idx="606">
                  <c:v>0.9</c:v>
                </c:pt>
                <c:pt idx="607">
                  <c:v>0.9</c:v>
                </c:pt>
                <c:pt idx="608">
                  <c:v>0.9</c:v>
                </c:pt>
                <c:pt idx="609">
                  <c:v>0.9</c:v>
                </c:pt>
                <c:pt idx="610">
                  <c:v>0.9</c:v>
                </c:pt>
                <c:pt idx="611">
                  <c:v>0.9</c:v>
                </c:pt>
                <c:pt idx="612">
                  <c:v>0.9</c:v>
                </c:pt>
                <c:pt idx="613">
                  <c:v>0.9</c:v>
                </c:pt>
                <c:pt idx="614">
                  <c:v>0.9</c:v>
                </c:pt>
                <c:pt idx="615">
                  <c:v>0.9</c:v>
                </c:pt>
                <c:pt idx="616">
                  <c:v>0.9</c:v>
                </c:pt>
                <c:pt idx="617">
                  <c:v>0.9</c:v>
                </c:pt>
                <c:pt idx="618">
                  <c:v>0.9</c:v>
                </c:pt>
                <c:pt idx="619">
                  <c:v>0.9</c:v>
                </c:pt>
                <c:pt idx="620">
                  <c:v>0.93333333</c:v>
                </c:pt>
                <c:pt idx="621">
                  <c:v>0.93333333</c:v>
                </c:pt>
                <c:pt idx="622">
                  <c:v>0.93333333</c:v>
                </c:pt>
                <c:pt idx="623">
                  <c:v>0.93333333</c:v>
                </c:pt>
                <c:pt idx="624">
                  <c:v>0.93333333</c:v>
                </c:pt>
                <c:pt idx="625">
                  <c:v>0.93333333</c:v>
                </c:pt>
                <c:pt idx="626">
                  <c:v>0.93333333</c:v>
                </c:pt>
                <c:pt idx="627">
                  <c:v>0.93333333</c:v>
                </c:pt>
                <c:pt idx="628">
                  <c:v>0.93333333</c:v>
                </c:pt>
                <c:pt idx="629">
                  <c:v>0.93333333</c:v>
                </c:pt>
                <c:pt idx="630">
                  <c:v>0.93333333</c:v>
                </c:pt>
                <c:pt idx="631">
                  <c:v>0.93333333</c:v>
                </c:pt>
                <c:pt idx="632">
                  <c:v>0.93333333</c:v>
                </c:pt>
                <c:pt idx="633">
                  <c:v>0.93333333</c:v>
                </c:pt>
                <c:pt idx="634">
                  <c:v>0.93333333</c:v>
                </c:pt>
                <c:pt idx="635">
                  <c:v>0.93333333</c:v>
                </c:pt>
                <c:pt idx="636">
                  <c:v>0.93333333</c:v>
                </c:pt>
                <c:pt idx="637">
                  <c:v>0.93333333</c:v>
                </c:pt>
                <c:pt idx="638">
                  <c:v>0.93333333</c:v>
                </c:pt>
                <c:pt idx="639">
                  <c:v>0.93333333</c:v>
                </c:pt>
                <c:pt idx="640">
                  <c:v>0.93333333</c:v>
                </c:pt>
                <c:pt idx="641">
                  <c:v>0.93333333</c:v>
                </c:pt>
                <c:pt idx="642">
                  <c:v>0.93333333</c:v>
                </c:pt>
                <c:pt idx="643">
                  <c:v>0.93333333</c:v>
                </c:pt>
                <c:pt idx="644">
                  <c:v>0.93333333</c:v>
                </c:pt>
                <c:pt idx="645">
                  <c:v>0.93333333</c:v>
                </c:pt>
                <c:pt idx="646">
                  <c:v>0.93333333</c:v>
                </c:pt>
                <c:pt idx="647">
                  <c:v>0.93333333</c:v>
                </c:pt>
                <c:pt idx="648">
                  <c:v>0.93333333</c:v>
                </c:pt>
                <c:pt idx="649">
                  <c:v>0.93333333</c:v>
                </c:pt>
                <c:pt idx="650">
                  <c:v>0.93333333</c:v>
                </c:pt>
                <c:pt idx="651">
                  <c:v>0.93333333</c:v>
                </c:pt>
                <c:pt idx="652">
                  <c:v>0.93333333</c:v>
                </c:pt>
                <c:pt idx="653">
                  <c:v>0.93333333</c:v>
                </c:pt>
                <c:pt idx="654">
                  <c:v>0.93333333</c:v>
                </c:pt>
                <c:pt idx="655">
                  <c:v>0.93333333</c:v>
                </c:pt>
                <c:pt idx="656">
                  <c:v>0.93333333</c:v>
                </c:pt>
                <c:pt idx="657">
                  <c:v>0.93333333</c:v>
                </c:pt>
                <c:pt idx="658">
                  <c:v>0.93333333</c:v>
                </c:pt>
                <c:pt idx="659">
                  <c:v>0.93333333</c:v>
                </c:pt>
                <c:pt idx="660">
                  <c:v>0.93333333</c:v>
                </c:pt>
                <c:pt idx="661">
                  <c:v>0.93333333</c:v>
                </c:pt>
                <c:pt idx="662">
                  <c:v>0.93333333</c:v>
                </c:pt>
                <c:pt idx="663">
                  <c:v>0.93333333</c:v>
                </c:pt>
                <c:pt idx="664">
                  <c:v>0.93333333</c:v>
                </c:pt>
                <c:pt idx="665">
                  <c:v>0.93333333</c:v>
                </c:pt>
                <c:pt idx="666">
                  <c:v>0.93333333</c:v>
                </c:pt>
                <c:pt idx="667">
                  <c:v>0.93333333</c:v>
                </c:pt>
                <c:pt idx="668">
                  <c:v>0.93333333</c:v>
                </c:pt>
                <c:pt idx="669">
                  <c:v>0.93333333</c:v>
                </c:pt>
                <c:pt idx="670">
                  <c:v>0.93333333</c:v>
                </c:pt>
                <c:pt idx="671">
                  <c:v>0.93333333</c:v>
                </c:pt>
                <c:pt idx="672">
                  <c:v>0.93333333</c:v>
                </c:pt>
                <c:pt idx="673">
                  <c:v>0.93333333</c:v>
                </c:pt>
                <c:pt idx="674">
                  <c:v>0.93333333</c:v>
                </c:pt>
                <c:pt idx="675">
                  <c:v>0.93333333</c:v>
                </c:pt>
                <c:pt idx="676">
                  <c:v>0.93333333</c:v>
                </c:pt>
                <c:pt idx="677">
                  <c:v>0.93333333</c:v>
                </c:pt>
                <c:pt idx="678">
                  <c:v>0.93333333</c:v>
                </c:pt>
                <c:pt idx="679">
                  <c:v>0.93333333</c:v>
                </c:pt>
                <c:pt idx="680">
                  <c:v>0.93333333</c:v>
                </c:pt>
                <c:pt idx="681">
                  <c:v>0.93333333</c:v>
                </c:pt>
                <c:pt idx="682">
                  <c:v>0.93333333</c:v>
                </c:pt>
                <c:pt idx="683">
                  <c:v>0.93333333</c:v>
                </c:pt>
                <c:pt idx="684">
                  <c:v>0.93333333</c:v>
                </c:pt>
                <c:pt idx="685">
                  <c:v>0.93333333</c:v>
                </c:pt>
                <c:pt idx="686">
                  <c:v>0.93333333</c:v>
                </c:pt>
                <c:pt idx="687">
                  <c:v>0.93333333</c:v>
                </c:pt>
                <c:pt idx="688">
                  <c:v>0.93333333</c:v>
                </c:pt>
                <c:pt idx="689">
                  <c:v>0.93333333</c:v>
                </c:pt>
                <c:pt idx="690">
                  <c:v>0.93333333</c:v>
                </c:pt>
                <c:pt idx="691">
                  <c:v>0.93333333</c:v>
                </c:pt>
                <c:pt idx="692">
                  <c:v>0.93333333</c:v>
                </c:pt>
                <c:pt idx="693">
                  <c:v>0.93333333</c:v>
                </c:pt>
                <c:pt idx="694">
                  <c:v>0.93333333</c:v>
                </c:pt>
                <c:pt idx="695">
                  <c:v>0.93333333</c:v>
                </c:pt>
                <c:pt idx="696">
                  <c:v>0.93333333</c:v>
                </c:pt>
                <c:pt idx="697">
                  <c:v>0.93333333</c:v>
                </c:pt>
                <c:pt idx="698">
                  <c:v>0.93333333</c:v>
                </c:pt>
                <c:pt idx="699">
                  <c:v>0.93333333</c:v>
                </c:pt>
                <c:pt idx="700">
                  <c:v>0.93333333</c:v>
                </c:pt>
                <c:pt idx="701">
                  <c:v>0.93333333</c:v>
                </c:pt>
                <c:pt idx="702">
                  <c:v>0.93333333</c:v>
                </c:pt>
                <c:pt idx="703">
                  <c:v>0.93333333</c:v>
                </c:pt>
                <c:pt idx="704">
                  <c:v>0.93333333</c:v>
                </c:pt>
                <c:pt idx="705">
                  <c:v>0.93333333</c:v>
                </c:pt>
                <c:pt idx="706">
                  <c:v>0.93333333</c:v>
                </c:pt>
                <c:pt idx="707">
                  <c:v>0.93333333</c:v>
                </c:pt>
                <c:pt idx="708">
                  <c:v>0.93333333</c:v>
                </c:pt>
                <c:pt idx="709">
                  <c:v>0.93333333</c:v>
                </c:pt>
                <c:pt idx="710">
                  <c:v>0.93333333</c:v>
                </c:pt>
                <c:pt idx="711">
                  <c:v>0.93333333</c:v>
                </c:pt>
                <c:pt idx="712">
                  <c:v>0.93333333</c:v>
                </c:pt>
                <c:pt idx="713">
                  <c:v>0.93333333</c:v>
                </c:pt>
                <c:pt idx="714">
                  <c:v>0.93333333</c:v>
                </c:pt>
                <c:pt idx="715">
                  <c:v>0.93333333</c:v>
                </c:pt>
                <c:pt idx="716">
                  <c:v>0.93333333</c:v>
                </c:pt>
                <c:pt idx="717">
                  <c:v>0.93333333</c:v>
                </c:pt>
                <c:pt idx="718">
                  <c:v>0.93333333</c:v>
                </c:pt>
                <c:pt idx="719">
                  <c:v>0.93333333</c:v>
                </c:pt>
                <c:pt idx="720">
                  <c:v>0.93333333</c:v>
                </c:pt>
                <c:pt idx="721">
                  <c:v>0.93333333</c:v>
                </c:pt>
                <c:pt idx="722">
                  <c:v>0.93333333</c:v>
                </c:pt>
                <c:pt idx="723">
                  <c:v>0.93333333</c:v>
                </c:pt>
                <c:pt idx="724">
                  <c:v>0.93333333</c:v>
                </c:pt>
                <c:pt idx="725">
                  <c:v>0.93333333</c:v>
                </c:pt>
                <c:pt idx="726">
                  <c:v>0.93333333</c:v>
                </c:pt>
                <c:pt idx="727">
                  <c:v>0.93333333</c:v>
                </c:pt>
                <c:pt idx="728">
                  <c:v>0.93333333</c:v>
                </c:pt>
                <c:pt idx="729">
                  <c:v>0.93333333</c:v>
                </c:pt>
                <c:pt idx="730">
                  <c:v>0.93333333</c:v>
                </c:pt>
                <c:pt idx="731">
                  <c:v>0.93333333</c:v>
                </c:pt>
                <c:pt idx="732">
                  <c:v>0.93333333</c:v>
                </c:pt>
                <c:pt idx="733">
                  <c:v>0.93333333</c:v>
                </c:pt>
                <c:pt idx="734">
                  <c:v>0.93333333</c:v>
                </c:pt>
                <c:pt idx="735">
                  <c:v>0.93333333</c:v>
                </c:pt>
                <c:pt idx="736">
                  <c:v>0.93333333</c:v>
                </c:pt>
                <c:pt idx="737">
                  <c:v>0.93333333</c:v>
                </c:pt>
                <c:pt idx="738">
                  <c:v>0.93333333</c:v>
                </c:pt>
                <c:pt idx="739">
                  <c:v>0.93333333</c:v>
                </c:pt>
                <c:pt idx="740">
                  <c:v>0.93333333</c:v>
                </c:pt>
                <c:pt idx="741">
                  <c:v>0.93333333</c:v>
                </c:pt>
                <c:pt idx="742">
                  <c:v>0.93333333</c:v>
                </c:pt>
                <c:pt idx="743">
                  <c:v>0.93333333</c:v>
                </c:pt>
                <c:pt idx="744">
                  <c:v>0.93333333</c:v>
                </c:pt>
                <c:pt idx="745">
                  <c:v>0.93333333</c:v>
                </c:pt>
                <c:pt idx="746">
                  <c:v>0.93333333</c:v>
                </c:pt>
                <c:pt idx="747">
                  <c:v>0.93333333</c:v>
                </c:pt>
                <c:pt idx="748">
                  <c:v>0.93333333</c:v>
                </c:pt>
                <c:pt idx="749">
                  <c:v>0.93333333</c:v>
                </c:pt>
                <c:pt idx="750">
                  <c:v>0.93333333</c:v>
                </c:pt>
                <c:pt idx="751">
                  <c:v>0.93333333</c:v>
                </c:pt>
                <c:pt idx="752">
                  <c:v>0.93333333</c:v>
                </c:pt>
                <c:pt idx="753">
                  <c:v>0.93333333</c:v>
                </c:pt>
                <c:pt idx="754">
                  <c:v>0.93333333</c:v>
                </c:pt>
                <c:pt idx="755">
                  <c:v>0.93333333</c:v>
                </c:pt>
                <c:pt idx="756">
                  <c:v>0.93333333</c:v>
                </c:pt>
                <c:pt idx="757">
                  <c:v>0.93333333</c:v>
                </c:pt>
                <c:pt idx="758">
                  <c:v>0.93333333</c:v>
                </c:pt>
                <c:pt idx="759">
                  <c:v>0.93333333</c:v>
                </c:pt>
                <c:pt idx="760">
                  <c:v>0.93333333</c:v>
                </c:pt>
                <c:pt idx="761">
                  <c:v>0.93333333</c:v>
                </c:pt>
                <c:pt idx="762">
                  <c:v>0.93333333</c:v>
                </c:pt>
                <c:pt idx="763">
                  <c:v>0.93333333</c:v>
                </c:pt>
                <c:pt idx="764">
                  <c:v>0.93333333</c:v>
                </c:pt>
                <c:pt idx="765">
                  <c:v>0.93333333</c:v>
                </c:pt>
                <c:pt idx="766">
                  <c:v>0.93333333</c:v>
                </c:pt>
                <c:pt idx="767">
                  <c:v>0.93333333</c:v>
                </c:pt>
                <c:pt idx="768">
                  <c:v>0.93333333</c:v>
                </c:pt>
                <c:pt idx="769">
                  <c:v>0.93333333</c:v>
                </c:pt>
                <c:pt idx="770">
                  <c:v>0.93333333</c:v>
                </c:pt>
                <c:pt idx="771">
                  <c:v>0.93333333</c:v>
                </c:pt>
                <c:pt idx="772">
                  <c:v>0.93333333</c:v>
                </c:pt>
                <c:pt idx="773">
                  <c:v>0.93333333</c:v>
                </c:pt>
                <c:pt idx="774">
                  <c:v>0.93333333</c:v>
                </c:pt>
                <c:pt idx="775">
                  <c:v>0.93333333</c:v>
                </c:pt>
                <c:pt idx="776">
                  <c:v>0.93333333</c:v>
                </c:pt>
                <c:pt idx="777">
                  <c:v>0.93333333</c:v>
                </c:pt>
                <c:pt idx="778">
                  <c:v>0.93333333</c:v>
                </c:pt>
                <c:pt idx="779">
                  <c:v>0.93333333</c:v>
                </c:pt>
                <c:pt idx="780">
                  <c:v>0.93333333</c:v>
                </c:pt>
                <c:pt idx="781">
                  <c:v>0.93333333</c:v>
                </c:pt>
                <c:pt idx="782">
                  <c:v>0.93333333</c:v>
                </c:pt>
                <c:pt idx="783">
                  <c:v>0.93333333</c:v>
                </c:pt>
                <c:pt idx="784">
                  <c:v>0.93333333</c:v>
                </c:pt>
                <c:pt idx="785">
                  <c:v>0.93333333</c:v>
                </c:pt>
                <c:pt idx="786">
                  <c:v>0.93333333</c:v>
                </c:pt>
                <c:pt idx="787">
                  <c:v>0.93333333</c:v>
                </c:pt>
                <c:pt idx="788">
                  <c:v>0.93333333</c:v>
                </c:pt>
                <c:pt idx="789">
                  <c:v>0.93333333</c:v>
                </c:pt>
                <c:pt idx="790">
                  <c:v>0.93333333</c:v>
                </c:pt>
                <c:pt idx="791">
                  <c:v>0.93333333</c:v>
                </c:pt>
                <c:pt idx="792">
                  <c:v>0.93333333</c:v>
                </c:pt>
                <c:pt idx="793">
                  <c:v>0.93333333</c:v>
                </c:pt>
                <c:pt idx="794">
                  <c:v>0.93333333</c:v>
                </c:pt>
                <c:pt idx="795">
                  <c:v>0.93333333</c:v>
                </c:pt>
                <c:pt idx="796">
                  <c:v>0.93333333</c:v>
                </c:pt>
                <c:pt idx="797">
                  <c:v>0.93333333</c:v>
                </c:pt>
                <c:pt idx="798">
                  <c:v>0.93333333</c:v>
                </c:pt>
                <c:pt idx="799">
                  <c:v>0.93333333</c:v>
                </c:pt>
                <c:pt idx="800">
                  <c:v>0.93333333</c:v>
                </c:pt>
                <c:pt idx="801">
                  <c:v>0.93333333</c:v>
                </c:pt>
                <c:pt idx="802">
                  <c:v>0.93333333</c:v>
                </c:pt>
                <c:pt idx="803">
                  <c:v>0.93333333</c:v>
                </c:pt>
                <c:pt idx="804">
                  <c:v>0.93333333</c:v>
                </c:pt>
                <c:pt idx="805">
                  <c:v>0.93333333</c:v>
                </c:pt>
                <c:pt idx="806">
                  <c:v>0.93333333</c:v>
                </c:pt>
                <c:pt idx="807">
                  <c:v>0.93333333</c:v>
                </c:pt>
                <c:pt idx="808">
                  <c:v>0.93333333</c:v>
                </c:pt>
                <c:pt idx="809">
                  <c:v>0.93333333</c:v>
                </c:pt>
                <c:pt idx="810">
                  <c:v>0.93333333</c:v>
                </c:pt>
                <c:pt idx="811">
                  <c:v>0.93333333</c:v>
                </c:pt>
                <c:pt idx="812">
                  <c:v>0.93333333</c:v>
                </c:pt>
                <c:pt idx="813">
                  <c:v>0.93333333</c:v>
                </c:pt>
                <c:pt idx="814">
                  <c:v>0.93333333</c:v>
                </c:pt>
                <c:pt idx="815">
                  <c:v>0.93333333</c:v>
                </c:pt>
                <c:pt idx="816">
                  <c:v>0.93333333</c:v>
                </c:pt>
                <c:pt idx="817">
                  <c:v>0.93333333</c:v>
                </c:pt>
                <c:pt idx="818">
                  <c:v>0.93333333</c:v>
                </c:pt>
                <c:pt idx="819">
                  <c:v>0.93333333</c:v>
                </c:pt>
                <c:pt idx="820">
                  <c:v>0.93333333</c:v>
                </c:pt>
                <c:pt idx="821">
                  <c:v>0.93333333</c:v>
                </c:pt>
                <c:pt idx="822">
                  <c:v>0.93333333</c:v>
                </c:pt>
                <c:pt idx="823">
                  <c:v>0.93333333</c:v>
                </c:pt>
                <c:pt idx="824">
                  <c:v>0.93333333</c:v>
                </c:pt>
                <c:pt idx="825">
                  <c:v>0.93333333</c:v>
                </c:pt>
                <c:pt idx="826">
                  <c:v>0.93333333</c:v>
                </c:pt>
                <c:pt idx="827">
                  <c:v>0.93333333</c:v>
                </c:pt>
                <c:pt idx="828">
                  <c:v>0.96666667</c:v>
                </c:pt>
                <c:pt idx="829">
                  <c:v>0.96666667</c:v>
                </c:pt>
                <c:pt idx="830">
                  <c:v>0.96666667</c:v>
                </c:pt>
                <c:pt idx="831">
                  <c:v>0.96666667</c:v>
                </c:pt>
                <c:pt idx="832">
                  <c:v>0.96666667</c:v>
                </c:pt>
                <c:pt idx="833">
                  <c:v>0.96666667</c:v>
                </c:pt>
                <c:pt idx="834">
                  <c:v>0.96666667</c:v>
                </c:pt>
                <c:pt idx="835">
                  <c:v>0.96666667</c:v>
                </c:pt>
                <c:pt idx="836">
                  <c:v>0.96666667</c:v>
                </c:pt>
                <c:pt idx="837">
                  <c:v>0.96666667</c:v>
                </c:pt>
                <c:pt idx="838">
                  <c:v>0.96666667</c:v>
                </c:pt>
                <c:pt idx="839">
                  <c:v>0.96666667</c:v>
                </c:pt>
                <c:pt idx="840">
                  <c:v>0.96666667</c:v>
                </c:pt>
                <c:pt idx="841">
                  <c:v>0.96666667</c:v>
                </c:pt>
                <c:pt idx="842">
                  <c:v>0.96666667</c:v>
                </c:pt>
                <c:pt idx="843">
                  <c:v>0.96666667</c:v>
                </c:pt>
                <c:pt idx="844">
                  <c:v>0.96666667</c:v>
                </c:pt>
                <c:pt idx="845">
                  <c:v>0.96666667</c:v>
                </c:pt>
                <c:pt idx="846">
                  <c:v>0.96666667</c:v>
                </c:pt>
                <c:pt idx="847">
                  <c:v>0.96666667</c:v>
                </c:pt>
                <c:pt idx="848">
                  <c:v>0.96666667</c:v>
                </c:pt>
                <c:pt idx="849">
                  <c:v>0.96666667</c:v>
                </c:pt>
                <c:pt idx="850">
                  <c:v>0.96666667</c:v>
                </c:pt>
                <c:pt idx="851">
                  <c:v>0.96666667</c:v>
                </c:pt>
                <c:pt idx="852">
                  <c:v>0.96666667</c:v>
                </c:pt>
                <c:pt idx="853">
                  <c:v>0.96666667</c:v>
                </c:pt>
                <c:pt idx="854">
                  <c:v>0.96666667</c:v>
                </c:pt>
                <c:pt idx="855">
                  <c:v>0.96666667</c:v>
                </c:pt>
                <c:pt idx="856">
                  <c:v>0.96666667</c:v>
                </c:pt>
                <c:pt idx="857">
                  <c:v>0.96666667</c:v>
                </c:pt>
                <c:pt idx="858">
                  <c:v>0.96666667</c:v>
                </c:pt>
                <c:pt idx="859">
                  <c:v>0.96666667</c:v>
                </c:pt>
                <c:pt idx="860">
                  <c:v>0.96666667</c:v>
                </c:pt>
                <c:pt idx="861">
                  <c:v>0.96666667</c:v>
                </c:pt>
                <c:pt idx="862">
                  <c:v>0.96666667</c:v>
                </c:pt>
                <c:pt idx="863">
                  <c:v>0.96666667</c:v>
                </c:pt>
                <c:pt idx="864">
                  <c:v>0.96666667</c:v>
                </c:pt>
                <c:pt idx="865">
                  <c:v>0.96666667</c:v>
                </c:pt>
                <c:pt idx="866">
                  <c:v>0.96666667</c:v>
                </c:pt>
                <c:pt idx="867">
                  <c:v>0.96666667</c:v>
                </c:pt>
                <c:pt idx="868">
                  <c:v>0.96666667</c:v>
                </c:pt>
                <c:pt idx="869">
                  <c:v>0.96666667</c:v>
                </c:pt>
                <c:pt idx="870">
                  <c:v>0.96666667</c:v>
                </c:pt>
                <c:pt idx="871">
                  <c:v>0.96666667</c:v>
                </c:pt>
                <c:pt idx="872">
                  <c:v>0.96666667</c:v>
                </c:pt>
                <c:pt idx="873">
                  <c:v>0.96666667</c:v>
                </c:pt>
                <c:pt idx="874">
                  <c:v>0.96666667</c:v>
                </c:pt>
                <c:pt idx="875">
                  <c:v>0.96666667</c:v>
                </c:pt>
                <c:pt idx="876">
                  <c:v>0.96666667</c:v>
                </c:pt>
                <c:pt idx="877">
                  <c:v>0.96666667</c:v>
                </c:pt>
                <c:pt idx="878">
                  <c:v>0.96666667</c:v>
                </c:pt>
                <c:pt idx="879">
                  <c:v>0.96666667</c:v>
                </c:pt>
                <c:pt idx="880">
                  <c:v>0.96666667</c:v>
                </c:pt>
                <c:pt idx="881">
                  <c:v>0.96666667</c:v>
                </c:pt>
                <c:pt idx="882">
                  <c:v>0.96666667</c:v>
                </c:pt>
                <c:pt idx="883">
                  <c:v>0.96666667</c:v>
                </c:pt>
                <c:pt idx="884">
                  <c:v>0.96666667</c:v>
                </c:pt>
                <c:pt idx="885">
                  <c:v>0.96666667</c:v>
                </c:pt>
                <c:pt idx="886">
                  <c:v>0.96666667</c:v>
                </c:pt>
                <c:pt idx="887">
                  <c:v>0.96666667</c:v>
                </c:pt>
                <c:pt idx="888">
                  <c:v>0.96666667</c:v>
                </c:pt>
                <c:pt idx="889">
                  <c:v>0.96666667</c:v>
                </c:pt>
                <c:pt idx="890">
                  <c:v>0.96666667</c:v>
                </c:pt>
                <c:pt idx="891">
                  <c:v>0.96666667</c:v>
                </c:pt>
                <c:pt idx="892">
                  <c:v>0.96666667</c:v>
                </c:pt>
                <c:pt idx="893">
                  <c:v>0.96666667</c:v>
                </c:pt>
                <c:pt idx="894">
                  <c:v>0.96666667</c:v>
                </c:pt>
                <c:pt idx="895">
                  <c:v>0.96666667</c:v>
                </c:pt>
                <c:pt idx="896">
                  <c:v>0.96666667</c:v>
                </c:pt>
                <c:pt idx="897">
                  <c:v>0.96666667</c:v>
                </c:pt>
                <c:pt idx="898">
                  <c:v>0.96666667</c:v>
                </c:pt>
                <c:pt idx="899">
                  <c:v>0.96666667</c:v>
                </c:pt>
                <c:pt idx="900">
                  <c:v>0.96666667</c:v>
                </c:pt>
                <c:pt idx="901">
                  <c:v>0.96666667</c:v>
                </c:pt>
                <c:pt idx="902">
                  <c:v>0.96666667</c:v>
                </c:pt>
                <c:pt idx="903">
                  <c:v>0.96666667</c:v>
                </c:pt>
                <c:pt idx="904">
                  <c:v>0.96666667</c:v>
                </c:pt>
                <c:pt idx="905">
                  <c:v>0.96666667</c:v>
                </c:pt>
                <c:pt idx="906">
                  <c:v>0.96666667</c:v>
                </c:pt>
                <c:pt idx="907">
                  <c:v>0.96666667</c:v>
                </c:pt>
                <c:pt idx="908">
                  <c:v>0.96666667</c:v>
                </c:pt>
                <c:pt idx="909">
                  <c:v>0.96666667</c:v>
                </c:pt>
                <c:pt idx="910">
                  <c:v>0.96666667</c:v>
                </c:pt>
                <c:pt idx="911">
                  <c:v>0.96666667</c:v>
                </c:pt>
                <c:pt idx="912">
                  <c:v>0.96666667</c:v>
                </c:pt>
                <c:pt idx="913">
                  <c:v>0.96666667</c:v>
                </c:pt>
                <c:pt idx="914">
                  <c:v>0.96666667</c:v>
                </c:pt>
                <c:pt idx="915">
                  <c:v>0.96666667</c:v>
                </c:pt>
                <c:pt idx="916">
                  <c:v>0.96666667</c:v>
                </c:pt>
                <c:pt idx="917">
                  <c:v>0.96666667</c:v>
                </c:pt>
                <c:pt idx="918">
                  <c:v>0.96666667</c:v>
                </c:pt>
                <c:pt idx="919">
                  <c:v>0.96666667</c:v>
                </c:pt>
                <c:pt idx="920">
                  <c:v>0.96666667</c:v>
                </c:pt>
                <c:pt idx="921">
                  <c:v>0.96666667</c:v>
                </c:pt>
                <c:pt idx="922">
                  <c:v>0.96666667</c:v>
                </c:pt>
                <c:pt idx="923">
                  <c:v>0.96666667</c:v>
                </c:pt>
                <c:pt idx="924">
                  <c:v>0.96666667</c:v>
                </c:pt>
                <c:pt idx="925">
                  <c:v>0.96666667</c:v>
                </c:pt>
                <c:pt idx="926">
                  <c:v>0.96666667</c:v>
                </c:pt>
                <c:pt idx="927">
                  <c:v>0.96666667</c:v>
                </c:pt>
                <c:pt idx="928">
                  <c:v>0.96666667</c:v>
                </c:pt>
                <c:pt idx="929">
                  <c:v>0.96666667</c:v>
                </c:pt>
                <c:pt idx="930">
                  <c:v>0.96666667</c:v>
                </c:pt>
                <c:pt idx="931">
                  <c:v>0.96666667</c:v>
                </c:pt>
                <c:pt idx="932">
                  <c:v>0.96666667</c:v>
                </c:pt>
                <c:pt idx="933">
                  <c:v>0.96666667</c:v>
                </c:pt>
                <c:pt idx="934">
                  <c:v>0.96666667</c:v>
                </c:pt>
                <c:pt idx="935">
                  <c:v>0.96666667</c:v>
                </c:pt>
                <c:pt idx="936">
                  <c:v>0.96666667</c:v>
                </c:pt>
                <c:pt idx="937">
                  <c:v>0.96666667</c:v>
                </c:pt>
                <c:pt idx="938">
                  <c:v>0.96666667</c:v>
                </c:pt>
                <c:pt idx="939">
                  <c:v>0.96666667</c:v>
                </c:pt>
                <c:pt idx="940">
                  <c:v>0.96666667</c:v>
                </c:pt>
                <c:pt idx="941">
                  <c:v>0.96666667</c:v>
                </c:pt>
                <c:pt idx="942">
                  <c:v>0.96666667</c:v>
                </c:pt>
                <c:pt idx="943">
                  <c:v>0.96666667</c:v>
                </c:pt>
                <c:pt idx="944">
                  <c:v>0.96666667</c:v>
                </c:pt>
                <c:pt idx="945">
                  <c:v>0.96666667</c:v>
                </c:pt>
                <c:pt idx="946">
                  <c:v>0.96666667</c:v>
                </c:pt>
                <c:pt idx="947">
                  <c:v>0.96666667</c:v>
                </c:pt>
                <c:pt idx="948">
                  <c:v>0.96666667</c:v>
                </c:pt>
                <c:pt idx="949">
                  <c:v>0.96666667</c:v>
                </c:pt>
                <c:pt idx="950">
                  <c:v>0.96666667</c:v>
                </c:pt>
                <c:pt idx="951">
                  <c:v>0.96666667</c:v>
                </c:pt>
                <c:pt idx="952">
                  <c:v>0.96666667</c:v>
                </c:pt>
                <c:pt idx="953">
                  <c:v>0.96666667</c:v>
                </c:pt>
                <c:pt idx="954">
                  <c:v>0.96666667</c:v>
                </c:pt>
                <c:pt idx="955">
                  <c:v>0.96666667</c:v>
                </c:pt>
                <c:pt idx="956">
                  <c:v>0.96666667</c:v>
                </c:pt>
                <c:pt idx="957">
                  <c:v>0.96666667</c:v>
                </c:pt>
                <c:pt idx="958">
                  <c:v>0.96666667</c:v>
                </c:pt>
                <c:pt idx="959">
                  <c:v>0.96666667</c:v>
                </c:pt>
                <c:pt idx="960">
                  <c:v>0.96666667</c:v>
                </c:pt>
                <c:pt idx="961">
                  <c:v>0.96666667</c:v>
                </c:pt>
                <c:pt idx="962">
                  <c:v>0.96666667</c:v>
                </c:pt>
                <c:pt idx="963">
                  <c:v>0.96666667</c:v>
                </c:pt>
                <c:pt idx="964">
                  <c:v>0.96666667</c:v>
                </c:pt>
                <c:pt idx="965">
                  <c:v>0.96666667</c:v>
                </c:pt>
                <c:pt idx="966">
                  <c:v>0.96666667</c:v>
                </c:pt>
                <c:pt idx="967">
                  <c:v>0.96666667</c:v>
                </c:pt>
                <c:pt idx="968">
                  <c:v>0.96666667</c:v>
                </c:pt>
                <c:pt idx="969">
                  <c:v>0.96666667</c:v>
                </c:pt>
                <c:pt idx="970">
                  <c:v>0.96666667</c:v>
                </c:pt>
                <c:pt idx="971">
                  <c:v>0.96666667</c:v>
                </c:pt>
                <c:pt idx="972">
                  <c:v>0.96666667</c:v>
                </c:pt>
                <c:pt idx="973">
                  <c:v>0.96666667</c:v>
                </c:pt>
                <c:pt idx="974">
                  <c:v>0.96666667</c:v>
                </c:pt>
                <c:pt idx="975">
                  <c:v>0.96666667</c:v>
                </c:pt>
                <c:pt idx="976">
                  <c:v>0.96666667</c:v>
                </c:pt>
                <c:pt idx="977">
                  <c:v>0.96666667</c:v>
                </c:pt>
                <c:pt idx="978">
                  <c:v>0.96666667</c:v>
                </c:pt>
                <c:pt idx="979">
                  <c:v>0.96666667</c:v>
                </c:pt>
                <c:pt idx="980">
                  <c:v>0.96666667</c:v>
                </c:pt>
                <c:pt idx="981">
                  <c:v>0.96666667</c:v>
                </c:pt>
                <c:pt idx="982">
                  <c:v>0.96666667</c:v>
                </c:pt>
                <c:pt idx="983">
                  <c:v>0.96666667</c:v>
                </c:pt>
                <c:pt idx="984">
                  <c:v>0.96666667</c:v>
                </c:pt>
                <c:pt idx="985">
                  <c:v>0.96666667</c:v>
                </c:pt>
                <c:pt idx="986">
                  <c:v>0.96666667</c:v>
                </c:pt>
                <c:pt idx="987">
                  <c:v>0.96666667</c:v>
                </c:pt>
                <c:pt idx="988">
                  <c:v>0.96666667</c:v>
                </c:pt>
                <c:pt idx="989">
                  <c:v>0.96666667</c:v>
                </c:pt>
                <c:pt idx="990">
                  <c:v>0.96666667</c:v>
                </c:pt>
                <c:pt idx="991">
                  <c:v>0.96666667</c:v>
                </c:pt>
                <c:pt idx="992">
                  <c:v>0.96666667</c:v>
                </c:pt>
                <c:pt idx="993">
                  <c:v>0.96666667</c:v>
                </c:pt>
                <c:pt idx="994">
                  <c:v>0.96666667</c:v>
                </c:pt>
                <c:pt idx="995">
                  <c:v>0.96666667</c:v>
                </c:pt>
                <c:pt idx="996">
                  <c:v>0.96666667</c:v>
                </c:pt>
                <c:pt idx="997">
                  <c:v>0.96666667</c:v>
                </c:pt>
                <c:pt idx="998">
                  <c:v>0.96666667</c:v>
                </c:pt>
                <c:pt idx="999">
                  <c:v>0.96666667</c:v>
                </c:pt>
                <c:pt idx="1000">
                  <c:v>0.96666667</c:v>
                </c:pt>
                <c:pt idx="1001">
                  <c:v>0.96666667</c:v>
                </c:pt>
                <c:pt idx="1002">
                  <c:v>0.96666667</c:v>
                </c:pt>
                <c:pt idx="1003">
                  <c:v>0.96666667</c:v>
                </c:pt>
                <c:pt idx="1004">
                  <c:v>0.96666667</c:v>
                </c:pt>
                <c:pt idx="1005">
                  <c:v>0.96666667</c:v>
                </c:pt>
                <c:pt idx="1006">
                  <c:v>0.96666667</c:v>
                </c:pt>
                <c:pt idx="1007">
                  <c:v>0.96666667</c:v>
                </c:pt>
                <c:pt idx="1008">
                  <c:v>0.96666667</c:v>
                </c:pt>
                <c:pt idx="1009">
                  <c:v>0.96666667</c:v>
                </c:pt>
                <c:pt idx="1010">
                  <c:v>0.96666667</c:v>
                </c:pt>
                <c:pt idx="1011">
                  <c:v>0.96666667</c:v>
                </c:pt>
                <c:pt idx="1012">
                  <c:v>0.96666667</c:v>
                </c:pt>
                <c:pt idx="1013">
                  <c:v>0.96666667</c:v>
                </c:pt>
                <c:pt idx="1014">
                  <c:v>0.96666667</c:v>
                </c:pt>
                <c:pt idx="1015">
                  <c:v>0.96666667</c:v>
                </c:pt>
                <c:pt idx="1016">
                  <c:v>0.96666667</c:v>
                </c:pt>
                <c:pt idx="1017">
                  <c:v>0.96666667</c:v>
                </c:pt>
                <c:pt idx="1018">
                  <c:v>0.96666667</c:v>
                </c:pt>
                <c:pt idx="1019">
                  <c:v>0.96666667</c:v>
                </c:pt>
                <c:pt idx="1020">
                  <c:v>0.96666667</c:v>
                </c:pt>
                <c:pt idx="1021">
                  <c:v>0.96666667</c:v>
                </c:pt>
                <c:pt idx="1022">
                  <c:v>0.96666667</c:v>
                </c:pt>
                <c:pt idx="1023">
                  <c:v>0.96666667</c:v>
                </c:pt>
                <c:pt idx="1024">
                  <c:v>0.96666667</c:v>
                </c:pt>
                <c:pt idx="1025">
                  <c:v>0.96666667</c:v>
                </c:pt>
                <c:pt idx="1026">
                  <c:v>0.96666667</c:v>
                </c:pt>
                <c:pt idx="1027">
                  <c:v>0.96666667</c:v>
                </c:pt>
                <c:pt idx="1028">
                  <c:v>0.96666667</c:v>
                </c:pt>
                <c:pt idx="1029">
                  <c:v>0.96666667</c:v>
                </c:pt>
                <c:pt idx="1030">
                  <c:v>0.96666667</c:v>
                </c:pt>
                <c:pt idx="1031">
                  <c:v>0.96666667</c:v>
                </c:pt>
                <c:pt idx="1032">
                  <c:v>0.96666667</c:v>
                </c:pt>
                <c:pt idx="1033">
                  <c:v>0.96666667</c:v>
                </c:pt>
                <c:pt idx="1034">
                  <c:v>0.96666667</c:v>
                </c:pt>
                <c:pt idx="1035">
                  <c:v>0.96666667</c:v>
                </c:pt>
                <c:pt idx="1036">
                  <c:v>0.96666667</c:v>
                </c:pt>
                <c:pt idx="1037">
                  <c:v>0.96666667</c:v>
                </c:pt>
                <c:pt idx="1038">
                  <c:v>0.96666667</c:v>
                </c:pt>
                <c:pt idx="1039">
                  <c:v>0.96666667</c:v>
                </c:pt>
                <c:pt idx="1040">
                  <c:v>0.96666667</c:v>
                </c:pt>
                <c:pt idx="1041">
                  <c:v>0.96666667</c:v>
                </c:pt>
                <c:pt idx="1042">
                  <c:v>0.96666667</c:v>
                </c:pt>
                <c:pt idx="1043">
                  <c:v>0.96666667</c:v>
                </c:pt>
                <c:pt idx="1044">
                  <c:v>0.96666667</c:v>
                </c:pt>
                <c:pt idx="1045">
                  <c:v>0.96666667</c:v>
                </c:pt>
                <c:pt idx="1046">
                  <c:v>0.96666667</c:v>
                </c:pt>
                <c:pt idx="1047">
                  <c:v>0.96666667</c:v>
                </c:pt>
                <c:pt idx="1048">
                  <c:v>0.96666667</c:v>
                </c:pt>
                <c:pt idx="1049">
                  <c:v>0.96666667</c:v>
                </c:pt>
                <c:pt idx="1050">
                  <c:v>0.96666667</c:v>
                </c:pt>
                <c:pt idx="1051">
                  <c:v>0.96666667</c:v>
                </c:pt>
                <c:pt idx="1052">
                  <c:v>0.96666667</c:v>
                </c:pt>
                <c:pt idx="1053">
                  <c:v>0.96666667</c:v>
                </c:pt>
                <c:pt idx="1054">
                  <c:v>0.96666667</c:v>
                </c:pt>
                <c:pt idx="1055">
                  <c:v>0.96666667</c:v>
                </c:pt>
                <c:pt idx="1056">
                  <c:v>0.96666667</c:v>
                </c:pt>
                <c:pt idx="1057">
                  <c:v>0.96666667</c:v>
                </c:pt>
                <c:pt idx="1058">
                  <c:v>0.96666667</c:v>
                </c:pt>
                <c:pt idx="1059">
                  <c:v>0.96666667</c:v>
                </c:pt>
                <c:pt idx="1060">
                  <c:v>0.96666667</c:v>
                </c:pt>
                <c:pt idx="1061">
                  <c:v>0.96666667</c:v>
                </c:pt>
                <c:pt idx="1062">
                  <c:v>0.96666667</c:v>
                </c:pt>
                <c:pt idx="1063">
                  <c:v>0.96666667</c:v>
                </c:pt>
                <c:pt idx="1064">
                  <c:v>0.96666667</c:v>
                </c:pt>
                <c:pt idx="1065">
                  <c:v>0.96666667</c:v>
                </c:pt>
                <c:pt idx="1066">
                  <c:v>0.96666667</c:v>
                </c:pt>
                <c:pt idx="1067">
                  <c:v>0.96666667</c:v>
                </c:pt>
                <c:pt idx="1068">
                  <c:v>0.96666667</c:v>
                </c:pt>
                <c:pt idx="1069">
                  <c:v>0.96666667</c:v>
                </c:pt>
                <c:pt idx="1070">
                  <c:v>0.96666667</c:v>
                </c:pt>
                <c:pt idx="1071">
                  <c:v>0.96666667</c:v>
                </c:pt>
                <c:pt idx="1072">
                  <c:v>0.96666667</c:v>
                </c:pt>
                <c:pt idx="1073">
                  <c:v>0.96666667</c:v>
                </c:pt>
                <c:pt idx="1074">
                  <c:v>0.96666667</c:v>
                </c:pt>
                <c:pt idx="1075">
                  <c:v>0.96666667</c:v>
                </c:pt>
                <c:pt idx="1076">
                  <c:v>0.96666667</c:v>
                </c:pt>
                <c:pt idx="1077">
                  <c:v>0.96666667</c:v>
                </c:pt>
                <c:pt idx="1078">
                  <c:v>0.96666667</c:v>
                </c:pt>
                <c:pt idx="1079">
                  <c:v>0.96666667</c:v>
                </c:pt>
                <c:pt idx="1080">
                  <c:v>0.96666667</c:v>
                </c:pt>
                <c:pt idx="1081">
                  <c:v>0.96666667</c:v>
                </c:pt>
                <c:pt idx="1082">
                  <c:v>0.96666667</c:v>
                </c:pt>
                <c:pt idx="1083">
                  <c:v>0.96666667</c:v>
                </c:pt>
                <c:pt idx="1084">
                  <c:v>0.96666667</c:v>
                </c:pt>
                <c:pt idx="1085">
                  <c:v>0.96666667</c:v>
                </c:pt>
                <c:pt idx="1086">
                  <c:v>0.96666667</c:v>
                </c:pt>
                <c:pt idx="1087">
                  <c:v>0.96666667</c:v>
                </c:pt>
                <c:pt idx="1088">
                  <c:v>0.96666667</c:v>
                </c:pt>
                <c:pt idx="1089">
                  <c:v>0.96666667</c:v>
                </c:pt>
                <c:pt idx="1090">
                  <c:v>0.96666667</c:v>
                </c:pt>
                <c:pt idx="1091">
                  <c:v>0.96666667</c:v>
                </c:pt>
                <c:pt idx="1092">
                  <c:v>0.96666667</c:v>
                </c:pt>
                <c:pt idx="1093">
                  <c:v>0.96666667</c:v>
                </c:pt>
                <c:pt idx="1094">
                  <c:v>0.96666667</c:v>
                </c:pt>
                <c:pt idx="1095">
                  <c:v>0.96666667</c:v>
                </c:pt>
                <c:pt idx="1096">
                  <c:v>0.96666667</c:v>
                </c:pt>
                <c:pt idx="1097">
                  <c:v>0.96666667</c:v>
                </c:pt>
                <c:pt idx="1098">
                  <c:v>0.96666667</c:v>
                </c:pt>
                <c:pt idx="1099">
                  <c:v>0.96666667</c:v>
                </c:pt>
                <c:pt idx="1100">
                  <c:v>0.96666667</c:v>
                </c:pt>
                <c:pt idx="1101">
                  <c:v>0.96666667</c:v>
                </c:pt>
                <c:pt idx="1102">
                  <c:v>0.96666667</c:v>
                </c:pt>
                <c:pt idx="1103">
                  <c:v>0.96666667</c:v>
                </c:pt>
                <c:pt idx="1104">
                  <c:v>0.96666667</c:v>
                </c:pt>
                <c:pt idx="1105">
                  <c:v>0.96666667</c:v>
                </c:pt>
                <c:pt idx="1106">
                  <c:v>0.96666667</c:v>
                </c:pt>
                <c:pt idx="1107">
                  <c:v>0.96666667</c:v>
                </c:pt>
                <c:pt idx="1108">
                  <c:v>0.96666667</c:v>
                </c:pt>
                <c:pt idx="1109">
                  <c:v>0.96666667</c:v>
                </c:pt>
                <c:pt idx="1110">
                  <c:v>0.96666667</c:v>
                </c:pt>
                <c:pt idx="1111">
                  <c:v>0.96666667</c:v>
                </c:pt>
                <c:pt idx="1112">
                  <c:v>0.96666667</c:v>
                </c:pt>
                <c:pt idx="1113">
                  <c:v>0.96666667</c:v>
                </c:pt>
                <c:pt idx="1114">
                  <c:v>0.96666667</c:v>
                </c:pt>
                <c:pt idx="1115">
                  <c:v>0.96666667</c:v>
                </c:pt>
                <c:pt idx="1116">
                  <c:v>0.96666667</c:v>
                </c:pt>
                <c:pt idx="1117">
                  <c:v>0.96666667</c:v>
                </c:pt>
                <c:pt idx="1118">
                  <c:v>0.96666667</c:v>
                </c:pt>
                <c:pt idx="1119">
                  <c:v>0.96666667</c:v>
                </c:pt>
                <c:pt idx="1120">
                  <c:v>0.96666667</c:v>
                </c:pt>
                <c:pt idx="1121">
                  <c:v>0.96666667</c:v>
                </c:pt>
                <c:pt idx="1122">
                  <c:v>0.96666667</c:v>
                </c:pt>
                <c:pt idx="1123">
                  <c:v>0.96666667</c:v>
                </c:pt>
                <c:pt idx="1124">
                  <c:v>0.96666667</c:v>
                </c:pt>
                <c:pt idx="1125">
                  <c:v>0.96666667</c:v>
                </c:pt>
                <c:pt idx="1126">
                  <c:v>0.96666667</c:v>
                </c:pt>
                <c:pt idx="1127">
                  <c:v>0.96666667</c:v>
                </c:pt>
                <c:pt idx="1128">
                  <c:v>0.96666667</c:v>
                </c:pt>
                <c:pt idx="1129">
                  <c:v>0.96666667</c:v>
                </c:pt>
                <c:pt idx="1130">
                  <c:v>0.96666667</c:v>
                </c:pt>
                <c:pt idx="1131">
                  <c:v>0.96666667</c:v>
                </c:pt>
                <c:pt idx="1132">
                  <c:v>0.96666667</c:v>
                </c:pt>
                <c:pt idx="1133">
                  <c:v>0.96666667</c:v>
                </c:pt>
                <c:pt idx="1134">
                  <c:v>0.96666667</c:v>
                </c:pt>
                <c:pt idx="1135">
                  <c:v>0.96666667</c:v>
                </c:pt>
                <c:pt idx="1136">
                  <c:v>0.96666667</c:v>
                </c:pt>
                <c:pt idx="1137">
                  <c:v>0.96666667</c:v>
                </c:pt>
                <c:pt idx="1138">
                  <c:v>0.96666667</c:v>
                </c:pt>
                <c:pt idx="1139">
                  <c:v>0.96666667</c:v>
                </c:pt>
                <c:pt idx="1140">
                  <c:v>0.96666667</c:v>
                </c:pt>
                <c:pt idx="1141">
                  <c:v>0.96666667</c:v>
                </c:pt>
                <c:pt idx="1142">
                  <c:v>0.96666667</c:v>
                </c:pt>
                <c:pt idx="1143">
                  <c:v>0.96666667</c:v>
                </c:pt>
                <c:pt idx="1144">
                  <c:v>0.96666667</c:v>
                </c:pt>
                <c:pt idx="1145">
                  <c:v>0.96666667</c:v>
                </c:pt>
                <c:pt idx="1146">
                  <c:v>0.96666667</c:v>
                </c:pt>
                <c:pt idx="1147">
                  <c:v>0.96666667</c:v>
                </c:pt>
                <c:pt idx="1148">
                  <c:v>0.96666667</c:v>
                </c:pt>
                <c:pt idx="1149">
                  <c:v>0.96666667</c:v>
                </c:pt>
                <c:pt idx="1150">
                  <c:v>0.96666667</c:v>
                </c:pt>
                <c:pt idx="1151">
                  <c:v>0.96666667</c:v>
                </c:pt>
                <c:pt idx="1152">
                  <c:v>0.96666667</c:v>
                </c:pt>
                <c:pt idx="1153">
                  <c:v>0.96666667</c:v>
                </c:pt>
                <c:pt idx="1154">
                  <c:v>0.96666667</c:v>
                </c:pt>
                <c:pt idx="1155">
                  <c:v>0.96666667</c:v>
                </c:pt>
                <c:pt idx="1156">
                  <c:v>0.96666667</c:v>
                </c:pt>
                <c:pt idx="1157">
                  <c:v>0.96666667</c:v>
                </c:pt>
                <c:pt idx="1158">
                  <c:v>0.96666667</c:v>
                </c:pt>
                <c:pt idx="1159">
                  <c:v>0.96666667</c:v>
                </c:pt>
                <c:pt idx="1160">
                  <c:v>0.96666667</c:v>
                </c:pt>
                <c:pt idx="1161">
                  <c:v>0.96666667</c:v>
                </c:pt>
                <c:pt idx="1162">
                  <c:v>0.96666667</c:v>
                </c:pt>
                <c:pt idx="1163">
                  <c:v>0.96666667</c:v>
                </c:pt>
                <c:pt idx="1164">
                  <c:v>0.96666667</c:v>
                </c:pt>
                <c:pt idx="1165">
                  <c:v>0.96666667</c:v>
                </c:pt>
                <c:pt idx="1166">
                  <c:v>0.96666667</c:v>
                </c:pt>
                <c:pt idx="1167">
                  <c:v>0.96666667</c:v>
                </c:pt>
                <c:pt idx="1168">
                  <c:v>0.96666667</c:v>
                </c:pt>
                <c:pt idx="1169">
                  <c:v>0.96666667</c:v>
                </c:pt>
                <c:pt idx="1170">
                  <c:v>0.96666667</c:v>
                </c:pt>
                <c:pt idx="1171">
                  <c:v>0.96666667</c:v>
                </c:pt>
                <c:pt idx="1172">
                  <c:v>0.96666667</c:v>
                </c:pt>
                <c:pt idx="1173">
                  <c:v>0.96666667</c:v>
                </c:pt>
                <c:pt idx="1174">
                  <c:v>0.96666667</c:v>
                </c:pt>
                <c:pt idx="1175">
                  <c:v>0.96666667</c:v>
                </c:pt>
                <c:pt idx="1176">
                  <c:v>0.96666667</c:v>
                </c:pt>
                <c:pt idx="1177">
                  <c:v>0.96666667</c:v>
                </c:pt>
                <c:pt idx="1178">
                  <c:v>0.96666667</c:v>
                </c:pt>
                <c:pt idx="1179">
                  <c:v>0.96666667</c:v>
                </c:pt>
                <c:pt idx="1180">
                  <c:v>0.96666667</c:v>
                </c:pt>
                <c:pt idx="1181">
                  <c:v>0.96666667</c:v>
                </c:pt>
                <c:pt idx="1182">
                  <c:v>0.96666667</c:v>
                </c:pt>
                <c:pt idx="1183">
                  <c:v>0.96666667</c:v>
                </c:pt>
                <c:pt idx="1184">
                  <c:v>0.96666667</c:v>
                </c:pt>
                <c:pt idx="1185">
                  <c:v>0.96666667</c:v>
                </c:pt>
                <c:pt idx="1186">
                  <c:v>0.96666667</c:v>
                </c:pt>
                <c:pt idx="1187">
                  <c:v>0.96666667</c:v>
                </c:pt>
                <c:pt idx="1188">
                  <c:v>0.96666667</c:v>
                </c:pt>
                <c:pt idx="1189">
                  <c:v>0.96666667</c:v>
                </c:pt>
                <c:pt idx="1190">
                  <c:v>0.96666667</c:v>
                </c:pt>
                <c:pt idx="1191">
                  <c:v>0.96666667</c:v>
                </c:pt>
                <c:pt idx="1192">
                  <c:v>0.96666667</c:v>
                </c:pt>
                <c:pt idx="1193">
                  <c:v>0.96666667</c:v>
                </c:pt>
                <c:pt idx="1194">
                  <c:v>0.96666667</c:v>
                </c:pt>
                <c:pt idx="1195">
                  <c:v>0.96666667</c:v>
                </c:pt>
                <c:pt idx="1196">
                  <c:v>0.96666667</c:v>
                </c:pt>
                <c:pt idx="1197">
                  <c:v>0.96666667</c:v>
                </c:pt>
                <c:pt idx="1198">
                  <c:v>0.96666667</c:v>
                </c:pt>
                <c:pt idx="1199">
                  <c:v>0.96666667</c:v>
                </c:pt>
                <c:pt idx="1200">
                  <c:v>0.96666667</c:v>
                </c:pt>
                <c:pt idx="1201">
                  <c:v>0.96666667</c:v>
                </c:pt>
                <c:pt idx="1202">
                  <c:v>0.96666667</c:v>
                </c:pt>
                <c:pt idx="1203">
                  <c:v>0.96666667</c:v>
                </c:pt>
                <c:pt idx="1204">
                  <c:v>0.96666667</c:v>
                </c:pt>
                <c:pt idx="1205">
                  <c:v>0.96666667</c:v>
                </c:pt>
                <c:pt idx="1206">
                  <c:v>0.96666667</c:v>
                </c:pt>
                <c:pt idx="1207">
                  <c:v>0.96666667</c:v>
                </c:pt>
                <c:pt idx="1208">
                  <c:v>0.96666667</c:v>
                </c:pt>
                <c:pt idx="1209">
                  <c:v>0.96666667</c:v>
                </c:pt>
                <c:pt idx="1210">
                  <c:v>0.96666667</c:v>
                </c:pt>
                <c:pt idx="1211">
                  <c:v>0.96666667</c:v>
                </c:pt>
                <c:pt idx="1212">
                  <c:v>0.96666667</c:v>
                </c:pt>
                <c:pt idx="1213">
                  <c:v>0.96666667</c:v>
                </c:pt>
                <c:pt idx="1214">
                  <c:v>0.96666667</c:v>
                </c:pt>
                <c:pt idx="1215">
                  <c:v>0.96666667</c:v>
                </c:pt>
                <c:pt idx="1216">
                  <c:v>0.96666667</c:v>
                </c:pt>
                <c:pt idx="1217">
                  <c:v>0.96666667</c:v>
                </c:pt>
                <c:pt idx="1218">
                  <c:v>0.96666667</c:v>
                </c:pt>
                <c:pt idx="1219">
                  <c:v>0.96666667</c:v>
                </c:pt>
                <c:pt idx="1220">
                  <c:v>0.96666667</c:v>
                </c:pt>
                <c:pt idx="1221">
                  <c:v>0.96666667</c:v>
                </c:pt>
                <c:pt idx="1222">
                  <c:v>0.96666667</c:v>
                </c:pt>
                <c:pt idx="1223">
                  <c:v>0.96666667</c:v>
                </c:pt>
                <c:pt idx="1224">
                  <c:v>0.96666667</c:v>
                </c:pt>
                <c:pt idx="1225">
                  <c:v>0.96666667</c:v>
                </c:pt>
                <c:pt idx="1226">
                  <c:v>0.96666667</c:v>
                </c:pt>
                <c:pt idx="1227">
                  <c:v>0.96666667</c:v>
                </c:pt>
                <c:pt idx="1228">
                  <c:v>0.96666667</c:v>
                </c:pt>
                <c:pt idx="1229">
                  <c:v>0.96666667</c:v>
                </c:pt>
                <c:pt idx="1230">
                  <c:v>0.96666667</c:v>
                </c:pt>
                <c:pt idx="1231">
                  <c:v>0.96666667</c:v>
                </c:pt>
                <c:pt idx="1232">
                  <c:v>0.96666667</c:v>
                </c:pt>
                <c:pt idx="1233">
                  <c:v>0.96666667</c:v>
                </c:pt>
                <c:pt idx="1234">
                  <c:v>0.96666667</c:v>
                </c:pt>
                <c:pt idx="1235">
                  <c:v>0.96666667</c:v>
                </c:pt>
                <c:pt idx="1236">
                  <c:v>0.96666667</c:v>
                </c:pt>
                <c:pt idx="1237">
                  <c:v>0.96666667</c:v>
                </c:pt>
                <c:pt idx="1238">
                  <c:v>0.96666667</c:v>
                </c:pt>
                <c:pt idx="1239">
                  <c:v>0.96666667</c:v>
                </c:pt>
                <c:pt idx="1240">
                  <c:v>0.96666667</c:v>
                </c:pt>
                <c:pt idx="1241">
                  <c:v>0.96666667</c:v>
                </c:pt>
                <c:pt idx="1242">
                  <c:v>0.96666667</c:v>
                </c:pt>
                <c:pt idx="1243">
                  <c:v>0.96666667</c:v>
                </c:pt>
                <c:pt idx="1244">
                  <c:v>0.96666667</c:v>
                </c:pt>
                <c:pt idx="1245">
                  <c:v>0.96666667</c:v>
                </c:pt>
                <c:pt idx="1246">
                  <c:v>0.96666667</c:v>
                </c:pt>
                <c:pt idx="1247">
                  <c:v>0.96666667</c:v>
                </c:pt>
                <c:pt idx="1248">
                  <c:v>0.96666667</c:v>
                </c:pt>
                <c:pt idx="1249">
                  <c:v>0.96666667</c:v>
                </c:pt>
                <c:pt idx="1250">
                  <c:v>0.96666667</c:v>
                </c:pt>
                <c:pt idx="1251">
                  <c:v>0.96666667</c:v>
                </c:pt>
                <c:pt idx="1252">
                  <c:v>0.96666667</c:v>
                </c:pt>
                <c:pt idx="1253">
                  <c:v>0.96666667</c:v>
                </c:pt>
                <c:pt idx="1254">
                  <c:v>0.96666667</c:v>
                </c:pt>
                <c:pt idx="1255">
                  <c:v>0.96666667</c:v>
                </c:pt>
                <c:pt idx="1256">
                  <c:v>0.96666667</c:v>
                </c:pt>
                <c:pt idx="1257">
                  <c:v>0.96666667</c:v>
                </c:pt>
                <c:pt idx="1258">
                  <c:v>0.96666667</c:v>
                </c:pt>
                <c:pt idx="1259">
                  <c:v>0.96666667</c:v>
                </c:pt>
                <c:pt idx="1260">
                  <c:v>0.96666667</c:v>
                </c:pt>
                <c:pt idx="1261">
                  <c:v>0.96666667</c:v>
                </c:pt>
                <c:pt idx="1262">
                  <c:v>0.96666667</c:v>
                </c:pt>
                <c:pt idx="1263">
                  <c:v>0.96666667</c:v>
                </c:pt>
                <c:pt idx="1264">
                  <c:v>0.96666667</c:v>
                </c:pt>
                <c:pt idx="1265">
                  <c:v>0.96666667</c:v>
                </c:pt>
                <c:pt idx="1266">
                  <c:v>0.96666667</c:v>
                </c:pt>
                <c:pt idx="1267">
                  <c:v>0.96666667</c:v>
                </c:pt>
                <c:pt idx="1268">
                  <c:v>0.96666667</c:v>
                </c:pt>
                <c:pt idx="1269">
                  <c:v>0.96666667</c:v>
                </c:pt>
                <c:pt idx="1270">
                  <c:v>0.96666667</c:v>
                </c:pt>
                <c:pt idx="1271">
                  <c:v>0.96666667</c:v>
                </c:pt>
                <c:pt idx="1272">
                  <c:v>0.96666667</c:v>
                </c:pt>
                <c:pt idx="1273">
                  <c:v>0.96666667</c:v>
                </c:pt>
                <c:pt idx="1274">
                  <c:v>0.96666667</c:v>
                </c:pt>
                <c:pt idx="1275">
                  <c:v>0.96666667</c:v>
                </c:pt>
                <c:pt idx="1276">
                  <c:v>0.96666667</c:v>
                </c:pt>
                <c:pt idx="1277">
                  <c:v>0.96666667</c:v>
                </c:pt>
                <c:pt idx="1278">
                  <c:v>0.96666667</c:v>
                </c:pt>
                <c:pt idx="1279">
                  <c:v>0.96666667</c:v>
                </c:pt>
                <c:pt idx="1280">
                  <c:v>0.96666667</c:v>
                </c:pt>
                <c:pt idx="1281">
                  <c:v>0.96666667</c:v>
                </c:pt>
                <c:pt idx="1282">
                  <c:v>0.96666667</c:v>
                </c:pt>
                <c:pt idx="1283">
                  <c:v>0.96666667</c:v>
                </c:pt>
                <c:pt idx="1284">
                  <c:v>0.96666667</c:v>
                </c:pt>
                <c:pt idx="1285">
                  <c:v>0.96666667</c:v>
                </c:pt>
                <c:pt idx="1286">
                  <c:v>0.96666667</c:v>
                </c:pt>
                <c:pt idx="1287">
                  <c:v>0.96666667</c:v>
                </c:pt>
                <c:pt idx="1288">
                  <c:v>0.96666667</c:v>
                </c:pt>
                <c:pt idx="1289">
                  <c:v>0.96666667</c:v>
                </c:pt>
                <c:pt idx="1290">
                  <c:v>0.96666667</c:v>
                </c:pt>
                <c:pt idx="1291">
                  <c:v>0.96666667</c:v>
                </c:pt>
                <c:pt idx="1292">
                  <c:v>0.96666667</c:v>
                </c:pt>
                <c:pt idx="1293">
                  <c:v>0.96666667</c:v>
                </c:pt>
                <c:pt idx="1294">
                  <c:v>0.96666667</c:v>
                </c:pt>
                <c:pt idx="1295">
                  <c:v>0.96666667</c:v>
                </c:pt>
                <c:pt idx="1296">
                  <c:v>0.96666667</c:v>
                </c:pt>
                <c:pt idx="1297">
                  <c:v>0.96666667</c:v>
                </c:pt>
                <c:pt idx="1298">
                  <c:v>0.96666667</c:v>
                </c:pt>
                <c:pt idx="1299">
                  <c:v>0.96666667</c:v>
                </c:pt>
                <c:pt idx="1300">
                  <c:v>0.96666667</c:v>
                </c:pt>
                <c:pt idx="1301">
                  <c:v>0.96666667</c:v>
                </c:pt>
                <c:pt idx="1302">
                  <c:v>0.96666667</c:v>
                </c:pt>
                <c:pt idx="1303">
                  <c:v>0.96666667</c:v>
                </c:pt>
                <c:pt idx="1304">
                  <c:v>0.96666667</c:v>
                </c:pt>
                <c:pt idx="1305">
                  <c:v>0.96666667</c:v>
                </c:pt>
                <c:pt idx="1306">
                  <c:v>0.96666667</c:v>
                </c:pt>
                <c:pt idx="1307">
                  <c:v>0.96666667</c:v>
                </c:pt>
                <c:pt idx="1308">
                  <c:v>0.96666667</c:v>
                </c:pt>
                <c:pt idx="1309">
                  <c:v>0.96666667</c:v>
                </c:pt>
                <c:pt idx="1310">
                  <c:v>0.96666667</c:v>
                </c:pt>
                <c:pt idx="1311">
                  <c:v>0.96666667</c:v>
                </c:pt>
                <c:pt idx="1312">
                  <c:v>0.96666667</c:v>
                </c:pt>
                <c:pt idx="1313">
                  <c:v>0.96666667</c:v>
                </c:pt>
                <c:pt idx="1314">
                  <c:v>0.96666667</c:v>
                </c:pt>
                <c:pt idx="1315">
                  <c:v>0.96666667</c:v>
                </c:pt>
                <c:pt idx="1316">
                  <c:v>0.96666667</c:v>
                </c:pt>
                <c:pt idx="1317">
                  <c:v>0.96666667</c:v>
                </c:pt>
                <c:pt idx="1318">
                  <c:v>0.96666667</c:v>
                </c:pt>
                <c:pt idx="1319">
                  <c:v>0.96666667</c:v>
                </c:pt>
                <c:pt idx="1320">
                  <c:v>0.96666667</c:v>
                </c:pt>
                <c:pt idx="1321">
                  <c:v>0.96666667</c:v>
                </c:pt>
                <c:pt idx="1322">
                  <c:v>0.96666667</c:v>
                </c:pt>
                <c:pt idx="1323">
                  <c:v>0.96666667</c:v>
                </c:pt>
                <c:pt idx="1324">
                  <c:v>0.96666667</c:v>
                </c:pt>
                <c:pt idx="1325">
                  <c:v>0.96666667</c:v>
                </c:pt>
                <c:pt idx="1326">
                  <c:v>0.96666667</c:v>
                </c:pt>
                <c:pt idx="1327">
                  <c:v>0.96666667</c:v>
                </c:pt>
                <c:pt idx="1328">
                  <c:v>0.96666667</c:v>
                </c:pt>
                <c:pt idx="1329">
                  <c:v>0.96666667</c:v>
                </c:pt>
                <c:pt idx="1330">
                  <c:v>0.96666667</c:v>
                </c:pt>
                <c:pt idx="1331">
                  <c:v>0.96666667</c:v>
                </c:pt>
                <c:pt idx="1332">
                  <c:v>0.96666667</c:v>
                </c:pt>
                <c:pt idx="1333">
                  <c:v>0.96666667</c:v>
                </c:pt>
                <c:pt idx="1334">
                  <c:v>0.96666667</c:v>
                </c:pt>
                <c:pt idx="1335">
                  <c:v>0.96666667</c:v>
                </c:pt>
                <c:pt idx="1336">
                  <c:v>0.96666667</c:v>
                </c:pt>
                <c:pt idx="1337">
                  <c:v>0.96666667</c:v>
                </c:pt>
                <c:pt idx="1338">
                  <c:v>0.96666667</c:v>
                </c:pt>
                <c:pt idx="1339">
                  <c:v>0.96666667</c:v>
                </c:pt>
                <c:pt idx="1340">
                  <c:v>0.96666667</c:v>
                </c:pt>
                <c:pt idx="1341">
                  <c:v>0.96666667</c:v>
                </c:pt>
                <c:pt idx="1342">
                  <c:v>0.96666667</c:v>
                </c:pt>
                <c:pt idx="1343">
                  <c:v>0.96666667</c:v>
                </c:pt>
                <c:pt idx="1344">
                  <c:v>0.96666667</c:v>
                </c:pt>
                <c:pt idx="1345">
                  <c:v>0.96666667</c:v>
                </c:pt>
                <c:pt idx="1346">
                  <c:v>0.96666667</c:v>
                </c:pt>
                <c:pt idx="1347">
                  <c:v>0.96666667</c:v>
                </c:pt>
                <c:pt idx="1348">
                  <c:v>0.96666667</c:v>
                </c:pt>
                <c:pt idx="1349">
                  <c:v>0.96666667</c:v>
                </c:pt>
                <c:pt idx="1350">
                  <c:v>0.96666667</c:v>
                </c:pt>
                <c:pt idx="1351">
                  <c:v>0.96666667</c:v>
                </c:pt>
                <c:pt idx="1352">
                  <c:v>0.96666667</c:v>
                </c:pt>
                <c:pt idx="1353">
                  <c:v>0.96666667</c:v>
                </c:pt>
                <c:pt idx="1354">
                  <c:v>0.96666667</c:v>
                </c:pt>
                <c:pt idx="1355">
                  <c:v>0.96666667</c:v>
                </c:pt>
                <c:pt idx="1356">
                  <c:v>0.96666667</c:v>
                </c:pt>
                <c:pt idx="1357">
                  <c:v>0.96666667</c:v>
                </c:pt>
                <c:pt idx="1358">
                  <c:v>0.96666667</c:v>
                </c:pt>
                <c:pt idx="1359">
                  <c:v>0.96666667</c:v>
                </c:pt>
                <c:pt idx="1360">
                  <c:v>0.96666667</c:v>
                </c:pt>
                <c:pt idx="1361">
                  <c:v>0.96666667</c:v>
                </c:pt>
                <c:pt idx="1362">
                  <c:v>0.96666667</c:v>
                </c:pt>
                <c:pt idx="1363">
                  <c:v>0.96666667</c:v>
                </c:pt>
                <c:pt idx="1364">
                  <c:v>0.96666667</c:v>
                </c:pt>
                <c:pt idx="1365">
                  <c:v>0.96666667</c:v>
                </c:pt>
                <c:pt idx="1366">
                  <c:v>0.96666667</c:v>
                </c:pt>
                <c:pt idx="1367">
                  <c:v>0.96666667</c:v>
                </c:pt>
                <c:pt idx="1368">
                  <c:v>0.96666667</c:v>
                </c:pt>
                <c:pt idx="1369">
                  <c:v>0.96666667</c:v>
                </c:pt>
                <c:pt idx="1370">
                  <c:v>0.96666667</c:v>
                </c:pt>
                <c:pt idx="1371">
                  <c:v>0.96666667</c:v>
                </c:pt>
                <c:pt idx="1372">
                  <c:v>0.96666667</c:v>
                </c:pt>
                <c:pt idx="1373">
                  <c:v>0.96666667</c:v>
                </c:pt>
                <c:pt idx="1374">
                  <c:v>0.96666667</c:v>
                </c:pt>
                <c:pt idx="1375">
                  <c:v>0.96666667</c:v>
                </c:pt>
                <c:pt idx="1376">
                  <c:v>0.96666667</c:v>
                </c:pt>
                <c:pt idx="1377">
                  <c:v>0.96666667</c:v>
                </c:pt>
                <c:pt idx="1378">
                  <c:v>0.96666667</c:v>
                </c:pt>
                <c:pt idx="1379">
                  <c:v>0.96666667</c:v>
                </c:pt>
                <c:pt idx="1380">
                  <c:v>0.96666667</c:v>
                </c:pt>
                <c:pt idx="1381">
                  <c:v>0.96666667</c:v>
                </c:pt>
                <c:pt idx="1382">
                  <c:v>0.96666667</c:v>
                </c:pt>
                <c:pt idx="1383">
                  <c:v>0.96666667</c:v>
                </c:pt>
                <c:pt idx="1384">
                  <c:v>0.96666667</c:v>
                </c:pt>
                <c:pt idx="1385">
                  <c:v>0.96666667</c:v>
                </c:pt>
                <c:pt idx="1386">
                  <c:v>0.96666667</c:v>
                </c:pt>
                <c:pt idx="1387">
                  <c:v>0.96666667</c:v>
                </c:pt>
                <c:pt idx="1388">
                  <c:v>0.96666667</c:v>
                </c:pt>
                <c:pt idx="1389">
                  <c:v>0.96666667</c:v>
                </c:pt>
                <c:pt idx="1390">
                  <c:v>0.96666667</c:v>
                </c:pt>
                <c:pt idx="1391">
                  <c:v>0.96666667</c:v>
                </c:pt>
                <c:pt idx="1392">
                  <c:v>0.96666667</c:v>
                </c:pt>
                <c:pt idx="1393">
                  <c:v>0.96666667</c:v>
                </c:pt>
                <c:pt idx="1394">
                  <c:v>0.96666667</c:v>
                </c:pt>
                <c:pt idx="1395">
                  <c:v>0.96666667</c:v>
                </c:pt>
                <c:pt idx="1396">
                  <c:v>0.96666667</c:v>
                </c:pt>
                <c:pt idx="1397">
                  <c:v>0.96666667</c:v>
                </c:pt>
                <c:pt idx="1398">
                  <c:v>0.96666667</c:v>
                </c:pt>
                <c:pt idx="1399">
                  <c:v>0.96666667</c:v>
                </c:pt>
                <c:pt idx="1400">
                  <c:v>0.96666667</c:v>
                </c:pt>
                <c:pt idx="1401">
                  <c:v>0.96666667</c:v>
                </c:pt>
                <c:pt idx="1402">
                  <c:v>0.96666667</c:v>
                </c:pt>
                <c:pt idx="1403">
                  <c:v>0.96666667</c:v>
                </c:pt>
                <c:pt idx="1404">
                  <c:v>0.96666667</c:v>
                </c:pt>
                <c:pt idx="1405">
                  <c:v>0.96666667</c:v>
                </c:pt>
                <c:pt idx="1406">
                  <c:v>0.96666667</c:v>
                </c:pt>
                <c:pt idx="1407">
                  <c:v>0.96666667</c:v>
                </c:pt>
                <c:pt idx="1408">
                  <c:v>0.96666667</c:v>
                </c:pt>
                <c:pt idx="1409">
                  <c:v>0.96666667</c:v>
                </c:pt>
                <c:pt idx="1410">
                  <c:v>0.96666667</c:v>
                </c:pt>
                <c:pt idx="1411">
                  <c:v>0.96666667</c:v>
                </c:pt>
                <c:pt idx="1412">
                  <c:v>0.96666667</c:v>
                </c:pt>
                <c:pt idx="1413">
                  <c:v>0.96666667</c:v>
                </c:pt>
                <c:pt idx="1414">
                  <c:v>0.96666667</c:v>
                </c:pt>
                <c:pt idx="1415">
                  <c:v>0.96666667</c:v>
                </c:pt>
                <c:pt idx="1416">
                  <c:v>0.96666667</c:v>
                </c:pt>
                <c:pt idx="1417">
                  <c:v>0.96666667</c:v>
                </c:pt>
                <c:pt idx="1418">
                  <c:v>0.96666667</c:v>
                </c:pt>
                <c:pt idx="1419">
                  <c:v>0.96666667</c:v>
                </c:pt>
                <c:pt idx="1420">
                  <c:v>0.96666667</c:v>
                </c:pt>
                <c:pt idx="1421">
                  <c:v>0.96666667</c:v>
                </c:pt>
                <c:pt idx="1422">
                  <c:v>0.96666667</c:v>
                </c:pt>
                <c:pt idx="1423">
                  <c:v>0.96666667</c:v>
                </c:pt>
                <c:pt idx="1424">
                  <c:v>0.96666667</c:v>
                </c:pt>
                <c:pt idx="1425">
                  <c:v>0.96666667</c:v>
                </c:pt>
                <c:pt idx="1426">
                  <c:v>0.96666667</c:v>
                </c:pt>
                <c:pt idx="1427">
                  <c:v>0.96666667</c:v>
                </c:pt>
                <c:pt idx="1428">
                  <c:v>0.96666667</c:v>
                </c:pt>
                <c:pt idx="1429">
                  <c:v>0.96666667</c:v>
                </c:pt>
                <c:pt idx="1430">
                  <c:v>0.96666667</c:v>
                </c:pt>
                <c:pt idx="1431">
                  <c:v>0.96666667</c:v>
                </c:pt>
                <c:pt idx="1432">
                  <c:v>0.96666667</c:v>
                </c:pt>
                <c:pt idx="1433">
                  <c:v>0.96666667</c:v>
                </c:pt>
                <c:pt idx="1434">
                  <c:v>0.96666667</c:v>
                </c:pt>
                <c:pt idx="1435">
                  <c:v>0.96666667</c:v>
                </c:pt>
                <c:pt idx="1436">
                  <c:v>0.96666667</c:v>
                </c:pt>
                <c:pt idx="1437">
                  <c:v>0.96666667</c:v>
                </c:pt>
                <c:pt idx="1438">
                  <c:v>0.96666667</c:v>
                </c:pt>
                <c:pt idx="1439">
                  <c:v>0.96666667</c:v>
                </c:pt>
                <c:pt idx="1440">
                  <c:v>0.96666667</c:v>
                </c:pt>
                <c:pt idx="1441">
                  <c:v>0.96666667</c:v>
                </c:pt>
                <c:pt idx="1442">
                  <c:v>0.96666667</c:v>
                </c:pt>
                <c:pt idx="1443">
                  <c:v>0.96666667</c:v>
                </c:pt>
                <c:pt idx="1444">
                  <c:v>0.96666667</c:v>
                </c:pt>
                <c:pt idx="1445">
                  <c:v>0.96666667</c:v>
                </c:pt>
                <c:pt idx="1446">
                  <c:v>0.96666667</c:v>
                </c:pt>
                <c:pt idx="1447">
                  <c:v>0.96666667</c:v>
                </c:pt>
                <c:pt idx="1448">
                  <c:v>0.96666667</c:v>
                </c:pt>
                <c:pt idx="1449">
                  <c:v>0.96666667</c:v>
                </c:pt>
                <c:pt idx="1450">
                  <c:v>0.96666667</c:v>
                </c:pt>
                <c:pt idx="1451">
                  <c:v>0.96666667</c:v>
                </c:pt>
                <c:pt idx="1452">
                  <c:v>0.96666667</c:v>
                </c:pt>
                <c:pt idx="1453">
                  <c:v>0.96666667</c:v>
                </c:pt>
                <c:pt idx="1454">
                  <c:v>0.96666667</c:v>
                </c:pt>
                <c:pt idx="1455">
                  <c:v>0.96666667</c:v>
                </c:pt>
                <c:pt idx="1456">
                  <c:v>0.96666667</c:v>
                </c:pt>
                <c:pt idx="1457">
                  <c:v>0.96666667</c:v>
                </c:pt>
                <c:pt idx="1458">
                  <c:v>0.96666667</c:v>
                </c:pt>
                <c:pt idx="1459">
                  <c:v>0.96666667</c:v>
                </c:pt>
                <c:pt idx="1460">
                  <c:v>0.96666667</c:v>
                </c:pt>
                <c:pt idx="1461">
                  <c:v>0.96666667</c:v>
                </c:pt>
                <c:pt idx="1462">
                  <c:v>0.96666667</c:v>
                </c:pt>
                <c:pt idx="1463">
                  <c:v>0.96666667</c:v>
                </c:pt>
                <c:pt idx="1464">
                  <c:v>0.96666667</c:v>
                </c:pt>
                <c:pt idx="1465">
                  <c:v>0.96666667</c:v>
                </c:pt>
                <c:pt idx="1466">
                  <c:v>0.96666667</c:v>
                </c:pt>
                <c:pt idx="1467">
                  <c:v>0.96666667</c:v>
                </c:pt>
                <c:pt idx="1468">
                  <c:v>0.96666667</c:v>
                </c:pt>
                <c:pt idx="1469">
                  <c:v>0.96666667</c:v>
                </c:pt>
                <c:pt idx="1470">
                  <c:v>0.96666667</c:v>
                </c:pt>
                <c:pt idx="1471">
                  <c:v>0.96666667</c:v>
                </c:pt>
                <c:pt idx="1472">
                  <c:v>0.96666667</c:v>
                </c:pt>
                <c:pt idx="1473">
                  <c:v>0.96666667</c:v>
                </c:pt>
                <c:pt idx="1474">
                  <c:v>0.96666667</c:v>
                </c:pt>
                <c:pt idx="1475">
                  <c:v>0.96666667</c:v>
                </c:pt>
                <c:pt idx="1476">
                  <c:v>0.96666667</c:v>
                </c:pt>
                <c:pt idx="1477">
                  <c:v>0.96666667</c:v>
                </c:pt>
                <c:pt idx="1478">
                  <c:v>0.96666667</c:v>
                </c:pt>
                <c:pt idx="1479">
                  <c:v>0.96666667</c:v>
                </c:pt>
                <c:pt idx="1480">
                  <c:v>0.96666667</c:v>
                </c:pt>
                <c:pt idx="1481">
                  <c:v>0.96666667</c:v>
                </c:pt>
                <c:pt idx="1482">
                  <c:v>0.96666667</c:v>
                </c:pt>
                <c:pt idx="1483">
                  <c:v>0.96666667</c:v>
                </c:pt>
                <c:pt idx="1484">
                  <c:v>0.96666667</c:v>
                </c:pt>
                <c:pt idx="1485">
                  <c:v>0.96666667</c:v>
                </c:pt>
                <c:pt idx="1486">
                  <c:v>0.96666667</c:v>
                </c:pt>
                <c:pt idx="1487">
                  <c:v>0.96666667</c:v>
                </c:pt>
                <c:pt idx="1488">
                  <c:v>0.96666667</c:v>
                </c:pt>
                <c:pt idx="1489">
                  <c:v>0.96666667</c:v>
                </c:pt>
                <c:pt idx="1490">
                  <c:v>0.96666667</c:v>
                </c:pt>
                <c:pt idx="1491">
                  <c:v>0.96666667</c:v>
                </c:pt>
                <c:pt idx="1492">
                  <c:v>0.96666667</c:v>
                </c:pt>
                <c:pt idx="1493">
                  <c:v>0.96666667</c:v>
                </c:pt>
                <c:pt idx="1494">
                  <c:v>0.96666667</c:v>
                </c:pt>
                <c:pt idx="1495">
                  <c:v>0.96666667</c:v>
                </c:pt>
                <c:pt idx="1496">
                  <c:v>0.96666667</c:v>
                </c:pt>
                <c:pt idx="1497">
                  <c:v>0.96666667</c:v>
                </c:pt>
                <c:pt idx="1498">
                  <c:v>0.96666667</c:v>
                </c:pt>
                <c:pt idx="1499">
                  <c:v>0.96666667</c:v>
                </c:pt>
                <c:pt idx="1500">
                  <c:v>0.96666667</c:v>
                </c:pt>
                <c:pt idx="1501">
                  <c:v>0.96666667</c:v>
                </c:pt>
                <c:pt idx="1502">
                  <c:v>0.96666667</c:v>
                </c:pt>
                <c:pt idx="1503">
                  <c:v>0.96666667</c:v>
                </c:pt>
                <c:pt idx="1504">
                  <c:v>0.96666667</c:v>
                </c:pt>
                <c:pt idx="1505">
                  <c:v>0.96666667</c:v>
                </c:pt>
                <c:pt idx="1506">
                  <c:v>0.96666667</c:v>
                </c:pt>
                <c:pt idx="1507">
                  <c:v>0.96666667</c:v>
                </c:pt>
                <c:pt idx="1508">
                  <c:v>0.96666667</c:v>
                </c:pt>
                <c:pt idx="1509">
                  <c:v>0.96666667</c:v>
                </c:pt>
                <c:pt idx="1510">
                  <c:v>0.96666667</c:v>
                </c:pt>
                <c:pt idx="1511">
                  <c:v>0.96666667</c:v>
                </c:pt>
                <c:pt idx="1512">
                  <c:v>0.96666667</c:v>
                </c:pt>
                <c:pt idx="1513">
                  <c:v>0.96666667</c:v>
                </c:pt>
                <c:pt idx="1514">
                  <c:v>0.96666667</c:v>
                </c:pt>
                <c:pt idx="1515">
                  <c:v>0.96666667</c:v>
                </c:pt>
                <c:pt idx="1516">
                  <c:v>0.96666667</c:v>
                </c:pt>
                <c:pt idx="1517">
                  <c:v>0.96666667</c:v>
                </c:pt>
                <c:pt idx="1518">
                  <c:v>0.96666667</c:v>
                </c:pt>
                <c:pt idx="1519">
                  <c:v>0.96666667</c:v>
                </c:pt>
                <c:pt idx="1520">
                  <c:v>0.96666667</c:v>
                </c:pt>
                <c:pt idx="1521">
                  <c:v>0.96666667</c:v>
                </c:pt>
                <c:pt idx="1522">
                  <c:v>0.96666667</c:v>
                </c:pt>
                <c:pt idx="1523">
                  <c:v>0.96666667</c:v>
                </c:pt>
                <c:pt idx="1524">
                  <c:v>0.96666667</c:v>
                </c:pt>
                <c:pt idx="1525">
                  <c:v>0.96666667</c:v>
                </c:pt>
                <c:pt idx="1526">
                  <c:v>0.96666667</c:v>
                </c:pt>
                <c:pt idx="1527">
                  <c:v>0.96666667</c:v>
                </c:pt>
                <c:pt idx="1528">
                  <c:v>0.96666667</c:v>
                </c:pt>
                <c:pt idx="1529">
                  <c:v>0.96666667</c:v>
                </c:pt>
                <c:pt idx="1530">
                  <c:v>0.96666667</c:v>
                </c:pt>
                <c:pt idx="1531">
                  <c:v>0.96666667</c:v>
                </c:pt>
                <c:pt idx="1532">
                  <c:v>0.96666667</c:v>
                </c:pt>
                <c:pt idx="1533">
                  <c:v>0.96666667</c:v>
                </c:pt>
                <c:pt idx="1534">
                  <c:v>0.96666667</c:v>
                </c:pt>
                <c:pt idx="1535">
                  <c:v>0.96666667</c:v>
                </c:pt>
                <c:pt idx="1536">
                  <c:v>0.96666667</c:v>
                </c:pt>
                <c:pt idx="1537">
                  <c:v>0.96666667</c:v>
                </c:pt>
                <c:pt idx="1538">
                  <c:v>0.96666667</c:v>
                </c:pt>
                <c:pt idx="1539">
                  <c:v>0.96666667</c:v>
                </c:pt>
                <c:pt idx="1540">
                  <c:v>0.96666667</c:v>
                </c:pt>
                <c:pt idx="1541">
                  <c:v>0.96666667</c:v>
                </c:pt>
                <c:pt idx="1542">
                  <c:v>0.96666667</c:v>
                </c:pt>
                <c:pt idx="1543">
                  <c:v>0.96666667</c:v>
                </c:pt>
                <c:pt idx="1544">
                  <c:v>0.96666667</c:v>
                </c:pt>
                <c:pt idx="1545">
                  <c:v>0.96666667</c:v>
                </c:pt>
                <c:pt idx="1546">
                  <c:v>0.96666667</c:v>
                </c:pt>
                <c:pt idx="1547">
                  <c:v>0.96666667</c:v>
                </c:pt>
                <c:pt idx="1548">
                  <c:v>0.96666667</c:v>
                </c:pt>
                <c:pt idx="1549">
                  <c:v>0.96666667</c:v>
                </c:pt>
                <c:pt idx="1550">
                  <c:v>0.96666667</c:v>
                </c:pt>
                <c:pt idx="1551">
                  <c:v>0.96666667</c:v>
                </c:pt>
                <c:pt idx="1552">
                  <c:v>0.96666667</c:v>
                </c:pt>
                <c:pt idx="1553">
                  <c:v>0.96666667</c:v>
                </c:pt>
                <c:pt idx="1554">
                  <c:v>0.96666667</c:v>
                </c:pt>
                <c:pt idx="1555">
                  <c:v>0.96666667</c:v>
                </c:pt>
                <c:pt idx="1556">
                  <c:v>0.96666667</c:v>
                </c:pt>
                <c:pt idx="1557">
                  <c:v>0.96666667</c:v>
                </c:pt>
                <c:pt idx="1558">
                  <c:v>0.96666667</c:v>
                </c:pt>
                <c:pt idx="1559">
                  <c:v>0.96666667</c:v>
                </c:pt>
                <c:pt idx="1560">
                  <c:v>0.96666667</c:v>
                </c:pt>
                <c:pt idx="1561">
                  <c:v>0.96666667</c:v>
                </c:pt>
                <c:pt idx="1562">
                  <c:v>0.96666667</c:v>
                </c:pt>
                <c:pt idx="1563">
                  <c:v>0.96666667</c:v>
                </c:pt>
                <c:pt idx="1564">
                  <c:v>0.96666667</c:v>
                </c:pt>
                <c:pt idx="1565">
                  <c:v>0.96666667</c:v>
                </c:pt>
                <c:pt idx="1566">
                  <c:v>0.96666667</c:v>
                </c:pt>
                <c:pt idx="1567">
                  <c:v>0.96666667</c:v>
                </c:pt>
                <c:pt idx="1568">
                  <c:v>0.96666667</c:v>
                </c:pt>
                <c:pt idx="1569">
                  <c:v>0.96666667</c:v>
                </c:pt>
                <c:pt idx="1570">
                  <c:v>0.96666667</c:v>
                </c:pt>
                <c:pt idx="1571">
                  <c:v>0.96666667</c:v>
                </c:pt>
                <c:pt idx="1572">
                  <c:v>0.96666667</c:v>
                </c:pt>
                <c:pt idx="1573">
                  <c:v>0.96666667</c:v>
                </c:pt>
                <c:pt idx="1574">
                  <c:v>0.96666667</c:v>
                </c:pt>
                <c:pt idx="1575">
                  <c:v>0.96666667</c:v>
                </c:pt>
                <c:pt idx="1576">
                  <c:v>0.96666667</c:v>
                </c:pt>
                <c:pt idx="1577">
                  <c:v>0.96666667</c:v>
                </c:pt>
                <c:pt idx="1578">
                  <c:v>0.96666667</c:v>
                </c:pt>
                <c:pt idx="1579">
                  <c:v>0.96666667</c:v>
                </c:pt>
                <c:pt idx="1580">
                  <c:v>0.96666667</c:v>
                </c:pt>
                <c:pt idx="1581">
                  <c:v>0.96666667</c:v>
                </c:pt>
                <c:pt idx="1582">
                  <c:v>0.96666667</c:v>
                </c:pt>
                <c:pt idx="1583">
                  <c:v>0.96666667</c:v>
                </c:pt>
                <c:pt idx="1584">
                  <c:v>0.96666667</c:v>
                </c:pt>
                <c:pt idx="1585">
                  <c:v>0.96666667</c:v>
                </c:pt>
                <c:pt idx="1586">
                  <c:v>0.96666667</c:v>
                </c:pt>
                <c:pt idx="1587">
                  <c:v>0.96666667</c:v>
                </c:pt>
                <c:pt idx="1588">
                  <c:v>0.96666667</c:v>
                </c:pt>
                <c:pt idx="1589">
                  <c:v>0.96666667</c:v>
                </c:pt>
                <c:pt idx="1590">
                  <c:v>0.96666667</c:v>
                </c:pt>
                <c:pt idx="1591">
                  <c:v>0.96666667</c:v>
                </c:pt>
                <c:pt idx="1592">
                  <c:v>0.96666667</c:v>
                </c:pt>
                <c:pt idx="1593">
                  <c:v>0.96666667</c:v>
                </c:pt>
                <c:pt idx="1594">
                  <c:v>0.96666667</c:v>
                </c:pt>
                <c:pt idx="1595">
                  <c:v>0.96666667</c:v>
                </c:pt>
                <c:pt idx="1596">
                  <c:v>0.96666667</c:v>
                </c:pt>
                <c:pt idx="1597">
                  <c:v>0.96666667</c:v>
                </c:pt>
                <c:pt idx="1598">
                  <c:v>0.96666667</c:v>
                </c:pt>
                <c:pt idx="1599">
                  <c:v>0.96666667</c:v>
                </c:pt>
                <c:pt idx="1600">
                  <c:v>0.96666667</c:v>
                </c:pt>
                <c:pt idx="1601">
                  <c:v>0.96666667</c:v>
                </c:pt>
                <c:pt idx="1602">
                  <c:v>0.96666667</c:v>
                </c:pt>
                <c:pt idx="1603">
                  <c:v>0.96666667</c:v>
                </c:pt>
                <c:pt idx="1604">
                  <c:v>0.96666667</c:v>
                </c:pt>
                <c:pt idx="1605">
                  <c:v>0.96666667</c:v>
                </c:pt>
                <c:pt idx="1606">
                  <c:v>0.96666667</c:v>
                </c:pt>
                <c:pt idx="1607">
                  <c:v>0.96666667</c:v>
                </c:pt>
                <c:pt idx="1608">
                  <c:v>0.96666667</c:v>
                </c:pt>
                <c:pt idx="1609">
                  <c:v>0.96666667</c:v>
                </c:pt>
                <c:pt idx="1610">
                  <c:v>0.96666667</c:v>
                </c:pt>
                <c:pt idx="1611">
                  <c:v>0.96666667</c:v>
                </c:pt>
                <c:pt idx="1612">
                  <c:v>0.96666667</c:v>
                </c:pt>
                <c:pt idx="1613">
                  <c:v>0.96666667</c:v>
                </c:pt>
                <c:pt idx="1614">
                  <c:v>0.96666667</c:v>
                </c:pt>
                <c:pt idx="1615">
                  <c:v>0.96666667</c:v>
                </c:pt>
                <c:pt idx="1616">
                  <c:v>0.96666667</c:v>
                </c:pt>
                <c:pt idx="1617">
                  <c:v>0.96666667</c:v>
                </c:pt>
                <c:pt idx="1618">
                  <c:v>0.96666667</c:v>
                </c:pt>
                <c:pt idx="1619">
                  <c:v>0.96666667</c:v>
                </c:pt>
                <c:pt idx="1620">
                  <c:v>0.96666667</c:v>
                </c:pt>
                <c:pt idx="1621">
                  <c:v>0.96666667</c:v>
                </c:pt>
                <c:pt idx="1622">
                  <c:v>0.96666667</c:v>
                </c:pt>
                <c:pt idx="1623">
                  <c:v>0.96666667</c:v>
                </c:pt>
                <c:pt idx="1624">
                  <c:v>0.96666667</c:v>
                </c:pt>
                <c:pt idx="1625">
                  <c:v>0.96666667</c:v>
                </c:pt>
                <c:pt idx="1626">
                  <c:v>0.96666667</c:v>
                </c:pt>
                <c:pt idx="1627">
                  <c:v>0.96666667</c:v>
                </c:pt>
                <c:pt idx="1628">
                  <c:v>0.96666667</c:v>
                </c:pt>
                <c:pt idx="1629">
                  <c:v>0.96666667</c:v>
                </c:pt>
                <c:pt idx="1630">
                  <c:v>0.96666667</c:v>
                </c:pt>
                <c:pt idx="1631">
                  <c:v>0.96666667</c:v>
                </c:pt>
                <c:pt idx="1632">
                  <c:v>0.96666667</c:v>
                </c:pt>
                <c:pt idx="1633">
                  <c:v>0.96666667</c:v>
                </c:pt>
                <c:pt idx="1634">
                  <c:v>0.96666667</c:v>
                </c:pt>
                <c:pt idx="1635">
                  <c:v>0.96666667</c:v>
                </c:pt>
                <c:pt idx="1636">
                  <c:v>0.96666667</c:v>
                </c:pt>
                <c:pt idx="1637">
                  <c:v>0.96666667</c:v>
                </c:pt>
                <c:pt idx="1638">
                  <c:v>0.96666667</c:v>
                </c:pt>
                <c:pt idx="1639">
                  <c:v>0.96666667</c:v>
                </c:pt>
                <c:pt idx="1640">
                  <c:v>0.96666667</c:v>
                </c:pt>
                <c:pt idx="1641">
                  <c:v>0.96666667</c:v>
                </c:pt>
                <c:pt idx="1642">
                  <c:v>0.96666667</c:v>
                </c:pt>
                <c:pt idx="1643">
                  <c:v>0.96666667</c:v>
                </c:pt>
                <c:pt idx="1644">
                  <c:v>0.96666667</c:v>
                </c:pt>
                <c:pt idx="1645">
                  <c:v>0.96666667</c:v>
                </c:pt>
                <c:pt idx="1646">
                  <c:v>0.96666667</c:v>
                </c:pt>
                <c:pt idx="1647">
                  <c:v>0.96666667</c:v>
                </c:pt>
                <c:pt idx="1648">
                  <c:v>0.96666667</c:v>
                </c:pt>
                <c:pt idx="1649">
                  <c:v>0.96666667</c:v>
                </c:pt>
                <c:pt idx="1650">
                  <c:v>0.96666667</c:v>
                </c:pt>
                <c:pt idx="1651">
                  <c:v>0.96666667</c:v>
                </c:pt>
                <c:pt idx="1652">
                  <c:v>0.96666667</c:v>
                </c:pt>
                <c:pt idx="1653">
                  <c:v>0.96666667</c:v>
                </c:pt>
                <c:pt idx="1654">
                  <c:v>0.96666667</c:v>
                </c:pt>
                <c:pt idx="1655">
                  <c:v>0.96666667</c:v>
                </c:pt>
                <c:pt idx="1656">
                  <c:v>0.96666667</c:v>
                </c:pt>
                <c:pt idx="1657">
                  <c:v>0.96666667</c:v>
                </c:pt>
                <c:pt idx="1658">
                  <c:v>0.96666667</c:v>
                </c:pt>
                <c:pt idx="1659">
                  <c:v>0.96666667</c:v>
                </c:pt>
                <c:pt idx="1660">
                  <c:v>0.96666667</c:v>
                </c:pt>
                <c:pt idx="1661">
                  <c:v>0.96666667</c:v>
                </c:pt>
                <c:pt idx="1662">
                  <c:v>0.96666667</c:v>
                </c:pt>
                <c:pt idx="1663">
                  <c:v>0.96666667</c:v>
                </c:pt>
                <c:pt idx="1664">
                  <c:v>0.96666667</c:v>
                </c:pt>
                <c:pt idx="1665">
                  <c:v>0.96666667</c:v>
                </c:pt>
                <c:pt idx="1666">
                  <c:v>0.96666667</c:v>
                </c:pt>
                <c:pt idx="1667">
                  <c:v>0.96666667</c:v>
                </c:pt>
                <c:pt idx="1668">
                  <c:v>0.96666667</c:v>
                </c:pt>
                <c:pt idx="1669">
                  <c:v>0.96666667</c:v>
                </c:pt>
                <c:pt idx="1670">
                  <c:v>0.96666667</c:v>
                </c:pt>
                <c:pt idx="1671">
                  <c:v>0.96666667</c:v>
                </c:pt>
                <c:pt idx="1672">
                  <c:v>0.96666667</c:v>
                </c:pt>
                <c:pt idx="1673">
                  <c:v>0.96666667</c:v>
                </c:pt>
                <c:pt idx="1674">
                  <c:v>0.96666667</c:v>
                </c:pt>
                <c:pt idx="1675">
                  <c:v>0.96666667</c:v>
                </c:pt>
                <c:pt idx="1676">
                  <c:v>0.96666667</c:v>
                </c:pt>
                <c:pt idx="1677">
                  <c:v>0.96666667</c:v>
                </c:pt>
                <c:pt idx="1678">
                  <c:v>0.96666667</c:v>
                </c:pt>
                <c:pt idx="1679">
                  <c:v>0.96666667</c:v>
                </c:pt>
                <c:pt idx="1680">
                  <c:v>0.96666667</c:v>
                </c:pt>
                <c:pt idx="1681">
                  <c:v>0.96666667</c:v>
                </c:pt>
                <c:pt idx="1682">
                  <c:v>0.96666667</c:v>
                </c:pt>
                <c:pt idx="1683">
                  <c:v>0.96666667</c:v>
                </c:pt>
                <c:pt idx="1684">
                  <c:v>0.96666667</c:v>
                </c:pt>
                <c:pt idx="1685">
                  <c:v>0.96666667</c:v>
                </c:pt>
                <c:pt idx="1686">
                  <c:v>0.96666667</c:v>
                </c:pt>
                <c:pt idx="1687">
                  <c:v>0.96666667</c:v>
                </c:pt>
                <c:pt idx="1688">
                  <c:v>0.96666667</c:v>
                </c:pt>
                <c:pt idx="1689">
                  <c:v>0.96666667</c:v>
                </c:pt>
                <c:pt idx="1690">
                  <c:v>0.96666667</c:v>
                </c:pt>
                <c:pt idx="1691">
                  <c:v>0.96666667</c:v>
                </c:pt>
                <c:pt idx="1692">
                  <c:v>0.96666667</c:v>
                </c:pt>
                <c:pt idx="1693">
                  <c:v>0.96666667</c:v>
                </c:pt>
                <c:pt idx="1694">
                  <c:v>0.96666667</c:v>
                </c:pt>
                <c:pt idx="1695">
                  <c:v>0.96666667</c:v>
                </c:pt>
                <c:pt idx="1696">
                  <c:v>0.96666667</c:v>
                </c:pt>
                <c:pt idx="1697">
                  <c:v>0.96666667</c:v>
                </c:pt>
                <c:pt idx="1698">
                  <c:v>0.96666667</c:v>
                </c:pt>
                <c:pt idx="1699">
                  <c:v>0.96666667</c:v>
                </c:pt>
                <c:pt idx="1700">
                  <c:v>0.96666667</c:v>
                </c:pt>
                <c:pt idx="1701">
                  <c:v>0.96666667</c:v>
                </c:pt>
                <c:pt idx="1702">
                  <c:v>0.96666667</c:v>
                </c:pt>
                <c:pt idx="1703">
                  <c:v>0.96666667</c:v>
                </c:pt>
                <c:pt idx="1704">
                  <c:v>0.96666667</c:v>
                </c:pt>
                <c:pt idx="1705">
                  <c:v>0.96666667</c:v>
                </c:pt>
                <c:pt idx="1706">
                  <c:v>0.96666667</c:v>
                </c:pt>
                <c:pt idx="1707">
                  <c:v>0.96666667</c:v>
                </c:pt>
                <c:pt idx="1708">
                  <c:v>0.96666667</c:v>
                </c:pt>
                <c:pt idx="1709">
                  <c:v>0.96666667</c:v>
                </c:pt>
                <c:pt idx="1710">
                  <c:v>0.96666667</c:v>
                </c:pt>
                <c:pt idx="1711">
                  <c:v>0.96666667</c:v>
                </c:pt>
                <c:pt idx="1712">
                  <c:v>0.96666667</c:v>
                </c:pt>
                <c:pt idx="1713">
                  <c:v>0.96666667</c:v>
                </c:pt>
                <c:pt idx="1714">
                  <c:v>0.96666667</c:v>
                </c:pt>
                <c:pt idx="1715">
                  <c:v>0.96666667</c:v>
                </c:pt>
                <c:pt idx="1716">
                  <c:v>0.96666667</c:v>
                </c:pt>
                <c:pt idx="1717">
                  <c:v>0.96666667</c:v>
                </c:pt>
                <c:pt idx="1718">
                  <c:v>0.96666667</c:v>
                </c:pt>
                <c:pt idx="1719">
                  <c:v>0.96666667</c:v>
                </c:pt>
                <c:pt idx="1720">
                  <c:v>0.96666667</c:v>
                </c:pt>
                <c:pt idx="1721">
                  <c:v>0.96666667</c:v>
                </c:pt>
                <c:pt idx="1722">
                  <c:v>0.96666667</c:v>
                </c:pt>
                <c:pt idx="1723">
                  <c:v>0.96666667</c:v>
                </c:pt>
                <c:pt idx="1724">
                  <c:v>0.96666667</c:v>
                </c:pt>
                <c:pt idx="1725">
                  <c:v>0.96666667</c:v>
                </c:pt>
                <c:pt idx="1726">
                  <c:v>0.96666667</c:v>
                </c:pt>
                <c:pt idx="1727">
                  <c:v>0.96666667</c:v>
                </c:pt>
                <c:pt idx="1728">
                  <c:v>0.96666667</c:v>
                </c:pt>
                <c:pt idx="1729">
                  <c:v>0.96666667</c:v>
                </c:pt>
                <c:pt idx="1730">
                  <c:v>0.96666667</c:v>
                </c:pt>
                <c:pt idx="1731">
                  <c:v>0.96666667</c:v>
                </c:pt>
                <c:pt idx="1732">
                  <c:v>0.96666667</c:v>
                </c:pt>
                <c:pt idx="1733">
                  <c:v>0.96666667</c:v>
                </c:pt>
                <c:pt idx="1734">
                  <c:v>0.96666667</c:v>
                </c:pt>
                <c:pt idx="1735">
                  <c:v>0.96666667</c:v>
                </c:pt>
                <c:pt idx="1736">
                  <c:v>0.96666667</c:v>
                </c:pt>
                <c:pt idx="1737">
                  <c:v>0.96666667</c:v>
                </c:pt>
                <c:pt idx="1738">
                  <c:v>0.96666667</c:v>
                </c:pt>
                <c:pt idx="1739">
                  <c:v>0.96666667</c:v>
                </c:pt>
                <c:pt idx="1740">
                  <c:v>0.96666667</c:v>
                </c:pt>
                <c:pt idx="1741">
                  <c:v>0.96666667</c:v>
                </c:pt>
                <c:pt idx="1742">
                  <c:v>0.96666667</c:v>
                </c:pt>
                <c:pt idx="1743">
                  <c:v>0.96666667</c:v>
                </c:pt>
                <c:pt idx="1744">
                  <c:v>0.96666667</c:v>
                </c:pt>
                <c:pt idx="1745">
                  <c:v>0.96666667</c:v>
                </c:pt>
                <c:pt idx="1746">
                  <c:v>0.96666667</c:v>
                </c:pt>
                <c:pt idx="1747">
                  <c:v>0.96666667</c:v>
                </c:pt>
                <c:pt idx="1748">
                  <c:v>0.96666667</c:v>
                </c:pt>
                <c:pt idx="1749">
                  <c:v>0.96666667</c:v>
                </c:pt>
                <c:pt idx="1750">
                  <c:v>0.96666667</c:v>
                </c:pt>
                <c:pt idx="1751">
                  <c:v>0.96666667</c:v>
                </c:pt>
                <c:pt idx="1752">
                  <c:v>0.96666667</c:v>
                </c:pt>
                <c:pt idx="1753">
                  <c:v>0.96666667</c:v>
                </c:pt>
                <c:pt idx="1754">
                  <c:v>0.96666667</c:v>
                </c:pt>
                <c:pt idx="1755">
                  <c:v>0.96666667</c:v>
                </c:pt>
                <c:pt idx="1756">
                  <c:v>0.96666667</c:v>
                </c:pt>
                <c:pt idx="1757">
                  <c:v>0.96666667</c:v>
                </c:pt>
                <c:pt idx="1758">
                  <c:v>0.96666667</c:v>
                </c:pt>
                <c:pt idx="1759">
                  <c:v>0.96666667</c:v>
                </c:pt>
                <c:pt idx="1760">
                  <c:v>0.96666667</c:v>
                </c:pt>
                <c:pt idx="1761">
                  <c:v>0.96666667</c:v>
                </c:pt>
                <c:pt idx="1762">
                  <c:v>0.96666667</c:v>
                </c:pt>
                <c:pt idx="1763">
                  <c:v>0.96666667</c:v>
                </c:pt>
                <c:pt idx="1764">
                  <c:v>0.96666667</c:v>
                </c:pt>
                <c:pt idx="1765">
                  <c:v>0.96666667</c:v>
                </c:pt>
                <c:pt idx="1766">
                  <c:v>0.96666667</c:v>
                </c:pt>
                <c:pt idx="1767">
                  <c:v>0.96666667</c:v>
                </c:pt>
                <c:pt idx="1768">
                  <c:v>0.96666667</c:v>
                </c:pt>
                <c:pt idx="1769">
                  <c:v>0.96666667</c:v>
                </c:pt>
                <c:pt idx="1770">
                  <c:v>0.96666667</c:v>
                </c:pt>
                <c:pt idx="1771">
                  <c:v>0.96666667</c:v>
                </c:pt>
                <c:pt idx="1772">
                  <c:v>0.96666667</c:v>
                </c:pt>
                <c:pt idx="1773">
                  <c:v>0.96666667</c:v>
                </c:pt>
                <c:pt idx="1774">
                  <c:v>0.96666667</c:v>
                </c:pt>
                <c:pt idx="1775">
                  <c:v>0.96666667</c:v>
                </c:pt>
                <c:pt idx="1776">
                  <c:v>0.96666667</c:v>
                </c:pt>
                <c:pt idx="1777">
                  <c:v>0.96666667</c:v>
                </c:pt>
                <c:pt idx="1778">
                  <c:v>0.96666667</c:v>
                </c:pt>
                <c:pt idx="1779">
                  <c:v>0.96666667</c:v>
                </c:pt>
                <c:pt idx="1780">
                  <c:v>0.96666667</c:v>
                </c:pt>
                <c:pt idx="1781">
                  <c:v>0.96666667</c:v>
                </c:pt>
                <c:pt idx="1782">
                  <c:v>0.96666667</c:v>
                </c:pt>
                <c:pt idx="1783">
                  <c:v>0.96666667</c:v>
                </c:pt>
                <c:pt idx="1784">
                  <c:v>0.96666667</c:v>
                </c:pt>
                <c:pt idx="1785">
                  <c:v>0.96666667</c:v>
                </c:pt>
                <c:pt idx="1786">
                  <c:v>0.96666667</c:v>
                </c:pt>
                <c:pt idx="1787">
                  <c:v>0.96666667</c:v>
                </c:pt>
                <c:pt idx="1788">
                  <c:v>0.96666667</c:v>
                </c:pt>
                <c:pt idx="1789">
                  <c:v>0.96666667</c:v>
                </c:pt>
                <c:pt idx="1790">
                  <c:v>0.96666667</c:v>
                </c:pt>
                <c:pt idx="1791">
                  <c:v>0.96666667</c:v>
                </c:pt>
                <c:pt idx="1792">
                  <c:v>0.96666667</c:v>
                </c:pt>
                <c:pt idx="1793">
                  <c:v>0.96666667</c:v>
                </c:pt>
                <c:pt idx="1794">
                  <c:v>0.96666667</c:v>
                </c:pt>
                <c:pt idx="1795">
                  <c:v>0.96666667</c:v>
                </c:pt>
                <c:pt idx="1796">
                  <c:v>0.96666667</c:v>
                </c:pt>
                <c:pt idx="1797">
                  <c:v>0.96666667</c:v>
                </c:pt>
                <c:pt idx="1798">
                  <c:v>0.96666667</c:v>
                </c:pt>
                <c:pt idx="1799">
                  <c:v>0.96666667</c:v>
                </c:pt>
                <c:pt idx="1800">
                  <c:v>0.96666667</c:v>
                </c:pt>
                <c:pt idx="1801">
                  <c:v>0.96666667</c:v>
                </c:pt>
                <c:pt idx="1802">
                  <c:v>0.96666667</c:v>
                </c:pt>
                <c:pt idx="1803">
                  <c:v>0.96666667</c:v>
                </c:pt>
                <c:pt idx="1804">
                  <c:v>0.96666667</c:v>
                </c:pt>
                <c:pt idx="1805">
                  <c:v>0.96666667</c:v>
                </c:pt>
                <c:pt idx="1806">
                  <c:v>0.96666667</c:v>
                </c:pt>
                <c:pt idx="1807">
                  <c:v>0.96666667</c:v>
                </c:pt>
                <c:pt idx="1808">
                  <c:v>0.96666667</c:v>
                </c:pt>
                <c:pt idx="1809">
                  <c:v>0.96666667</c:v>
                </c:pt>
                <c:pt idx="1810">
                  <c:v>0.96666667</c:v>
                </c:pt>
                <c:pt idx="1811">
                  <c:v>0.96666667</c:v>
                </c:pt>
                <c:pt idx="1812">
                  <c:v>0.96666667</c:v>
                </c:pt>
                <c:pt idx="1813">
                  <c:v>0.96666667</c:v>
                </c:pt>
                <c:pt idx="1814">
                  <c:v>0.96666667</c:v>
                </c:pt>
                <c:pt idx="1815">
                  <c:v>0.96666667</c:v>
                </c:pt>
                <c:pt idx="1816">
                  <c:v>0.96666667</c:v>
                </c:pt>
                <c:pt idx="1817">
                  <c:v>0.96666667</c:v>
                </c:pt>
                <c:pt idx="1818">
                  <c:v>0.96666667</c:v>
                </c:pt>
                <c:pt idx="1819">
                  <c:v>0.96666667</c:v>
                </c:pt>
                <c:pt idx="1820">
                  <c:v>0.96666667</c:v>
                </c:pt>
                <c:pt idx="1821">
                  <c:v>0.96666667</c:v>
                </c:pt>
                <c:pt idx="1822">
                  <c:v>0.96666667</c:v>
                </c:pt>
                <c:pt idx="1823">
                  <c:v>0.96666667</c:v>
                </c:pt>
                <c:pt idx="1824">
                  <c:v>0.96666667</c:v>
                </c:pt>
                <c:pt idx="1825">
                  <c:v>0.96666667</c:v>
                </c:pt>
                <c:pt idx="1826">
                  <c:v>0.96666667</c:v>
                </c:pt>
                <c:pt idx="1827">
                  <c:v>0.96666667</c:v>
                </c:pt>
                <c:pt idx="1828">
                  <c:v>0.96666667</c:v>
                </c:pt>
                <c:pt idx="1829">
                  <c:v>0.96666667</c:v>
                </c:pt>
                <c:pt idx="1830">
                  <c:v>0.96666667</c:v>
                </c:pt>
                <c:pt idx="1831">
                  <c:v>0.96666667</c:v>
                </c:pt>
                <c:pt idx="1832">
                  <c:v>0.96666667</c:v>
                </c:pt>
                <c:pt idx="1833">
                  <c:v>0.96666667</c:v>
                </c:pt>
                <c:pt idx="1834">
                  <c:v>0.96666667</c:v>
                </c:pt>
                <c:pt idx="1835">
                  <c:v>0.96666667</c:v>
                </c:pt>
                <c:pt idx="1836">
                  <c:v>0.96666667</c:v>
                </c:pt>
                <c:pt idx="1837">
                  <c:v>0.96666667</c:v>
                </c:pt>
                <c:pt idx="1838">
                  <c:v>0.96666667</c:v>
                </c:pt>
                <c:pt idx="1839">
                  <c:v>0.96666667</c:v>
                </c:pt>
                <c:pt idx="1840">
                  <c:v>0.96666667</c:v>
                </c:pt>
                <c:pt idx="1841">
                  <c:v>0.96666667</c:v>
                </c:pt>
                <c:pt idx="1842">
                  <c:v>0.96666667</c:v>
                </c:pt>
                <c:pt idx="1843">
                  <c:v>0.96666667</c:v>
                </c:pt>
                <c:pt idx="1844">
                  <c:v>0.96666667</c:v>
                </c:pt>
                <c:pt idx="1845">
                  <c:v>0.96666667</c:v>
                </c:pt>
                <c:pt idx="1846">
                  <c:v>0.96666667</c:v>
                </c:pt>
                <c:pt idx="1847">
                  <c:v>0.96666667</c:v>
                </c:pt>
                <c:pt idx="1848">
                  <c:v>0.96666667</c:v>
                </c:pt>
                <c:pt idx="1849">
                  <c:v>0.96666667</c:v>
                </c:pt>
                <c:pt idx="1850">
                  <c:v>0.96666667</c:v>
                </c:pt>
                <c:pt idx="1851">
                  <c:v>0.96666667</c:v>
                </c:pt>
                <c:pt idx="1852">
                  <c:v>0.96666667</c:v>
                </c:pt>
                <c:pt idx="1853">
                  <c:v>0.96666667</c:v>
                </c:pt>
                <c:pt idx="1854">
                  <c:v>0.96666667</c:v>
                </c:pt>
                <c:pt idx="1855">
                  <c:v>0.96666667</c:v>
                </c:pt>
                <c:pt idx="1856">
                  <c:v>0.96666667</c:v>
                </c:pt>
                <c:pt idx="1857">
                  <c:v>0.96666667</c:v>
                </c:pt>
                <c:pt idx="1858">
                  <c:v>0.96666667</c:v>
                </c:pt>
                <c:pt idx="1859">
                  <c:v>0.96666667</c:v>
                </c:pt>
                <c:pt idx="1860">
                  <c:v>0.96666667</c:v>
                </c:pt>
                <c:pt idx="1861">
                  <c:v>0.96666667</c:v>
                </c:pt>
                <c:pt idx="1862">
                  <c:v>0.96666667</c:v>
                </c:pt>
                <c:pt idx="1863">
                  <c:v>0.96666667</c:v>
                </c:pt>
                <c:pt idx="1864">
                  <c:v>0.96666667</c:v>
                </c:pt>
                <c:pt idx="1865">
                  <c:v>0.96666667</c:v>
                </c:pt>
                <c:pt idx="1866">
                  <c:v>0.96666667</c:v>
                </c:pt>
                <c:pt idx="1867">
                  <c:v>0.96666667</c:v>
                </c:pt>
                <c:pt idx="1868">
                  <c:v>0.96666667</c:v>
                </c:pt>
                <c:pt idx="1869">
                  <c:v>0.96666667</c:v>
                </c:pt>
                <c:pt idx="1870">
                  <c:v>0.96666667</c:v>
                </c:pt>
                <c:pt idx="1871">
                  <c:v>0.96666667</c:v>
                </c:pt>
                <c:pt idx="1872">
                  <c:v>0.96666667</c:v>
                </c:pt>
                <c:pt idx="1873">
                  <c:v>0.96666667</c:v>
                </c:pt>
                <c:pt idx="1874">
                  <c:v>0.96666667</c:v>
                </c:pt>
                <c:pt idx="1875">
                  <c:v>0.96666667</c:v>
                </c:pt>
                <c:pt idx="1876">
                  <c:v>0.96666667</c:v>
                </c:pt>
                <c:pt idx="1877">
                  <c:v>0.96666667</c:v>
                </c:pt>
                <c:pt idx="1878">
                  <c:v>0.96666667</c:v>
                </c:pt>
                <c:pt idx="1879">
                  <c:v>0.96666667</c:v>
                </c:pt>
                <c:pt idx="1880">
                  <c:v>0.96666667</c:v>
                </c:pt>
                <c:pt idx="1881">
                  <c:v>0.96666667</c:v>
                </c:pt>
                <c:pt idx="1882">
                  <c:v>0.96666667</c:v>
                </c:pt>
                <c:pt idx="1883">
                  <c:v>0.96666667</c:v>
                </c:pt>
                <c:pt idx="1884">
                  <c:v>0.96666667</c:v>
                </c:pt>
                <c:pt idx="1885">
                  <c:v>0.96666667</c:v>
                </c:pt>
                <c:pt idx="1886">
                  <c:v>0.96666667</c:v>
                </c:pt>
                <c:pt idx="1887">
                  <c:v>0.96666667</c:v>
                </c:pt>
                <c:pt idx="1888">
                  <c:v>0.96666667</c:v>
                </c:pt>
                <c:pt idx="1889">
                  <c:v>0.96666667</c:v>
                </c:pt>
                <c:pt idx="1890">
                  <c:v>0.96666667</c:v>
                </c:pt>
                <c:pt idx="1891">
                  <c:v>0.96666667</c:v>
                </c:pt>
                <c:pt idx="1892">
                  <c:v>0.96666667</c:v>
                </c:pt>
                <c:pt idx="1893">
                  <c:v>0.96666667</c:v>
                </c:pt>
                <c:pt idx="1894">
                  <c:v>0.96666667</c:v>
                </c:pt>
                <c:pt idx="1895">
                  <c:v>0.96666667</c:v>
                </c:pt>
                <c:pt idx="1896">
                  <c:v>0.96666667</c:v>
                </c:pt>
                <c:pt idx="1897">
                  <c:v>0.96666667</c:v>
                </c:pt>
                <c:pt idx="1898">
                  <c:v>0.96666667</c:v>
                </c:pt>
                <c:pt idx="1899">
                  <c:v>0.96666667</c:v>
                </c:pt>
                <c:pt idx="1900">
                  <c:v>0.96666667</c:v>
                </c:pt>
                <c:pt idx="1901">
                  <c:v>0.96666667</c:v>
                </c:pt>
                <c:pt idx="1902">
                  <c:v>0.96666667</c:v>
                </c:pt>
                <c:pt idx="1903">
                  <c:v>0.96666667</c:v>
                </c:pt>
                <c:pt idx="1904">
                  <c:v>0.96666667</c:v>
                </c:pt>
                <c:pt idx="1905">
                  <c:v>0.96666667</c:v>
                </c:pt>
                <c:pt idx="1906">
                  <c:v>0.96666667</c:v>
                </c:pt>
                <c:pt idx="1907">
                  <c:v>0.96666667</c:v>
                </c:pt>
                <c:pt idx="1908">
                  <c:v>0.96666667</c:v>
                </c:pt>
                <c:pt idx="1909">
                  <c:v>0.96666667</c:v>
                </c:pt>
                <c:pt idx="1910">
                  <c:v>0.96666667</c:v>
                </c:pt>
                <c:pt idx="1911">
                  <c:v>0.96666667</c:v>
                </c:pt>
                <c:pt idx="1912">
                  <c:v>0.96666667</c:v>
                </c:pt>
                <c:pt idx="1913">
                  <c:v>0.96666667</c:v>
                </c:pt>
                <c:pt idx="1914">
                  <c:v>0.96666667</c:v>
                </c:pt>
                <c:pt idx="1915">
                  <c:v>0.96666667</c:v>
                </c:pt>
                <c:pt idx="1916">
                  <c:v>0.96666667</c:v>
                </c:pt>
                <c:pt idx="1917">
                  <c:v>0.96666667</c:v>
                </c:pt>
                <c:pt idx="1918">
                  <c:v>0.96666667</c:v>
                </c:pt>
                <c:pt idx="1919">
                  <c:v>0.96666667</c:v>
                </c:pt>
                <c:pt idx="1920">
                  <c:v>0.96666667</c:v>
                </c:pt>
                <c:pt idx="1921">
                  <c:v>0.96666667</c:v>
                </c:pt>
                <c:pt idx="1922">
                  <c:v>0.96666667</c:v>
                </c:pt>
                <c:pt idx="1923">
                  <c:v>0.96666667</c:v>
                </c:pt>
                <c:pt idx="1924">
                  <c:v>0.96666667</c:v>
                </c:pt>
                <c:pt idx="1925">
                  <c:v>0.96666667</c:v>
                </c:pt>
                <c:pt idx="1926">
                  <c:v>0.96666667</c:v>
                </c:pt>
                <c:pt idx="1927">
                  <c:v>0.96666667</c:v>
                </c:pt>
                <c:pt idx="1928">
                  <c:v>0.96666667</c:v>
                </c:pt>
                <c:pt idx="1929">
                  <c:v>0.96666667</c:v>
                </c:pt>
                <c:pt idx="1930">
                  <c:v>0.96666667</c:v>
                </c:pt>
                <c:pt idx="1931">
                  <c:v>0.96666667</c:v>
                </c:pt>
                <c:pt idx="1932">
                  <c:v>0.96666667</c:v>
                </c:pt>
                <c:pt idx="1933">
                  <c:v>0.96666667</c:v>
                </c:pt>
                <c:pt idx="1934">
                  <c:v>0.96666667</c:v>
                </c:pt>
                <c:pt idx="1935">
                  <c:v>0.96666667</c:v>
                </c:pt>
                <c:pt idx="1936">
                  <c:v>0.96666667</c:v>
                </c:pt>
                <c:pt idx="1937">
                  <c:v>0.96666667</c:v>
                </c:pt>
                <c:pt idx="1938">
                  <c:v>0.96666667</c:v>
                </c:pt>
                <c:pt idx="1939">
                  <c:v>0.96666667</c:v>
                </c:pt>
                <c:pt idx="1940">
                  <c:v>0.96666667</c:v>
                </c:pt>
                <c:pt idx="1941">
                  <c:v>0.96666667</c:v>
                </c:pt>
                <c:pt idx="1942">
                  <c:v>0.96666667</c:v>
                </c:pt>
                <c:pt idx="1943">
                  <c:v>0.96666667</c:v>
                </c:pt>
                <c:pt idx="1944">
                  <c:v>0.96666667</c:v>
                </c:pt>
                <c:pt idx="1945">
                  <c:v>0.96666667</c:v>
                </c:pt>
                <c:pt idx="1946">
                  <c:v>0.96666667</c:v>
                </c:pt>
                <c:pt idx="1947">
                  <c:v>0.96666667</c:v>
                </c:pt>
                <c:pt idx="1948">
                  <c:v>0.96666667</c:v>
                </c:pt>
                <c:pt idx="1949">
                  <c:v>0.96666667</c:v>
                </c:pt>
                <c:pt idx="1950">
                  <c:v>0.96666667</c:v>
                </c:pt>
                <c:pt idx="1951">
                  <c:v>0.96666667</c:v>
                </c:pt>
                <c:pt idx="1952">
                  <c:v>0.96666667</c:v>
                </c:pt>
                <c:pt idx="1953">
                  <c:v>0.96666667</c:v>
                </c:pt>
                <c:pt idx="1954">
                  <c:v>0.96666667</c:v>
                </c:pt>
                <c:pt idx="1955">
                  <c:v>0.96666667</c:v>
                </c:pt>
                <c:pt idx="1956">
                  <c:v>0.96666667</c:v>
                </c:pt>
                <c:pt idx="1957">
                  <c:v>0.96666667</c:v>
                </c:pt>
                <c:pt idx="1958">
                  <c:v>0.96666667</c:v>
                </c:pt>
                <c:pt idx="1959">
                  <c:v>0.96666667</c:v>
                </c:pt>
                <c:pt idx="1960">
                  <c:v>0.96666667</c:v>
                </c:pt>
                <c:pt idx="1961">
                  <c:v>0.96666667</c:v>
                </c:pt>
                <c:pt idx="1962">
                  <c:v>0.96666667</c:v>
                </c:pt>
                <c:pt idx="1963">
                  <c:v>0.96666667</c:v>
                </c:pt>
                <c:pt idx="1964">
                  <c:v>0.96666667</c:v>
                </c:pt>
                <c:pt idx="1965">
                  <c:v>0.96666667</c:v>
                </c:pt>
                <c:pt idx="1966">
                  <c:v>0.96666667</c:v>
                </c:pt>
                <c:pt idx="1967">
                  <c:v>0.96666667</c:v>
                </c:pt>
                <c:pt idx="1968">
                  <c:v>0.96666667</c:v>
                </c:pt>
                <c:pt idx="1969">
                  <c:v>0.96666667</c:v>
                </c:pt>
                <c:pt idx="1970">
                  <c:v>0.96666667</c:v>
                </c:pt>
                <c:pt idx="1971">
                  <c:v>0.96666667</c:v>
                </c:pt>
                <c:pt idx="1972">
                  <c:v>0.96666667</c:v>
                </c:pt>
                <c:pt idx="1973">
                  <c:v>0.96666667</c:v>
                </c:pt>
                <c:pt idx="1974">
                  <c:v>0.96666667</c:v>
                </c:pt>
                <c:pt idx="1975">
                  <c:v>0.96666667</c:v>
                </c:pt>
                <c:pt idx="1976">
                  <c:v>0.96666667</c:v>
                </c:pt>
                <c:pt idx="1977">
                  <c:v>0.96666667</c:v>
                </c:pt>
                <c:pt idx="1978">
                  <c:v>0.96666667</c:v>
                </c:pt>
                <c:pt idx="1979">
                  <c:v>0.96666667</c:v>
                </c:pt>
                <c:pt idx="1980">
                  <c:v>0.96666667</c:v>
                </c:pt>
                <c:pt idx="1981">
                  <c:v>0.96666667</c:v>
                </c:pt>
                <c:pt idx="1982">
                  <c:v>0.96666667</c:v>
                </c:pt>
                <c:pt idx="1983">
                  <c:v>0.96666667</c:v>
                </c:pt>
                <c:pt idx="1984">
                  <c:v>0.96666667</c:v>
                </c:pt>
                <c:pt idx="1985">
                  <c:v>0.96666667</c:v>
                </c:pt>
                <c:pt idx="1986">
                  <c:v>0.96666667</c:v>
                </c:pt>
                <c:pt idx="1987">
                  <c:v>0.96666667</c:v>
                </c:pt>
                <c:pt idx="1988">
                  <c:v>0.96666667</c:v>
                </c:pt>
                <c:pt idx="1989">
                  <c:v>0.96666667</c:v>
                </c:pt>
                <c:pt idx="1990">
                  <c:v>0.96666667</c:v>
                </c:pt>
                <c:pt idx="1991">
                  <c:v>0.96666667</c:v>
                </c:pt>
                <c:pt idx="1992">
                  <c:v>0.96666667</c:v>
                </c:pt>
                <c:pt idx="1993">
                  <c:v>0.96666667</c:v>
                </c:pt>
                <c:pt idx="1994">
                  <c:v>0.96666667</c:v>
                </c:pt>
                <c:pt idx="1995">
                  <c:v>0.96666667</c:v>
                </c:pt>
                <c:pt idx="1996">
                  <c:v>0.96666667</c:v>
                </c:pt>
                <c:pt idx="1997">
                  <c:v>0.96666667</c:v>
                </c:pt>
                <c:pt idx="1998">
                  <c:v>0.96666667</c:v>
                </c:pt>
                <c:pt idx="1999">
                  <c:v>0.96666667</c:v>
                </c:pt>
                <c:pt idx="2000">
                  <c:v>0.96666667</c:v>
                </c:pt>
                <c:pt idx="2001">
                  <c:v>0.96666667</c:v>
                </c:pt>
                <c:pt idx="2002">
                  <c:v>0.96666667</c:v>
                </c:pt>
                <c:pt idx="2003">
                  <c:v>0.96666667</c:v>
                </c:pt>
                <c:pt idx="2004">
                  <c:v>0.96666667</c:v>
                </c:pt>
                <c:pt idx="2005">
                  <c:v>0.96666667</c:v>
                </c:pt>
                <c:pt idx="2006">
                  <c:v>0.96666667</c:v>
                </c:pt>
                <c:pt idx="2007">
                  <c:v>0.96666667</c:v>
                </c:pt>
                <c:pt idx="2008">
                  <c:v>0.96666667</c:v>
                </c:pt>
                <c:pt idx="2009">
                  <c:v>0.96666667</c:v>
                </c:pt>
                <c:pt idx="2010">
                  <c:v>0.96666667</c:v>
                </c:pt>
                <c:pt idx="2011">
                  <c:v>0.96666667</c:v>
                </c:pt>
                <c:pt idx="2012">
                  <c:v>0.96666667</c:v>
                </c:pt>
                <c:pt idx="2013">
                  <c:v>0.96666667</c:v>
                </c:pt>
                <c:pt idx="2014">
                  <c:v>0.96666667</c:v>
                </c:pt>
                <c:pt idx="2015">
                  <c:v>0.96666667</c:v>
                </c:pt>
                <c:pt idx="2016">
                  <c:v>0.96666667</c:v>
                </c:pt>
                <c:pt idx="2017">
                  <c:v>0.96666667</c:v>
                </c:pt>
                <c:pt idx="2018">
                  <c:v>0.96666667</c:v>
                </c:pt>
                <c:pt idx="2019">
                  <c:v>0.96666667</c:v>
                </c:pt>
                <c:pt idx="2020">
                  <c:v>0.96666667</c:v>
                </c:pt>
                <c:pt idx="2021">
                  <c:v>0.96666667</c:v>
                </c:pt>
                <c:pt idx="2022">
                  <c:v>0.96666667</c:v>
                </c:pt>
                <c:pt idx="2023">
                  <c:v>0.96666667</c:v>
                </c:pt>
                <c:pt idx="2024">
                  <c:v>0.96666667</c:v>
                </c:pt>
                <c:pt idx="2025">
                  <c:v>0.96666667</c:v>
                </c:pt>
                <c:pt idx="2026">
                  <c:v>0.96666667</c:v>
                </c:pt>
                <c:pt idx="2027">
                  <c:v>0.96666667</c:v>
                </c:pt>
                <c:pt idx="2028">
                  <c:v>0.96666667</c:v>
                </c:pt>
                <c:pt idx="2029">
                  <c:v>0.96666667</c:v>
                </c:pt>
                <c:pt idx="2030">
                  <c:v>0.96666667</c:v>
                </c:pt>
                <c:pt idx="2031">
                  <c:v>0.96666667</c:v>
                </c:pt>
                <c:pt idx="2032">
                  <c:v>0.96666667</c:v>
                </c:pt>
                <c:pt idx="2033">
                  <c:v>0.96666667</c:v>
                </c:pt>
                <c:pt idx="2034">
                  <c:v>0.96666667</c:v>
                </c:pt>
                <c:pt idx="2035">
                  <c:v>0.96666667</c:v>
                </c:pt>
                <c:pt idx="2036">
                  <c:v>0.96666667</c:v>
                </c:pt>
                <c:pt idx="2037">
                  <c:v>0.96666667</c:v>
                </c:pt>
                <c:pt idx="2038">
                  <c:v>0.96666667</c:v>
                </c:pt>
                <c:pt idx="2039">
                  <c:v>0.96666667</c:v>
                </c:pt>
                <c:pt idx="2040">
                  <c:v>0.96666667</c:v>
                </c:pt>
                <c:pt idx="2041">
                  <c:v>0.96666667</c:v>
                </c:pt>
                <c:pt idx="2042">
                  <c:v>0.96666667</c:v>
                </c:pt>
                <c:pt idx="2043">
                  <c:v>0.96666667</c:v>
                </c:pt>
                <c:pt idx="2044">
                  <c:v>0.96666667</c:v>
                </c:pt>
                <c:pt idx="2045">
                  <c:v>0.96666667</c:v>
                </c:pt>
                <c:pt idx="2046">
                  <c:v>0.96666667</c:v>
                </c:pt>
                <c:pt idx="2047">
                  <c:v>0.96666667</c:v>
                </c:pt>
                <c:pt idx="2048">
                  <c:v>0.96666667</c:v>
                </c:pt>
                <c:pt idx="2049">
                  <c:v>0.96666667</c:v>
                </c:pt>
                <c:pt idx="2050">
                  <c:v>0.96666667</c:v>
                </c:pt>
                <c:pt idx="2051">
                  <c:v>0.96666667</c:v>
                </c:pt>
                <c:pt idx="2052">
                  <c:v>0.96666667</c:v>
                </c:pt>
                <c:pt idx="2053">
                  <c:v>0.96666667</c:v>
                </c:pt>
                <c:pt idx="2054">
                  <c:v>0.96666667</c:v>
                </c:pt>
                <c:pt idx="2055">
                  <c:v>0.96666667</c:v>
                </c:pt>
                <c:pt idx="2056">
                  <c:v>0.96666667</c:v>
                </c:pt>
                <c:pt idx="2057">
                  <c:v>0.96666667</c:v>
                </c:pt>
                <c:pt idx="2058">
                  <c:v>0.96666667</c:v>
                </c:pt>
                <c:pt idx="2059">
                  <c:v>0.96666667</c:v>
                </c:pt>
                <c:pt idx="2060">
                  <c:v>0.96666667</c:v>
                </c:pt>
                <c:pt idx="2061">
                  <c:v>0.96666667</c:v>
                </c:pt>
                <c:pt idx="2062">
                  <c:v>0.96666667</c:v>
                </c:pt>
                <c:pt idx="2063">
                  <c:v>0.96666667</c:v>
                </c:pt>
                <c:pt idx="2064">
                  <c:v>0.96666667</c:v>
                </c:pt>
                <c:pt idx="2065">
                  <c:v>0.96666667</c:v>
                </c:pt>
                <c:pt idx="2066">
                  <c:v>0.96666667</c:v>
                </c:pt>
                <c:pt idx="2067">
                  <c:v>0.96666667</c:v>
                </c:pt>
                <c:pt idx="2068">
                  <c:v>0.96666667</c:v>
                </c:pt>
                <c:pt idx="2069">
                  <c:v>0.96666667</c:v>
                </c:pt>
                <c:pt idx="2070">
                  <c:v>0.96666667</c:v>
                </c:pt>
                <c:pt idx="2071">
                  <c:v>0.96666667</c:v>
                </c:pt>
                <c:pt idx="2072">
                  <c:v>0.96666667</c:v>
                </c:pt>
                <c:pt idx="2073">
                  <c:v>0.96666667</c:v>
                </c:pt>
                <c:pt idx="2074">
                  <c:v>0.96666667</c:v>
                </c:pt>
                <c:pt idx="2075">
                  <c:v>0.96666667</c:v>
                </c:pt>
                <c:pt idx="2076">
                  <c:v>0.96666667</c:v>
                </c:pt>
                <c:pt idx="2077">
                  <c:v>0.96666667</c:v>
                </c:pt>
                <c:pt idx="2078">
                  <c:v>0.96666667</c:v>
                </c:pt>
                <c:pt idx="2079">
                  <c:v>0.96666667</c:v>
                </c:pt>
                <c:pt idx="2080">
                  <c:v>0.96666667</c:v>
                </c:pt>
                <c:pt idx="2081">
                  <c:v>0.96666667</c:v>
                </c:pt>
                <c:pt idx="2082">
                  <c:v>0.96666667</c:v>
                </c:pt>
                <c:pt idx="2083">
                  <c:v>0.96666667</c:v>
                </c:pt>
                <c:pt idx="2084">
                  <c:v>0.96666667</c:v>
                </c:pt>
                <c:pt idx="2085">
                  <c:v>0.96666667</c:v>
                </c:pt>
                <c:pt idx="2086">
                  <c:v>0.96666667</c:v>
                </c:pt>
                <c:pt idx="2087">
                  <c:v>0.96666667</c:v>
                </c:pt>
                <c:pt idx="2088">
                  <c:v>0.96666667</c:v>
                </c:pt>
                <c:pt idx="2089">
                  <c:v>0.96666667</c:v>
                </c:pt>
                <c:pt idx="2090">
                  <c:v>0.96666667</c:v>
                </c:pt>
                <c:pt idx="2091">
                  <c:v>0.96666667</c:v>
                </c:pt>
                <c:pt idx="2092">
                  <c:v>0.96666667</c:v>
                </c:pt>
                <c:pt idx="2093">
                  <c:v>0.96666667</c:v>
                </c:pt>
                <c:pt idx="2094">
                  <c:v>0.96666667</c:v>
                </c:pt>
                <c:pt idx="2095">
                  <c:v>0.96666667</c:v>
                </c:pt>
                <c:pt idx="2096">
                  <c:v>0.96666667</c:v>
                </c:pt>
                <c:pt idx="2097">
                  <c:v>0.96666667</c:v>
                </c:pt>
                <c:pt idx="2098">
                  <c:v>0.96666667</c:v>
                </c:pt>
                <c:pt idx="2099">
                  <c:v>0.96666667</c:v>
                </c:pt>
                <c:pt idx="2100">
                  <c:v>0.96666667</c:v>
                </c:pt>
                <c:pt idx="2101">
                  <c:v>0.96666667</c:v>
                </c:pt>
                <c:pt idx="2102">
                  <c:v>0.96666667</c:v>
                </c:pt>
                <c:pt idx="2103">
                  <c:v>0.96666667</c:v>
                </c:pt>
                <c:pt idx="2104">
                  <c:v>0.96666667</c:v>
                </c:pt>
                <c:pt idx="2105">
                  <c:v>0.96666667</c:v>
                </c:pt>
                <c:pt idx="2106">
                  <c:v>0.96666667</c:v>
                </c:pt>
                <c:pt idx="2107">
                  <c:v>0.96666667</c:v>
                </c:pt>
                <c:pt idx="2108">
                  <c:v>0.96666667</c:v>
                </c:pt>
                <c:pt idx="2109">
                  <c:v>0.96666667</c:v>
                </c:pt>
                <c:pt idx="2110">
                  <c:v>0.96666667</c:v>
                </c:pt>
                <c:pt idx="2111">
                  <c:v>0.96666667</c:v>
                </c:pt>
                <c:pt idx="2112">
                  <c:v>0.96666667</c:v>
                </c:pt>
                <c:pt idx="2113">
                  <c:v>0.96666667</c:v>
                </c:pt>
                <c:pt idx="2114">
                  <c:v>0.96666667</c:v>
                </c:pt>
                <c:pt idx="2115">
                  <c:v>0.96666667</c:v>
                </c:pt>
                <c:pt idx="2116">
                  <c:v>0.96666667</c:v>
                </c:pt>
                <c:pt idx="2117">
                  <c:v>0.96666667</c:v>
                </c:pt>
                <c:pt idx="2118">
                  <c:v>0.96666667</c:v>
                </c:pt>
                <c:pt idx="2119">
                  <c:v>0.96666667</c:v>
                </c:pt>
                <c:pt idx="2120">
                  <c:v>0.96666667</c:v>
                </c:pt>
                <c:pt idx="2121">
                  <c:v>0.96666667</c:v>
                </c:pt>
                <c:pt idx="2122">
                  <c:v>0.96666667</c:v>
                </c:pt>
                <c:pt idx="2123">
                  <c:v>0.96666667</c:v>
                </c:pt>
                <c:pt idx="2124">
                  <c:v>0.96666667</c:v>
                </c:pt>
                <c:pt idx="2125">
                  <c:v>0.96666667</c:v>
                </c:pt>
                <c:pt idx="2126">
                  <c:v>0.96666667</c:v>
                </c:pt>
                <c:pt idx="2127">
                  <c:v>0.96666667</c:v>
                </c:pt>
                <c:pt idx="2128">
                  <c:v>0.96666667</c:v>
                </c:pt>
                <c:pt idx="2129">
                  <c:v>0.96666667</c:v>
                </c:pt>
                <c:pt idx="2130">
                  <c:v>0.96666667</c:v>
                </c:pt>
                <c:pt idx="2131">
                  <c:v>0.96666667</c:v>
                </c:pt>
                <c:pt idx="2132">
                  <c:v>0.96666667</c:v>
                </c:pt>
                <c:pt idx="2133">
                  <c:v>0.96666667</c:v>
                </c:pt>
                <c:pt idx="2134">
                  <c:v>0.96666667</c:v>
                </c:pt>
                <c:pt idx="2135">
                  <c:v>0.96666667</c:v>
                </c:pt>
                <c:pt idx="2136">
                  <c:v>0.96666667</c:v>
                </c:pt>
                <c:pt idx="2137">
                  <c:v>0.96666667</c:v>
                </c:pt>
                <c:pt idx="2138">
                  <c:v>0.96666667</c:v>
                </c:pt>
                <c:pt idx="2139">
                  <c:v>0.96666667</c:v>
                </c:pt>
                <c:pt idx="2140">
                  <c:v>0.96666667</c:v>
                </c:pt>
                <c:pt idx="2141">
                  <c:v>0.96666667</c:v>
                </c:pt>
                <c:pt idx="2142">
                  <c:v>0.96666667</c:v>
                </c:pt>
                <c:pt idx="2143">
                  <c:v>0.96666667</c:v>
                </c:pt>
                <c:pt idx="2144">
                  <c:v>0.96666667</c:v>
                </c:pt>
                <c:pt idx="2145">
                  <c:v>0.96666667</c:v>
                </c:pt>
                <c:pt idx="2146">
                  <c:v>0.96666667</c:v>
                </c:pt>
                <c:pt idx="2147">
                  <c:v>0.96666667</c:v>
                </c:pt>
                <c:pt idx="2148">
                  <c:v>0.96666667</c:v>
                </c:pt>
                <c:pt idx="2149">
                  <c:v>0.96666667</c:v>
                </c:pt>
                <c:pt idx="2150">
                  <c:v>0.96666667</c:v>
                </c:pt>
                <c:pt idx="2151">
                  <c:v>0.96666667</c:v>
                </c:pt>
                <c:pt idx="2152">
                  <c:v>0.96666667</c:v>
                </c:pt>
                <c:pt idx="2153">
                  <c:v>0.96666667</c:v>
                </c:pt>
                <c:pt idx="2154">
                  <c:v>0.96666667</c:v>
                </c:pt>
                <c:pt idx="2155">
                  <c:v>0.96666667</c:v>
                </c:pt>
                <c:pt idx="2156">
                  <c:v>0.96666667</c:v>
                </c:pt>
                <c:pt idx="2157">
                  <c:v>0.96666667</c:v>
                </c:pt>
                <c:pt idx="2158">
                  <c:v>0.96666667</c:v>
                </c:pt>
                <c:pt idx="2159">
                  <c:v>0.96666667</c:v>
                </c:pt>
                <c:pt idx="2160">
                  <c:v>0.96666667</c:v>
                </c:pt>
                <c:pt idx="2161">
                  <c:v>0.96666667</c:v>
                </c:pt>
                <c:pt idx="2162">
                  <c:v>0.96666667</c:v>
                </c:pt>
                <c:pt idx="2163">
                  <c:v>0.96666667</c:v>
                </c:pt>
                <c:pt idx="2164">
                  <c:v>0.96666667</c:v>
                </c:pt>
                <c:pt idx="2165">
                  <c:v>0.96666667</c:v>
                </c:pt>
                <c:pt idx="2166">
                  <c:v>0.96666667</c:v>
                </c:pt>
                <c:pt idx="2167">
                  <c:v>0.96666667</c:v>
                </c:pt>
                <c:pt idx="2168">
                  <c:v>0.96666667</c:v>
                </c:pt>
                <c:pt idx="2169">
                  <c:v>0.96666667</c:v>
                </c:pt>
                <c:pt idx="2170">
                  <c:v>0.96666667</c:v>
                </c:pt>
                <c:pt idx="2171">
                  <c:v>0.96666667</c:v>
                </c:pt>
                <c:pt idx="2172">
                  <c:v>0.96666667</c:v>
                </c:pt>
                <c:pt idx="2173">
                  <c:v>0.96666667</c:v>
                </c:pt>
                <c:pt idx="2174">
                  <c:v>1</c:v>
                </c:pt>
                <c:pt idx="2175">
                  <c:v>1</c:v>
                </c:pt>
                <c:pt idx="2176">
                  <c:v>1</c:v>
                </c:pt>
                <c:pt idx="2177">
                  <c:v>1</c:v>
                </c:pt>
                <c:pt idx="2178">
                  <c:v>1</c:v>
                </c:pt>
                <c:pt idx="2179">
                  <c:v>1</c:v>
                </c:pt>
                <c:pt idx="2180">
                  <c:v>1</c:v>
                </c:pt>
                <c:pt idx="2181">
                  <c:v>1</c:v>
                </c:pt>
                <c:pt idx="2182">
                  <c:v>1</c:v>
                </c:pt>
                <c:pt idx="2183">
                  <c:v>1</c:v>
                </c:pt>
                <c:pt idx="2184">
                  <c:v>1</c:v>
                </c:pt>
                <c:pt idx="2185">
                  <c:v>1</c:v>
                </c:pt>
                <c:pt idx="2186">
                  <c:v>1</c:v>
                </c:pt>
                <c:pt idx="2187">
                  <c:v>1</c:v>
                </c:pt>
                <c:pt idx="2188">
                  <c:v>1</c:v>
                </c:pt>
                <c:pt idx="2189">
                  <c:v>1</c:v>
                </c:pt>
                <c:pt idx="2190">
                  <c:v>1</c:v>
                </c:pt>
                <c:pt idx="2191">
                  <c:v>1</c:v>
                </c:pt>
                <c:pt idx="2192">
                  <c:v>1</c:v>
                </c:pt>
                <c:pt idx="2193">
                  <c:v>1</c:v>
                </c:pt>
                <c:pt idx="2194">
                  <c:v>1</c:v>
                </c:pt>
                <c:pt idx="2195">
                  <c:v>1</c:v>
                </c:pt>
                <c:pt idx="2196">
                  <c:v>1</c:v>
                </c:pt>
                <c:pt idx="2197">
                  <c:v>1</c:v>
                </c:pt>
                <c:pt idx="2198">
                  <c:v>1</c:v>
                </c:pt>
                <c:pt idx="2199">
                  <c:v>1</c:v>
                </c:pt>
                <c:pt idx="2200">
                  <c:v>1</c:v>
                </c:pt>
                <c:pt idx="2201">
                  <c:v>1</c:v>
                </c:pt>
                <c:pt idx="2202">
                  <c:v>1</c:v>
                </c:pt>
                <c:pt idx="2203">
                  <c:v>1</c:v>
                </c:pt>
                <c:pt idx="2204">
                  <c:v>1</c:v>
                </c:pt>
                <c:pt idx="2205">
                  <c:v>1</c:v>
                </c:pt>
                <c:pt idx="2206">
                  <c:v>1</c:v>
                </c:pt>
                <c:pt idx="2207">
                  <c:v>1</c:v>
                </c:pt>
                <c:pt idx="2208">
                  <c:v>1</c:v>
                </c:pt>
                <c:pt idx="2209">
                  <c:v>1</c:v>
                </c:pt>
                <c:pt idx="2210">
                  <c:v>1</c:v>
                </c:pt>
                <c:pt idx="2211">
                  <c:v>1</c:v>
                </c:pt>
                <c:pt idx="2212">
                  <c:v>1</c:v>
                </c:pt>
                <c:pt idx="2213">
                  <c:v>1</c:v>
                </c:pt>
                <c:pt idx="2214">
                  <c:v>1</c:v>
                </c:pt>
                <c:pt idx="2215">
                  <c:v>1</c:v>
                </c:pt>
                <c:pt idx="2216">
                  <c:v>1</c:v>
                </c:pt>
                <c:pt idx="2217">
                  <c:v>1</c:v>
                </c:pt>
                <c:pt idx="2218">
                  <c:v>1</c:v>
                </c:pt>
                <c:pt idx="2219">
                  <c:v>1</c:v>
                </c:pt>
                <c:pt idx="2220">
                  <c:v>1</c:v>
                </c:pt>
                <c:pt idx="2221">
                  <c:v>1</c:v>
                </c:pt>
                <c:pt idx="2222">
                  <c:v>1</c:v>
                </c:pt>
                <c:pt idx="2223">
                  <c:v>1</c:v>
                </c:pt>
                <c:pt idx="2224">
                  <c:v>1</c:v>
                </c:pt>
                <c:pt idx="2225">
                  <c:v>1</c:v>
                </c:pt>
                <c:pt idx="2226">
                  <c:v>1</c:v>
                </c:pt>
                <c:pt idx="2227">
                  <c:v>1</c:v>
                </c:pt>
                <c:pt idx="2228">
                  <c:v>1</c:v>
                </c:pt>
                <c:pt idx="2229">
                  <c:v>1</c:v>
                </c:pt>
                <c:pt idx="2230">
                  <c:v>1</c:v>
                </c:pt>
                <c:pt idx="2231">
                  <c:v>1</c:v>
                </c:pt>
                <c:pt idx="2232">
                  <c:v>1</c:v>
                </c:pt>
                <c:pt idx="2233">
                  <c:v>1</c:v>
                </c:pt>
                <c:pt idx="2234">
                  <c:v>1</c:v>
                </c:pt>
                <c:pt idx="2235">
                  <c:v>1</c:v>
                </c:pt>
                <c:pt idx="2236">
                  <c:v>1</c:v>
                </c:pt>
                <c:pt idx="2237">
                  <c:v>1</c:v>
                </c:pt>
                <c:pt idx="2238">
                  <c:v>1</c:v>
                </c:pt>
                <c:pt idx="2239">
                  <c:v>1</c:v>
                </c:pt>
                <c:pt idx="2240">
                  <c:v>1</c:v>
                </c:pt>
                <c:pt idx="2241">
                  <c:v>1</c:v>
                </c:pt>
                <c:pt idx="2242">
                  <c:v>1</c:v>
                </c:pt>
                <c:pt idx="2243">
                  <c:v>1</c:v>
                </c:pt>
                <c:pt idx="2244">
                  <c:v>1</c:v>
                </c:pt>
                <c:pt idx="2245">
                  <c:v>1</c:v>
                </c:pt>
                <c:pt idx="2246">
                  <c:v>1</c:v>
                </c:pt>
                <c:pt idx="2247">
                  <c:v>1</c:v>
                </c:pt>
                <c:pt idx="2248">
                  <c:v>1</c:v>
                </c:pt>
                <c:pt idx="2249">
                  <c:v>1</c:v>
                </c:pt>
                <c:pt idx="2250">
                  <c:v>1</c:v>
                </c:pt>
                <c:pt idx="2251">
                  <c:v>1</c:v>
                </c:pt>
                <c:pt idx="2252">
                  <c:v>1</c:v>
                </c:pt>
                <c:pt idx="2253">
                  <c:v>1</c:v>
                </c:pt>
                <c:pt idx="2254">
                  <c:v>1</c:v>
                </c:pt>
                <c:pt idx="2255">
                  <c:v>1</c:v>
                </c:pt>
                <c:pt idx="2256">
                  <c:v>1</c:v>
                </c:pt>
                <c:pt idx="2257">
                  <c:v>1</c:v>
                </c:pt>
                <c:pt idx="2258">
                  <c:v>1</c:v>
                </c:pt>
                <c:pt idx="2259">
                  <c:v>1</c:v>
                </c:pt>
                <c:pt idx="2260">
                  <c:v>1</c:v>
                </c:pt>
                <c:pt idx="2261">
                  <c:v>1</c:v>
                </c:pt>
                <c:pt idx="2262">
                  <c:v>1</c:v>
                </c:pt>
                <c:pt idx="2263">
                  <c:v>1</c:v>
                </c:pt>
                <c:pt idx="2264">
                  <c:v>1</c:v>
                </c:pt>
                <c:pt idx="2265">
                  <c:v>1</c:v>
                </c:pt>
                <c:pt idx="2266">
                  <c:v>1</c:v>
                </c:pt>
                <c:pt idx="2267">
                  <c:v>1</c:v>
                </c:pt>
                <c:pt idx="2268">
                  <c:v>1</c:v>
                </c:pt>
                <c:pt idx="2269">
                  <c:v>1</c:v>
                </c:pt>
                <c:pt idx="2270">
                  <c:v>1</c:v>
                </c:pt>
                <c:pt idx="2271">
                  <c:v>1</c:v>
                </c:pt>
                <c:pt idx="2272">
                  <c:v>1</c:v>
                </c:pt>
                <c:pt idx="2273">
                  <c:v>1</c:v>
                </c:pt>
                <c:pt idx="2274">
                  <c:v>1</c:v>
                </c:pt>
                <c:pt idx="2275">
                  <c:v>1</c:v>
                </c:pt>
                <c:pt idx="2276">
                  <c:v>1</c:v>
                </c:pt>
                <c:pt idx="2277">
                  <c:v>1</c:v>
                </c:pt>
                <c:pt idx="2278">
                  <c:v>1</c:v>
                </c:pt>
                <c:pt idx="2279">
                  <c:v>1</c:v>
                </c:pt>
                <c:pt idx="2280">
                  <c:v>1</c:v>
                </c:pt>
                <c:pt idx="2281">
                  <c:v>1</c:v>
                </c:pt>
                <c:pt idx="2282">
                  <c:v>1</c:v>
                </c:pt>
                <c:pt idx="2283">
                  <c:v>1</c:v>
                </c:pt>
                <c:pt idx="2284">
                  <c:v>1</c:v>
                </c:pt>
                <c:pt idx="2285">
                  <c:v>1</c:v>
                </c:pt>
                <c:pt idx="2286">
                  <c:v>1</c:v>
                </c:pt>
                <c:pt idx="2287">
                  <c:v>1</c:v>
                </c:pt>
                <c:pt idx="2288">
                  <c:v>1</c:v>
                </c:pt>
                <c:pt idx="2289">
                  <c:v>1</c:v>
                </c:pt>
                <c:pt idx="2290">
                  <c:v>1</c:v>
                </c:pt>
                <c:pt idx="2291">
                  <c:v>1</c:v>
                </c:pt>
                <c:pt idx="2292">
                  <c:v>1</c:v>
                </c:pt>
                <c:pt idx="2293">
                  <c:v>1</c:v>
                </c:pt>
                <c:pt idx="2294">
                  <c:v>1</c:v>
                </c:pt>
                <c:pt idx="2295">
                  <c:v>1</c:v>
                </c:pt>
                <c:pt idx="2296">
                  <c:v>1</c:v>
                </c:pt>
                <c:pt idx="2297">
                  <c:v>1</c:v>
                </c:pt>
                <c:pt idx="2298">
                  <c:v>1</c:v>
                </c:pt>
                <c:pt idx="2299">
                  <c:v>1</c:v>
                </c:pt>
                <c:pt idx="2300">
                  <c:v>1</c:v>
                </c:pt>
                <c:pt idx="2301">
                  <c:v>1</c:v>
                </c:pt>
                <c:pt idx="2302">
                  <c:v>1</c:v>
                </c:pt>
                <c:pt idx="2303">
                  <c:v>1</c:v>
                </c:pt>
                <c:pt idx="2304">
                  <c:v>1</c:v>
                </c:pt>
                <c:pt idx="2305">
                  <c:v>1</c:v>
                </c:pt>
                <c:pt idx="2306">
                  <c:v>1</c:v>
                </c:pt>
                <c:pt idx="2307">
                  <c:v>1</c:v>
                </c:pt>
                <c:pt idx="2308">
                  <c:v>1</c:v>
                </c:pt>
                <c:pt idx="2309">
                  <c:v>1</c:v>
                </c:pt>
                <c:pt idx="2310">
                  <c:v>1</c:v>
                </c:pt>
                <c:pt idx="2311">
                  <c:v>1</c:v>
                </c:pt>
                <c:pt idx="2312">
                  <c:v>1</c:v>
                </c:pt>
                <c:pt idx="2313">
                  <c:v>1</c:v>
                </c:pt>
                <c:pt idx="2314">
                  <c:v>1</c:v>
                </c:pt>
                <c:pt idx="2315">
                  <c:v>1</c:v>
                </c:pt>
                <c:pt idx="2316">
                  <c:v>1</c:v>
                </c:pt>
                <c:pt idx="2317">
                  <c:v>1</c:v>
                </c:pt>
                <c:pt idx="2318">
                  <c:v>1</c:v>
                </c:pt>
                <c:pt idx="2319">
                  <c:v>1</c:v>
                </c:pt>
                <c:pt idx="2320">
                  <c:v>1</c:v>
                </c:pt>
                <c:pt idx="2321">
                  <c:v>1</c:v>
                </c:pt>
                <c:pt idx="2322">
                  <c:v>1</c:v>
                </c:pt>
                <c:pt idx="2323">
                  <c:v>1</c:v>
                </c:pt>
                <c:pt idx="2324">
                  <c:v>1</c:v>
                </c:pt>
                <c:pt idx="2325">
                  <c:v>1</c:v>
                </c:pt>
                <c:pt idx="2326">
                  <c:v>1</c:v>
                </c:pt>
                <c:pt idx="2327">
                  <c:v>1</c:v>
                </c:pt>
                <c:pt idx="2328">
                  <c:v>1</c:v>
                </c:pt>
                <c:pt idx="2329">
                  <c:v>1</c:v>
                </c:pt>
                <c:pt idx="2330">
                  <c:v>1</c:v>
                </c:pt>
                <c:pt idx="2331">
                  <c:v>1</c:v>
                </c:pt>
                <c:pt idx="2332">
                  <c:v>1</c:v>
                </c:pt>
                <c:pt idx="2333">
                  <c:v>1</c:v>
                </c:pt>
                <c:pt idx="2334">
                  <c:v>1</c:v>
                </c:pt>
                <c:pt idx="2335">
                  <c:v>1</c:v>
                </c:pt>
                <c:pt idx="2336">
                  <c:v>1</c:v>
                </c:pt>
                <c:pt idx="2337">
                  <c:v>1</c:v>
                </c:pt>
                <c:pt idx="2338">
                  <c:v>1</c:v>
                </c:pt>
                <c:pt idx="2339">
                  <c:v>1</c:v>
                </c:pt>
                <c:pt idx="2340">
                  <c:v>1</c:v>
                </c:pt>
                <c:pt idx="2341">
                  <c:v>1</c:v>
                </c:pt>
                <c:pt idx="2342">
                  <c:v>1</c:v>
                </c:pt>
                <c:pt idx="2343">
                  <c:v>1</c:v>
                </c:pt>
                <c:pt idx="2344">
                  <c:v>1</c:v>
                </c:pt>
                <c:pt idx="2345">
                  <c:v>1</c:v>
                </c:pt>
                <c:pt idx="2346">
                  <c:v>1</c:v>
                </c:pt>
                <c:pt idx="2347">
                  <c:v>1</c:v>
                </c:pt>
                <c:pt idx="2348">
                  <c:v>1</c:v>
                </c:pt>
                <c:pt idx="2349">
                  <c:v>1</c:v>
                </c:pt>
                <c:pt idx="2350">
                  <c:v>1</c:v>
                </c:pt>
                <c:pt idx="2351">
                  <c:v>1</c:v>
                </c:pt>
                <c:pt idx="2352">
                  <c:v>1</c:v>
                </c:pt>
                <c:pt idx="2353">
                  <c:v>1</c:v>
                </c:pt>
                <c:pt idx="2354">
                  <c:v>1</c:v>
                </c:pt>
                <c:pt idx="2355">
                  <c:v>1</c:v>
                </c:pt>
                <c:pt idx="2356">
                  <c:v>1</c:v>
                </c:pt>
                <c:pt idx="2357">
                  <c:v>1</c:v>
                </c:pt>
                <c:pt idx="2358">
                  <c:v>1</c:v>
                </c:pt>
                <c:pt idx="2359">
                  <c:v>1</c:v>
                </c:pt>
                <c:pt idx="2360">
                  <c:v>1</c:v>
                </c:pt>
                <c:pt idx="2361">
                  <c:v>1</c:v>
                </c:pt>
                <c:pt idx="2362">
                  <c:v>1</c:v>
                </c:pt>
                <c:pt idx="2363">
                  <c:v>1</c:v>
                </c:pt>
                <c:pt idx="2364">
                  <c:v>1</c:v>
                </c:pt>
                <c:pt idx="2365">
                  <c:v>1</c:v>
                </c:pt>
                <c:pt idx="2366">
                  <c:v>1</c:v>
                </c:pt>
                <c:pt idx="2367">
                  <c:v>1</c:v>
                </c:pt>
                <c:pt idx="2368">
                  <c:v>1</c:v>
                </c:pt>
                <c:pt idx="2369">
                  <c:v>1</c:v>
                </c:pt>
                <c:pt idx="2370">
                  <c:v>1</c:v>
                </c:pt>
                <c:pt idx="2371">
                  <c:v>1</c:v>
                </c:pt>
                <c:pt idx="2372">
                  <c:v>1</c:v>
                </c:pt>
                <c:pt idx="2373">
                  <c:v>1</c:v>
                </c:pt>
                <c:pt idx="2374">
                  <c:v>1</c:v>
                </c:pt>
                <c:pt idx="2375">
                  <c:v>1</c:v>
                </c:pt>
                <c:pt idx="2376">
                  <c:v>1</c:v>
                </c:pt>
                <c:pt idx="2377">
                  <c:v>1</c:v>
                </c:pt>
                <c:pt idx="2378">
                  <c:v>1</c:v>
                </c:pt>
                <c:pt idx="2379">
                  <c:v>1</c:v>
                </c:pt>
                <c:pt idx="2380">
                  <c:v>1</c:v>
                </c:pt>
                <c:pt idx="2381">
                  <c:v>1</c:v>
                </c:pt>
                <c:pt idx="2382">
                  <c:v>1</c:v>
                </c:pt>
                <c:pt idx="2383">
                  <c:v>1</c:v>
                </c:pt>
                <c:pt idx="2384">
                  <c:v>1</c:v>
                </c:pt>
                <c:pt idx="2385">
                  <c:v>1</c:v>
                </c:pt>
                <c:pt idx="2386">
                  <c:v>1</c:v>
                </c:pt>
                <c:pt idx="2387">
                  <c:v>1</c:v>
                </c:pt>
                <c:pt idx="2388">
                  <c:v>1</c:v>
                </c:pt>
                <c:pt idx="2389">
                  <c:v>1</c:v>
                </c:pt>
                <c:pt idx="2390">
                  <c:v>1</c:v>
                </c:pt>
                <c:pt idx="2391">
                  <c:v>1</c:v>
                </c:pt>
                <c:pt idx="2392">
                  <c:v>1</c:v>
                </c:pt>
                <c:pt idx="2393">
                  <c:v>1</c:v>
                </c:pt>
                <c:pt idx="2394">
                  <c:v>1</c:v>
                </c:pt>
                <c:pt idx="2395">
                  <c:v>1</c:v>
                </c:pt>
                <c:pt idx="2396">
                  <c:v>1</c:v>
                </c:pt>
                <c:pt idx="2397">
                  <c:v>1</c:v>
                </c:pt>
                <c:pt idx="2398">
                  <c:v>1</c:v>
                </c:pt>
                <c:pt idx="2399">
                  <c:v>1</c:v>
                </c:pt>
                <c:pt idx="2400">
                  <c:v>1</c:v>
                </c:pt>
              </c:numCache>
            </c:numRef>
          </c:yVal>
        </c:ser>
        <c:ser>
          <c:idx val="1"/>
          <c:order val="1"/>
          <c:tx>
            <c:v>Split 2</c:v>
          </c:tx>
          <c:spPr>
            <a:ln xmlns:a="http://schemas.openxmlformats.org/drawingml/2006/main" w="28575">
              <a:solidFill>
                <a:srgbClr val="637E8E"/>
              </a:solidFill>
            </a:ln>
          </c:spPr>
          <c:marker>
            <c:symbol val="none"/>
          </c:marker>
          <c:xVal>
            <c:numRef>
              <c:f>'Chart Data'!$C$2:$C$2402</c:f>
              <c:numCache>
                <c:formatCode>General</c:formatCode>
                <c:ptCount val="2401"/>
                <c:pt idx="0">
                  <c:v>0</c:v>
                </c:pt>
                <c:pt idx="1">
                  <c:v>25</c:v>
                </c:pt>
                <c:pt idx="2">
                  <c:v>25</c:v>
                </c:pt>
                <c:pt idx="3">
                  <c:v>50</c:v>
                </c:pt>
                <c:pt idx="4">
                  <c:v>50</c:v>
                </c:pt>
                <c:pt idx="5">
                  <c:v>75</c:v>
                </c:pt>
                <c:pt idx="6">
                  <c:v>75</c:v>
                </c:pt>
                <c:pt idx="7">
                  <c:v>100</c:v>
                </c:pt>
                <c:pt idx="8">
                  <c:v>100</c:v>
                </c:pt>
                <c:pt idx="9">
                  <c:v>125</c:v>
                </c:pt>
                <c:pt idx="10">
                  <c:v>125</c:v>
                </c:pt>
                <c:pt idx="11">
                  <c:v>150</c:v>
                </c:pt>
                <c:pt idx="12">
                  <c:v>150</c:v>
                </c:pt>
                <c:pt idx="13">
                  <c:v>175</c:v>
                </c:pt>
                <c:pt idx="14">
                  <c:v>175</c:v>
                </c:pt>
                <c:pt idx="15">
                  <c:v>200</c:v>
                </c:pt>
                <c:pt idx="16">
                  <c:v>200</c:v>
                </c:pt>
                <c:pt idx="17">
                  <c:v>225</c:v>
                </c:pt>
                <c:pt idx="18">
                  <c:v>225</c:v>
                </c:pt>
                <c:pt idx="19">
                  <c:v>250</c:v>
                </c:pt>
                <c:pt idx="20">
                  <c:v>250</c:v>
                </c:pt>
                <c:pt idx="21">
                  <c:v>275</c:v>
                </c:pt>
                <c:pt idx="22">
                  <c:v>275</c:v>
                </c:pt>
                <c:pt idx="23">
                  <c:v>300</c:v>
                </c:pt>
                <c:pt idx="24">
                  <c:v>300</c:v>
                </c:pt>
                <c:pt idx="25">
                  <c:v>325</c:v>
                </c:pt>
                <c:pt idx="26">
                  <c:v>325</c:v>
                </c:pt>
                <c:pt idx="27">
                  <c:v>350</c:v>
                </c:pt>
                <c:pt idx="28">
                  <c:v>350</c:v>
                </c:pt>
                <c:pt idx="29">
                  <c:v>375</c:v>
                </c:pt>
                <c:pt idx="30">
                  <c:v>375</c:v>
                </c:pt>
                <c:pt idx="31">
                  <c:v>400</c:v>
                </c:pt>
                <c:pt idx="32">
                  <c:v>400</c:v>
                </c:pt>
                <c:pt idx="33">
                  <c:v>425</c:v>
                </c:pt>
                <c:pt idx="34">
                  <c:v>425</c:v>
                </c:pt>
                <c:pt idx="35">
                  <c:v>450</c:v>
                </c:pt>
                <c:pt idx="36">
                  <c:v>450</c:v>
                </c:pt>
                <c:pt idx="37">
                  <c:v>475</c:v>
                </c:pt>
                <c:pt idx="38">
                  <c:v>475</c:v>
                </c:pt>
                <c:pt idx="39">
                  <c:v>500</c:v>
                </c:pt>
                <c:pt idx="40">
                  <c:v>500</c:v>
                </c:pt>
                <c:pt idx="41">
                  <c:v>525</c:v>
                </c:pt>
                <c:pt idx="42">
                  <c:v>525</c:v>
                </c:pt>
                <c:pt idx="43">
                  <c:v>550</c:v>
                </c:pt>
                <c:pt idx="44">
                  <c:v>550</c:v>
                </c:pt>
                <c:pt idx="45">
                  <c:v>575</c:v>
                </c:pt>
                <c:pt idx="46">
                  <c:v>575</c:v>
                </c:pt>
                <c:pt idx="47">
                  <c:v>600</c:v>
                </c:pt>
                <c:pt idx="48">
                  <c:v>600</c:v>
                </c:pt>
                <c:pt idx="49">
                  <c:v>625</c:v>
                </c:pt>
                <c:pt idx="50">
                  <c:v>625</c:v>
                </c:pt>
                <c:pt idx="51">
                  <c:v>650</c:v>
                </c:pt>
                <c:pt idx="52">
                  <c:v>650</c:v>
                </c:pt>
                <c:pt idx="53">
                  <c:v>675</c:v>
                </c:pt>
                <c:pt idx="54">
                  <c:v>675</c:v>
                </c:pt>
                <c:pt idx="55">
                  <c:v>700</c:v>
                </c:pt>
                <c:pt idx="56">
                  <c:v>700</c:v>
                </c:pt>
                <c:pt idx="57">
                  <c:v>725</c:v>
                </c:pt>
                <c:pt idx="58">
                  <c:v>725</c:v>
                </c:pt>
                <c:pt idx="59">
                  <c:v>750</c:v>
                </c:pt>
                <c:pt idx="60">
                  <c:v>750</c:v>
                </c:pt>
                <c:pt idx="61">
                  <c:v>775</c:v>
                </c:pt>
                <c:pt idx="62">
                  <c:v>775</c:v>
                </c:pt>
                <c:pt idx="63">
                  <c:v>800</c:v>
                </c:pt>
                <c:pt idx="64">
                  <c:v>800</c:v>
                </c:pt>
                <c:pt idx="65">
                  <c:v>825</c:v>
                </c:pt>
                <c:pt idx="66">
                  <c:v>825</c:v>
                </c:pt>
                <c:pt idx="67">
                  <c:v>850</c:v>
                </c:pt>
                <c:pt idx="68">
                  <c:v>850</c:v>
                </c:pt>
                <c:pt idx="69">
                  <c:v>875</c:v>
                </c:pt>
                <c:pt idx="70">
                  <c:v>875</c:v>
                </c:pt>
                <c:pt idx="71">
                  <c:v>900</c:v>
                </c:pt>
                <c:pt idx="72">
                  <c:v>900</c:v>
                </c:pt>
                <c:pt idx="73">
                  <c:v>925</c:v>
                </c:pt>
                <c:pt idx="74">
                  <c:v>925</c:v>
                </c:pt>
                <c:pt idx="75">
                  <c:v>950</c:v>
                </c:pt>
                <c:pt idx="76">
                  <c:v>950</c:v>
                </c:pt>
                <c:pt idx="77">
                  <c:v>975</c:v>
                </c:pt>
                <c:pt idx="78">
                  <c:v>975</c:v>
                </c:pt>
                <c:pt idx="79">
                  <c:v>1000</c:v>
                </c:pt>
                <c:pt idx="80">
                  <c:v>1000</c:v>
                </c:pt>
                <c:pt idx="81">
                  <c:v>1025</c:v>
                </c:pt>
                <c:pt idx="82">
                  <c:v>1025</c:v>
                </c:pt>
                <c:pt idx="83">
                  <c:v>1050</c:v>
                </c:pt>
                <c:pt idx="84">
                  <c:v>1050</c:v>
                </c:pt>
                <c:pt idx="85">
                  <c:v>1075</c:v>
                </c:pt>
                <c:pt idx="86">
                  <c:v>1075</c:v>
                </c:pt>
                <c:pt idx="87">
                  <c:v>1100</c:v>
                </c:pt>
                <c:pt idx="88">
                  <c:v>1100</c:v>
                </c:pt>
                <c:pt idx="89">
                  <c:v>1125</c:v>
                </c:pt>
                <c:pt idx="90">
                  <c:v>1125</c:v>
                </c:pt>
                <c:pt idx="91">
                  <c:v>1150</c:v>
                </c:pt>
                <c:pt idx="92">
                  <c:v>1150</c:v>
                </c:pt>
                <c:pt idx="93">
                  <c:v>1175</c:v>
                </c:pt>
                <c:pt idx="94">
                  <c:v>1175</c:v>
                </c:pt>
                <c:pt idx="95">
                  <c:v>1200</c:v>
                </c:pt>
                <c:pt idx="96">
                  <c:v>1200</c:v>
                </c:pt>
                <c:pt idx="97">
                  <c:v>1225</c:v>
                </c:pt>
                <c:pt idx="98">
                  <c:v>1225</c:v>
                </c:pt>
                <c:pt idx="99">
                  <c:v>1250</c:v>
                </c:pt>
                <c:pt idx="100">
                  <c:v>1250</c:v>
                </c:pt>
                <c:pt idx="101">
                  <c:v>1275</c:v>
                </c:pt>
                <c:pt idx="102">
                  <c:v>1275</c:v>
                </c:pt>
                <c:pt idx="103">
                  <c:v>1300</c:v>
                </c:pt>
                <c:pt idx="104">
                  <c:v>1300</c:v>
                </c:pt>
                <c:pt idx="105">
                  <c:v>1325</c:v>
                </c:pt>
                <c:pt idx="106">
                  <c:v>1325</c:v>
                </c:pt>
                <c:pt idx="107">
                  <c:v>1350</c:v>
                </c:pt>
                <c:pt idx="108">
                  <c:v>1350</c:v>
                </c:pt>
                <c:pt idx="109">
                  <c:v>1375</c:v>
                </c:pt>
                <c:pt idx="110">
                  <c:v>1375</c:v>
                </c:pt>
                <c:pt idx="111">
                  <c:v>1400</c:v>
                </c:pt>
                <c:pt idx="112">
                  <c:v>1400</c:v>
                </c:pt>
                <c:pt idx="113">
                  <c:v>1425</c:v>
                </c:pt>
                <c:pt idx="114">
                  <c:v>1425</c:v>
                </c:pt>
                <c:pt idx="115">
                  <c:v>1450</c:v>
                </c:pt>
                <c:pt idx="116">
                  <c:v>1450</c:v>
                </c:pt>
                <c:pt idx="117">
                  <c:v>1475</c:v>
                </c:pt>
                <c:pt idx="118">
                  <c:v>1475</c:v>
                </c:pt>
                <c:pt idx="119">
                  <c:v>1500</c:v>
                </c:pt>
                <c:pt idx="120">
                  <c:v>1500</c:v>
                </c:pt>
                <c:pt idx="121">
                  <c:v>1525</c:v>
                </c:pt>
                <c:pt idx="122">
                  <c:v>1525</c:v>
                </c:pt>
                <c:pt idx="123">
                  <c:v>1550</c:v>
                </c:pt>
                <c:pt idx="124">
                  <c:v>1550</c:v>
                </c:pt>
                <c:pt idx="125">
                  <c:v>1575</c:v>
                </c:pt>
                <c:pt idx="126">
                  <c:v>1575</c:v>
                </c:pt>
                <c:pt idx="127">
                  <c:v>1600</c:v>
                </c:pt>
                <c:pt idx="128">
                  <c:v>1600</c:v>
                </c:pt>
                <c:pt idx="129">
                  <c:v>1625</c:v>
                </c:pt>
                <c:pt idx="130">
                  <c:v>1625</c:v>
                </c:pt>
                <c:pt idx="131">
                  <c:v>1650</c:v>
                </c:pt>
                <c:pt idx="132">
                  <c:v>1650</c:v>
                </c:pt>
                <c:pt idx="133">
                  <c:v>1675</c:v>
                </c:pt>
                <c:pt idx="134">
                  <c:v>1675</c:v>
                </c:pt>
                <c:pt idx="135">
                  <c:v>1700</c:v>
                </c:pt>
                <c:pt idx="136">
                  <c:v>1700</c:v>
                </c:pt>
                <c:pt idx="137">
                  <c:v>1725</c:v>
                </c:pt>
                <c:pt idx="138">
                  <c:v>1725</c:v>
                </c:pt>
                <c:pt idx="139">
                  <c:v>1750</c:v>
                </c:pt>
                <c:pt idx="140">
                  <c:v>1750</c:v>
                </c:pt>
                <c:pt idx="141">
                  <c:v>1775</c:v>
                </c:pt>
                <c:pt idx="142">
                  <c:v>1775</c:v>
                </c:pt>
                <c:pt idx="143">
                  <c:v>1800</c:v>
                </c:pt>
                <c:pt idx="144">
                  <c:v>1800</c:v>
                </c:pt>
                <c:pt idx="145">
                  <c:v>1825</c:v>
                </c:pt>
                <c:pt idx="146">
                  <c:v>1825</c:v>
                </c:pt>
                <c:pt idx="147">
                  <c:v>1850</c:v>
                </c:pt>
                <c:pt idx="148">
                  <c:v>1850</c:v>
                </c:pt>
                <c:pt idx="149">
                  <c:v>1875</c:v>
                </c:pt>
                <c:pt idx="150">
                  <c:v>1875</c:v>
                </c:pt>
                <c:pt idx="151">
                  <c:v>1900</c:v>
                </c:pt>
                <c:pt idx="152">
                  <c:v>1900</c:v>
                </c:pt>
                <c:pt idx="153">
                  <c:v>1925</c:v>
                </c:pt>
                <c:pt idx="154">
                  <c:v>1925</c:v>
                </c:pt>
                <c:pt idx="155">
                  <c:v>1950</c:v>
                </c:pt>
                <c:pt idx="156">
                  <c:v>1950</c:v>
                </c:pt>
                <c:pt idx="157">
                  <c:v>1975</c:v>
                </c:pt>
                <c:pt idx="158">
                  <c:v>1975</c:v>
                </c:pt>
                <c:pt idx="159">
                  <c:v>2000</c:v>
                </c:pt>
                <c:pt idx="160">
                  <c:v>2000</c:v>
                </c:pt>
                <c:pt idx="161">
                  <c:v>2025</c:v>
                </c:pt>
                <c:pt idx="162">
                  <c:v>2025</c:v>
                </c:pt>
                <c:pt idx="163">
                  <c:v>2050</c:v>
                </c:pt>
                <c:pt idx="164">
                  <c:v>2050</c:v>
                </c:pt>
                <c:pt idx="165">
                  <c:v>2075</c:v>
                </c:pt>
                <c:pt idx="166">
                  <c:v>2075</c:v>
                </c:pt>
                <c:pt idx="167">
                  <c:v>2100</c:v>
                </c:pt>
                <c:pt idx="168">
                  <c:v>2100</c:v>
                </c:pt>
                <c:pt idx="169">
                  <c:v>2125</c:v>
                </c:pt>
                <c:pt idx="170">
                  <c:v>2125</c:v>
                </c:pt>
                <c:pt idx="171">
                  <c:v>2150</c:v>
                </c:pt>
                <c:pt idx="172">
                  <c:v>2150</c:v>
                </c:pt>
                <c:pt idx="173">
                  <c:v>2175</c:v>
                </c:pt>
                <c:pt idx="174">
                  <c:v>2175</c:v>
                </c:pt>
                <c:pt idx="175">
                  <c:v>2200</c:v>
                </c:pt>
                <c:pt idx="176">
                  <c:v>2200</c:v>
                </c:pt>
                <c:pt idx="177">
                  <c:v>2225</c:v>
                </c:pt>
                <c:pt idx="178">
                  <c:v>2225</c:v>
                </c:pt>
                <c:pt idx="179">
                  <c:v>2250</c:v>
                </c:pt>
                <c:pt idx="180">
                  <c:v>2250</c:v>
                </c:pt>
                <c:pt idx="181">
                  <c:v>2275</c:v>
                </c:pt>
                <c:pt idx="182">
                  <c:v>2275</c:v>
                </c:pt>
                <c:pt idx="183">
                  <c:v>2300</c:v>
                </c:pt>
                <c:pt idx="184">
                  <c:v>2300</c:v>
                </c:pt>
                <c:pt idx="185">
                  <c:v>2325</c:v>
                </c:pt>
                <c:pt idx="186">
                  <c:v>2325</c:v>
                </c:pt>
                <c:pt idx="187">
                  <c:v>2350</c:v>
                </c:pt>
                <c:pt idx="188">
                  <c:v>2350</c:v>
                </c:pt>
                <c:pt idx="189">
                  <c:v>2375</c:v>
                </c:pt>
                <c:pt idx="190">
                  <c:v>2375</c:v>
                </c:pt>
                <c:pt idx="191">
                  <c:v>2400</c:v>
                </c:pt>
                <c:pt idx="192">
                  <c:v>2400</c:v>
                </c:pt>
                <c:pt idx="193">
                  <c:v>2425</c:v>
                </c:pt>
                <c:pt idx="194">
                  <c:v>2425</c:v>
                </c:pt>
                <c:pt idx="195">
                  <c:v>2450</c:v>
                </c:pt>
                <c:pt idx="196">
                  <c:v>2450</c:v>
                </c:pt>
                <c:pt idx="197">
                  <c:v>2475</c:v>
                </c:pt>
                <c:pt idx="198">
                  <c:v>2475</c:v>
                </c:pt>
                <c:pt idx="199">
                  <c:v>2500</c:v>
                </c:pt>
                <c:pt idx="200">
                  <c:v>2500</c:v>
                </c:pt>
                <c:pt idx="201">
                  <c:v>2525</c:v>
                </c:pt>
                <c:pt idx="202">
                  <c:v>2525</c:v>
                </c:pt>
                <c:pt idx="203">
                  <c:v>2550</c:v>
                </c:pt>
                <c:pt idx="204">
                  <c:v>2550</c:v>
                </c:pt>
                <c:pt idx="205">
                  <c:v>2575</c:v>
                </c:pt>
                <c:pt idx="206">
                  <c:v>2575</c:v>
                </c:pt>
                <c:pt idx="207">
                  <c:v>2600</c:v>
                </c:pt>
                <c:pt idx="208">
                  <c:v>2600</c:v>
                </c:pt>
                <c:pt idx="209">
                  <c:v>2625</c:v>
                </c:pt>
                <c:pt idx="210">
                  <c:v>2625</c:v>
                </c:pt>
                <c:pt idx="211">
                  <c:v>2650</c:v>
                </c:pt>
                <c:pt idx="212">
                  <c:v>2650</c:v>
                </c:pt>
                <c:pt idx="213">
                  <c:v>2675</c:v>
                </c:pt>
                <c:pt idx="214">
                  <c:v>2675</c:v>
                </c:pt>
                <c:pt idx="215">
                  <c:v>2700</c:v>
                </c:pt>
                <c:pt idx="216">
                  <c:v>2700</c:v>
                </c:pt>
                <c:pt idx="217">
                  <c:v>2725</c:v>
                </c:pt>
                <c:pt idx="218">
                  <c:v>2725</c:v>
                </c:pt>
                <c:pt idx="219">
                  <c:v>2750</c:v>
                </c:pt>
                <c:pt idx="220">
                  <c:v>2750</c:v>
                </c:pt>
                <c:pt idx="221">
                  <c:v>2775</c:v>
                </c:pt>
                <c:pt idx="222">
                  <c:v>2775</c:v>
                </c:pt>
                <c:pt idx="223">
                  <c:v>2800</c:v>
                </c:pt>
                <c:pt idx="224">
                  <c:v>2800</c:v>
                </c:pt>
                <c:pt idx="225">
                  <c:v>2825</c:v>
                </c:pt>
                <c:pt idx="226">
                  <c:v>2825</c:v>
                </c:pt>
                <c:pt idx="227">
                  <c:v>2850</c:v>
                </c:pt>
                <c:pt idx="228">
                  <c:v>2850</c:v>
                </c:pt>
                <c:pt idx="229">
                  <c:v>2875</c:v>
                </c:pt>
                <c:pt idx="230">
                  <c:v>2875</c:v>
                </c:pt>
                <c:pt idx="231">
                  <c:v>2900</c:v>
                </c:pt>
                <c:pt idx="232">
                  <c:v>2900</c:v>
                </c:pt>
                <c:pt idx="233">
                  <c:v>2925</c:v>
                </c:pt>
                <c:pt idx="234">
                  <c:v>2925</c:v>
                </c:pt>
                <c:pt idx="235">
                  <c:v>2950</c:v>
                </c:pt>
                <c:pt idx="236">
                  <c:v>2950</c:v>
                </c:pt>
                <c:pt idx="237">
                  <c:v>2975</c:v>
                </c:pt>
                <c:pt idx="238">
                  <c:v>2975</c:v>
                </c:pt>
                <c:pt idx="239">
                  <c:v>3000</c:v>
                </c:pt>
                <c:pt idx="240">
                  <c:v>3000</c:v>
                </c:pt>
                <c:pt idx="241">
                  <c:v>3025</c:v>
                </c:pt>
                <c:pt idx="242">
                  <c:v>3025</c:v>
                </c:pt>
                <c:pt idx="243">
                  <c:v>3050</c:v>
                </c:pt>
                <c:pt idx="244">
                  <c:v>3050</c:v>
                </c:pt>
                <c:pt idx="245">
                  <c:v>3075</c:v>
                </c:pt>
                <c:pt idx="246">
                  <c:v>3075</c:v>
                </c:pt>
                <c:pt idx="247">
                  <c:v>3100</c:v>
                </c:pt>
                <c:pt idx="248">
                  <c:v>3100</c:v>
                </c:pt>
                <c:pt idx="249">
                  <c:v>3125</c:v>
                </c:pt>
                <c:pt idx="250">
                  <c:v>3125</c:v>
                </c:pt>
                <c:pt idx="251">
                  <c:v>3150</c:v>
                </c:pt>
                <c:pt idx="252">
                  <c:v>3150</c:v>
                </c:pt>
                <c:pt idx="253">
                  <c:v>3175</c:v>
                </c:pt>
                <c:pt idx="254">
                  <c:v>3175</c:v>
                </c:pt>
                <c:pt idx="255">
                  <c:v>3200</c:v>
                </c:pt>
                <c:pt idx="256">
                  <c:v>3200</c:v>
                </c:pt>
                <c:pt idx="257">
                  <c:v>3225</c:v>
                </c:pt>
                <c:pt idx="258">
                  <c:v>3225</c:v>
                </c:pt>
                <c:pt idx="259">
                  <c:v>3250</c:v>
                </c:pt>
                <c:pt idx="260">
                  <c:v>3250</c:v>
                </c:pt>
                <c:pt idx="261">
                  <c:v>3275</c:v>
                </c:pt>
                <c:pt idx="262">
                  <c:v>3275</c:v>
                </c:pt>
                <c:pt idx="263">
                  <c:v>3300</c:v>
                </c:pt>
                <c:pt idx="264">
                  <c:v>3300</c:v>
                </c:pt>
                <c:pt idx="265">
                  <c:v>3325</c:v>
                </c:pt>
                <c:pt idx="266">
                  <c:v>3325</c:v>
                </c:pt>
                <c:pt idx="267">
                  <c:v>3350</c:v>
                </c:pt>
                <c:pt idx="268">
                  <c:v>3350</c:v>
                </c:pt>
                <c:pt idx="269">
                  <c:v>3375</c:v>
                </c:pt>
                <c:pt idx="270">
                  <c:v>3375</c:v>
                </c:pt>
                <c:pt idx="271">
                  <c:v>3400</c:v>
                </c:pt>
                <c:pt idx="272">
                  <c:v>3400</c:v>
                </c:pt>
                <c:pt idx="273">
                  <c:v>3425</c:v>
                </c:pt>
                <c:pt idx="274">
                  <c:v>3425</c:v>
                </c:pt>
                <c:pt idx="275">
                  <c:v>3450</c:v>
                </c:pt>
                <c:pt idx="276">
                  <c:v>3450</c:v>
                </c:pt>
                <c:pt idx="277">
                  <c:v>3475</c:v>
                </c:pt>
                <c:pt idx="278">
                  <c:v>3475</c:v>
                </c:pt>
                <c:pt idx="279">
                  <c:v>3500</c:v>
                </c:pt>
                <c:pt idx="280">
                  <c:v>3500</c:v>
                </c:pt>
                <c:pt idx="281">
                  <c:v>3525</c:v>
                </c:pt>
                <c:pt idx="282">
                  <c:v>3525</c:v>
                </c:pt>
                <c:pt idx="283">
                  <c:v>3550</c:v>
                </c:pt>
                <c:pt idx="284">
                  <c:v>3550</c:v>
                </c:pt>
                <c:pt idx="285">
                  <c:v>3575</c:v>
                </c:pt>
                <c:pt idx="286">
                  <c:v>3575</c:v>
                </c:pt>
                <c:pt idx="287">
                  <c:v>3600</c:v>
                </c:pt>
                <c:pt idx="288">
                  <c:v>3600</c:v>
                </c:pt>
                <c:pt idx="289">
                  <c:v>3625</c:v>
                </c:pt>
                <c:pt idx="290">
                  <c:v>3625</c:v>
                </c:pt>
                <c:pt idx="291">
                  <c:v>3650</c:v>
                </c:pt>
                <c:pt idx="292">
                  <c:v>3650</c:v>
                </c:pt>
                <c:pt idx="293">
                  <c:v>3675</c:v>
                </c:pt>
                <c:pt idx="294">
                  <c:v>3675</c:v>
                </c:pt>
                <c:pt idx="295">
                  <c:v>3700</c:v>
                </c:pt>
                <c:pt idx="296">
                  <c:v>3700</c:v>
                </c:pt>
                <c:pt idx="297">
                  <c:v>3725</c:v>
                </c:pt>
                <c:pt idx="298">
                  <c:v>3725</c:v>
                </c:pt>
                <c:pt idx="299">
                  <c:v>3750</c:v>
                </c:pt>
                <c:pt idx="300">
                  <c:v>3750</c:v>
                </c:pt>
                <c:pt idx="301">
                  <c:v>3775</c:v>
                </c:pt>
                <c:pt idx="302">
                  <c:v>3775</c:v>
                </c:pt>
                <c:pt idx="303">
                  <c:v>3800</c:v>
                </c:pt>
                <c:pt idx="304">
                  <c:v>3800</c:v>
                </c:pt>
                <c:pt idx="305">
                  <c:v>3825</c:v>
                </c:pt>
                <c:pt idx="306">
                  <c:v>3825</c:v>
                </c:pt>
                <c:pt idx="307">
                  <c:v>3850</c:v>
                </c:pt>
                <c:pt idx="308">
                  <c:v>3850</c:v>
                </c:pt>
                <c:pt idx="309">
                  <c:v>3875</c:v>
                </c:pt>
                <c:pt idx="310">
                  <c:v>3875</c:v>
                </c:pt>
                <c:pt idx="311">
                  <c:v>3900</c:v>
                </c:pt>
                <c:pt idx="312">
                  <c:v>3900</c:v>
                </c:pt>
                <c:pt idx="313">
                  <c:v>3925</c:v>
                </c:pt>
                <c:pt idx="314">
                  <c:v>3925</c:v>
                </c:pt>
                <c:pt idx="315">
                  <c:v>3950</c:v>
                </c:pt>
                <c:pt idx="316">
                  <c:v>3950</c:v>
                </c:pt>
                <c:pt idx="317">
                  <c:v>3975</c:v>
                </c:pt>
                <c:pt idx="318">
                  <c:v>3975</c:v>
                </c:pt>
                <c:pt idx="319">
                  <c:v>4000</c:v>
                </c:pt>
                <c:pt idx="320">
                  <c:v>4000</c:v>
                </c:pt>
                <c:pt idx="321">
                  <c:v>4025</c:v>
                </c:pt>
                <c:pt idx="322">
                  <c:v>4025</c:v>
                </c:pt>
                <c:pt idx="323">
                  <c:v>4050</c:v>
                </c:pt>
                <c:pt idx="324">
                  <c:v>4050</c:v>
                </c:pt>
                <c:pt idx="325">
                  <c:v>4075</c:v>
                </c:pt>
                <c:pt idx="326">
                  <c:v>4075</c:v>
                </c:pt>
                <c:pt idx="327">
                  <c:v>4100</c:v>
                </c:pt>
                <c:pt idx="328">
                  <c:v>4100</c:v>
                </c:pt>
                <c:pt idx="329">
                  <c:v>4125</c:v>
                </c:pt>
                <c:pt idx="330">
                  <c:v>4125</c:v>
                </c:pt>
                <c:pt idx="331">
                  <c:v>4150</c:v>
                </c:pt>
                <c:pt idx="332">
                  <c:v>4150</c:v>
                </c:pt>
                <c:pt idx="333">
                  <c:v>4175</c:v>
                </c:pt>
                <c:pt idx="334">
                  <c:v>4175</c:v>
                </c:pt>
                <c:pt idx="335">
                  <c:v>4200</c:v>
                </c:pt>
                <c:pt idx="336">
                  <c:v>4200</c:v>
                </c:pt>
                <c:pt idx="337">
                  <c:v>4225</c:v>
                </c:pt>
                <c:pt idx="338">
                  <c:v>4225</c:v>
                </c:pt>
                <c:pt idx="339">
                  <c:v>4250</c:v>
                </c:pt>
                <c:pt idx="340">
                  <c:v>4250</c:v>
                </c:pt>
                <c:pt idx="341">
                  <c:v>4275</c:v>
                </c:pt>
                <c:pt idx="342">
                  <c:v>4275</c:v>
                </c:pt>
                <c:pt idx="343">
                  <c:v>4300</c:v>
                </c:pt>
                <c:pt idx="344">
                  <c:v>4300</c:v>
                </c:pt>
                <c:pt idx="345">
                  <c:v>4325</c:v>
                </c:pt>
                <c:pt idx="346">
                  <c:v>4325</c:v>
                </c:pt>
                <c:pt idx="347">
                  <c:v>4350</c:v>
                </c:pt>
                <c:pt idx="348">
                  <c:v>4350</c:v>
                </c:pt>
                <c:pt idx="349">
                  <c:v>4375</c:v>
                </c:pt>
                <c:pt idx="350">
                  <c:v>4375</c:v>
                </c:pt>
                <c:pt idx="351">
                  <c:v>4400</c:v>
                </c:pt>
                <c:pt idx="352">
                  <c:v>4400</c:v>
                </c:pt>
                <c:pt idx="353">
                  <c:v>4425</c:v>
                </c:pt>
                <c:pt idx="354">
                  <c:v>4425</c:v>
                </c:pt>
                <c:pt idx="355">
                  <c:v>4450</c:v>
                </c:pt>
                <c:pt idx="356">
                  <c:v>4450</c:v>
                </c:pt>
                <c:pt idx="357">
                  <c:v>4475</c:v>
                </c:pt>
                <c:pt idx="358">
                  <c:v>4475</c:v>
                </c:pt>
                <c:pt idx="359">
                  <c:v>4500</c:v>
                </c:pt>
                <c:pt idx="360">
                  <c:v>4500</c:v>
                </c:pt>
                <c:pt idx="361">
                  <c:v>4525</c:v>
                </c:pt>
                <c:pt idx="362">
                  <c:v>4525</c:v>
                </c:pt>
                <c:pt idx="363">
                  <c:v>4550</c:v>
                </c:pt>
                <c:pt idx="364">
                  <c:v>4550</c:v>
                </c:pt>
                <c:pt idx="365">
                  <c:v>4575</c:v>
                </c:pt>
                <c:pt idx="366">
                  <c:v>4575</c:v>
                </c:pt>
                <c:pt idx="367">
                  <c:v>4600</c:v>
                </c:pt>
                <c:pt idx="368">
                  <c:v>4600</c:v>
                </c:pt>
                <c:pt idx="369">
                  <c:v>4625</c:v>
                </c:pt>
                <c:pt idx="370">
                  <c:v>4625</c:v>
                </c:pt>
                <c:pt idx="371">
                  <c:v>4650</c:v>
                </c:pt>
                <c:pt idx="372">
                  <c:v>4650</c:v>
                </c:pt>
                <c:pt idx="373">
                  <c:v>4675</c:v>
                </c:pt>
                <c:pt idx="374">
                  <c:v>4675</c:v>
                </c:pt>
                <c:pt idx="375">
                  <c:v>4700</c:v>
                </c:pt>
                <c:pt idx="376">
                  <c:v>4700</c:v>
                </c:pt>
                <c:pt idx="377">
                  <c:v>4725</c:v>
                </c:pt>
                <c:pt idx="378">
                  <c:v>4725</c:v>
                </c:pt>
                <c:pt idx="379">
                  <c:v>4750</c:v>
                </c:pt>
                <c:pt idx="380">
                  <c:v>4750</c:v>
                </c:pt>
                <c:pt idx="381">
                  <c:v>4775</c:v>
                </c:pt>
                <c:pt idx="382">
                  <c:v>4775</c:v>
                </c:pt>
                <c:pt idx="383">
                  <c:v>4800</c:v>
                </c:pt>
                <c:pt idx="384">
                  <c:v>4800</c:v>
                </c:pt>
                <c:pt idx="385">
                  <c:v>4825</c:v>
                </c:pt>
                <c:pt idx="386">
                  <c:v>4825</c:v>
                </c:pt>
                <c:pt idx="387">
                  <c:v>4850</c:v>
                </c:pt>
                <c:pt idx="388">
                  <c:v>4850</c:v>
                </c:pt>
                <c:pt idx="389">
                  <c:v>4875</c:v>
                </c:pt>
                <c:pt idx="390">
                  <c:v>4875</c:v>
                </c:pt>
                <c:pt idx="391">
                  <c:v>4900</c:v>
                </c:pt>
                <c:pt idx="392">
                  <c:v>4900</c:v>
                </c:pt>
                <c:pt idx="393">
                  <c:v>4925</c:v>
                </c:pt>
                <c:pt idx="394">
                  <c:v>4925</c:v>
                </c:pt>
                <c:pt idx="395">
                  <c:v>4950</c:v>
                </c:pt>
                <c:pt idx="396">
                  <c:v>4950</c:v>
                </c:pt>
                <c:pt idx="397">
                  <c:v>4975</c:v>
                </c:pt>
                <c:pt idx="398">
                  <c:v>4975</c:v>
                </c:pt>
                <c:pt idx="399">
                  <c:v>5000</c:v>
                </c:pt>
                <c:pt idx="400">
                  <c:v>5000</c:v>
                </c:pt>
                <c:pt idx="401">
                  <c:v>5025</c:v>
                </c:pt>
                <c:pt idx="402">
                  <c:v>5025</c:v>
                </c:pt>
                <c:pt idx="403">
                  <c:v>5050</c:v>
                </c:pt>
                <c:pt idx="404">
                  <c:v>5050</c:v>
                </c:pt>
                <c:pt idx="405">
                  <c:v>5075</c:v>
                </c:pt>
                <c:pt idx="406">
                  <c:v>5075</c:v>
                </c:pt>
                <c:pt idx="407">
                  <c:v>5100</c:v>
                </c:pt>
                <c:pt idx="408">
                  <c:v>5100</c:v>
                </c:pt>
                <c:pt idx="409">
                  <c:v>5125</c:v>
                </c:pt>
                <c:pt idx="410">
                  <c:v>5125</c:v>
                </c:pt>
                <c:pt idx="411">
                  <c:v>5150</c:v>
                </c:pt>
                <c:pt idx="412">
                  <c:v>5150</c:v>
                </c:pt>
                <c:pt idx="413">
                  <c:v>5175</c:v>
                </c:pt>
                <c:pt idx="414">
                  <c:v>5175</c:v>
                </c:pt>
                <c:pt idx="415">
                  <c:v>5200</c:v>
                </c:pt>
                <c:pt idx="416">
                  <c:v>5200</c:v>
                </c:pt>
                <c:pt idx="417">
                  <c:v>5225</c:v>
                </c:pt>
                <c:pt idx="418">
                  <c:v>5225</c:v>
                </c:pt>
                <c:pt idx="419">
                  <c:v>5250</c:v>
                </c:pt>
                <c:pt idx="420">
                  <c:v>5250</c:v>
                </c:pt>
                <c:pt idx="421">
                  <c:v>5275</c:v>
                </c:pt>
                <c:pt idx="422">
                  <c:v>5275</c:v>
                </c:pt>
                <c:pt idx="423">
                  <c:v>5300</c:v>
                </c:pt>
                <c:pt idx="424">
                  <c:v>5300</c:v>
                </c:pt>
                <c:pt idx="425">
                  <c:v>5325</c:v>
                </c:pt>
                <c:pt idx="426">
                  <c:v>5325</c:v>
                </c:pt>
                <c:pt idx="427">
                  <c:v>5350</c:v>
                </c:pt>
                <c:pt idx="428">
                  <c:v>5350</c:v>
                </c:pt>
                <c:pt idx="429">
                  <c:v>5375</c:v>
                </c:pt>
                <c:pt idx="430">
                  <c:v>5375</c:v>
                </c:pt>
                <c:pt idx="431">
                  <c:v>5400</c:v>
                </c:pt>
                <c:pt idx="432">
                  <c:v>5400</c:v>
                </c:pt>
                <c:pt idx="433">
                  <c:v>5425</c:v>
                </c:pt>
                <c:pt idx="434">
                  <c:v>5425</c:v>
                </c:pt>
                <c:pt idx="435">
                  <c:v>5450</c:v>
                </c:pt>
                <c:pt idx="436">
                  <c:v>5450</c:v>
                </c:pt>
                <c:pt idx="437">
                  <c:v>5475</c:v>
                </c:pt>
                <c:pt idx="438">
                  <c:v>5475</c:v>
                </c:pt>
                <c:pt idx="439">
                  <c:v>5500</c:v>
                </c:pt>
                <c:pt idx="440">
                  <c:v>5500</c:v>
                </c:pt>
                <c:pt idx="441">
                  <c:v>5525</c:v>
                </c:pt>
                <c:pt idx="442">
                  <c:v>5525</c:v>
                </c:pt>
                <c:pt idx="443">
                  <c:v>5550</c:v>
                </c:pt>
                <c:pt idx="444">
                  <c:v>5550</c:v>
                </c:pt>
                <c:pt idx="445">
                  <c:v>5575</c:v>
                </c:pt>
                <c:pt idx="446">
                  <c:v>5575</c:v>
                </c:pt>
                <c:pt idx="447">
                  <c:v>5600</c:v>
                </c:pt>
                <c:pt idx="448">
                  <c:v>5600</c:v>
                </c:pt>
                <c:pt idx="449">
                  <c:v>5625</c:v>
                </c:pt>
                <c:pt idx="450">
                  <c:v>5625</c:v>
                </c:pt>
                <c:pt idx="451">
                  <c:v>5650</c:v>
                </c:pt>
                <c:pt idx="452">
                  <c:v>5650</c:v>
                </c:pt>
                <c:pt idx="453">
                  <c:v>5675</c:v>
                </c:pt>
                <c:pt idx="454">
                  <c:v>5675</c:v>
                </c:pt>
                <c:pt idx="455">
                  <c:v>5700</c:v>
                </c:pt>
                <c:pt idx="456">
                  <c:v>5700</c:v>
                </c:pt>
                <c:pt idx="457">
                  <c:v>5725</c:v>
                </c:pt>
                <c:pt idx="458">
                  <c:v>5725</c:v>
                </c:pt>
                <c:pt idx="459">
                  <c:v>5750</c:v>
                </c:pt>
                <c:pt idx="460">
                  <c:v>5750</c:v>
                </c:pt>
                <c:pt idx="461">
                  <c:v>5775</c:v>
                </c:pt>
                <c:pt idx="462">
                  <c:v>5775</c:v>
                </c:pt>
                <c:pt idx="463">
                  <c:v>5800</c:v>
                </c:pt>
                <c:pt idx="464">
                  <c:v>5800</c:v>
                </c:pt>
                <c:pt idx="465">
                  <c:v>5825</c:v>
                </c:pt>
                <c:pt idx="466">
                  <c:v>5825</c:v>
                </c:pt>
                <c:pt idx="467">
                  <c:v>5850</c:v>
                </c:pt>
                <c:pt idx="468">
                  <c:v>5850</c:v>
                </c:pt>
                <c:pt idx="469">
                  <c:v>5875</c:v>
                </c:pt>
                <c:pt idx="470">
                  <c:v>5875</c:v>
                </c:pt>
                <c:pt idx="471">
                  <c:v>5900</c:v>
                </c:pt>
                <c:pt idx="472">
                  <c:v>5900</c:v>
                </c:pt>
                <c:pt idx="473">
                  <c:v>5925</c:v>
                </c:pt>
                <c:pt idx="474">
                  <c:v>5925</c:v>
                </c:pt>
                <c:pt idx="475">
                  <c:v>5950</c:v>
                </c:pt>
                <c:pt idx="476">
                  <c:v>5950</c:v>
                </c:pt>
                <c:pt idx="477">
                  <c:v>5975</c:v>
                </c:pt>
                <c:pt idx="478">
                  <c:v>5975</c:v>
                </c:pt>
                <c:pt idx="479">
                  <c:v>6000</c:v>
                </c:pt>
                <c:pt idx="480">
                  <c:v>6000</c:v>
                </c:pt>
                <c:pt idx="481">
                  <c:v>6025</c:v>
                </c:pt>
                <c:pt idx="482">
                  <c:v>6025</c:v>
                </c:pt>
                <c:pt idx="483">
                  <c:v>6050</c:v>
                </c:pt>
                <c:pt idx="484">
                  <c:v>6050</c:v>
                </c:pt>
                <c:pt idx="485">
                  <c:v>6075</c:v>
                </c:pt>
                <c:pt idx="486">
                  <c:v>6075</c:v>
                </c:pt>
                <c:pt idx="487">
                  <c:v>6100</c:v>
                </c:pt>
                <c:pt idx="488">
                  <c:v>6100</c:v>
                </c:pt>
                <c:pt idx="489">
                  <c:v>6125</c:v>
                </c:pt>
                <c:pt idx="490">
                  <c:v>6125</c:v>
                </c:pt>
                <c:pt idx="491">
                  <c:v>6150</c:v>
                </c:pt>
                <c:pt idx="492">
                  <c:v>6150</c:v>
                </c:pt>
                <c:pt idx="493">
                  <c:v>6175</c:v>
                </c:pt>
                <c:pt idx="494">
                  <c:v>6175</c:v>
                </c:pt>
                <c:pt idx="495">
                  <c:v>6200</c:v>
                </c:pt>
                <c:pt idx="496">
                  <c:v>6200</c:v>
                </c:pt>
                <c:pt idx="497">
                  <c:v>6225</c:v>
                </c:pt>
                <c:pt idx="498">
                  <c:v>6225</c:v>
                </c:pt>
                <c:pt idx="499">
                  <c:v>6250</c:v>
                </c:pt>
                <c:pt idx="500">
                  <c:v>6250</c:v>
                </c:pt>
                <c:pt idx="501">
                  <c:v>6275</c:v>
                </c:pt>
                <c:pt idx="502">
                  <c:v>6275</c:v>
                </c:pt>
                <c:pt idx="503">
                  <c:v>6300</c:v>
                </c:pt>
                <c:pt idx="504">
                  <c:v>6300</c:v>
                </c:pt>
                <c:pt idx="505">
                  <c:v>6325</c:v>
                </c:pt>
                <c:pt idx="506">
                  <c:v>6325</c:v>
                </c:pt>
                <c:pt idx="507">
                  <c:v>6350</c:v>
                </c:pt>
                <c:pt idx="508">
                  <c:v>6350</c:v>
                </c:pt>
                <c:pt idx="509">
                  <c:v>6375</c:v>
                </c:pt>
                <c:pt idx="510">
                  <c:v>6375</c:v>
                </c:pt>
                <c:pt idx="511">
                  <c:v>6400</c:v>
                </c:pt>
                <c:pt idx="512">
                  <c:v>6400</c:v>
                </c:pt>
                <c:pt idx="513">
                  <c:v>6425</c:v>
                </c:pt>
                <c:pt idx="514">
                  <c:v>6425</c:v>
                </c:pt>
                <c:pt idx="515">
                  <c:v>6450</c:v>
                </c:pt>
                <c:pt idx="516">
                  <c:v>6450</c:v>
                </c:pt>
                <c:pt idx="517">
                  <c:v>6475</c:v>
                </c:pt>
                <c:pt idx="518">
                  <c:v>6475</c:v>
                </c:pt>
                <c:pt idx="519">
                  <c:v>6500</c:v>
                </c:pt>
                <c:pt idx="520">
                  <c:v>6500</c:v>
                </c:pt>
                <c:pt idx="521">
                  <c:v>6525</c:v>
                </c:pt>
                <c:pt idx="522">
                  <c:v>6525</c:v>
                </c:pt>
                <c:pt idx="523">
                  <c:v>6550</c:v>
                </c:pt>
                <c:pt idx="524">
                  <c:v>6550</c:v>
                </c:pt>
                <c:pt idx="525">
                  <c:v>6575</c:v>
                </c:pt>
                <c:pt idx="526">
                  <c:v>6575</c:v>
                </c:pt>
                <c:pt idx="527">
                  <c:v>6600</c:v>
                </c:pt>
                <c:pt idx="528">
                  <c:v>6600</c:v>
                </c:pt>
                <c:pt idx="529">
                  <c:v>6625</c:v>
                </c:pt>
                <c:pt idx="530">
                  <c:v>6625</c:v>
                </c:pt>
                <c:pt idx="531">
                  <c:v>6650</c:v>
                </c:pt>
                <c:pt idx="532">
                  <c:v>6650</c:v>
                </c:pt>
                <c:pt idx="533">
                  <c:v>6675</c:v>
                </c:pt>
                <c:pt idx="534">
                  <c:v>6675</c:v>
                </c:pt>
                <c:pt idx="535">
                  <c:v>6700</c:v>
                </c:pt>
                <c:pt idx="536">
                  <c:v>6700</c:v>
                </c:pt>
                <c:pt idx="537">
                  <c:v>6725</c:v>
                </c:pt>
                <c:pt idx="538">
                  <c:v>6725</c:v>
                </c:pt>
                <c:pt idx="539">
                  <c:v>6750</c:v>
                </c:pt>
                <c:pt idx="540">
                  <c:v>6750</c:v>
                </c:pt>
                <c:pt idx="541">
                  <c:v>6775</c:v>
                </c:pt>
                <c:pt idx="542">
                  <c:v>6775</c:v>
                </c:pt>
                <c:pt idx="543">
                  <c:v>6800</c:v>
                </c:pt>
                <c:pt idx="544">
                  <c:v>6800</c:v>
                </c:pt>
                <c:pt idx="545">
                  <c:v>6825</c:v>
                </c:pt>
                <c:pt idx="546">
                  <c:v>6825</c:v>
                </c:pt>
                <c:pt idx="547">
                  <c:v>6850</c:v>
                </c:pt>
                <c:pt idx="548">
                  <c:v>6850</c:v>
                </c:pt>
                <c:pt idx="549">
                  <c:v>6875</c:v>
                </c:pt>
                <c:pt idx="550">
                  <c:v>6875</c:v>
                </c:pt>
                <c:pt idx="551">
                  <c:v>6900</c:v>
                </c:pt>
                <c:pt idx="552">
                  <c:v>6900</c:v>
                </c:pt>
                <c:pt idx="553">
                  <c:v>6925</c:v>
                </c:pt>
                <c:pt idx="554">
                  <c:v>6925</c:v>
                </c:pt>
                <c:pt idx="555">
                  <c:v>6950</c:v>
                </c:pt>
                <c:pt idx="556">
                  <c:v>6950</c:v>
                </c:pt>
                <c:pt idx="557">
                  <c:v>6975</c:v>
                </c:pt>
                <c:pt idx="558">
                  <c:v>6975</c:v>
                </c:pt>
                <c:pt idx="559">
                  <c:v>7000</c:v>
                </c:pt>
                <c:pt idx="560">
                  <c:v>7000</c:v>
                </c:pt>
                <c:pt idx="561">
                  <c:v>7025</c:v>
                </c:pt>
                <c:pt idx="562">
                  <c:v>7025</c:v>
                </c:pt>
                <c:pt idx="563">
                  <c:v>7050</c:v>
                </c:pt>
                <c:pt idx="564">
                  <c:v>7050</c:v>
                </c:pt>
                <c:pt idx="565">
                  <c:v>7075</c:v>
                </c:pt>
                <c:pt idx="566">
                  <c:v>7075</c:v>
                </c:pt>
                <c:pt idx="567">
                  <c:v>7100</c:v>
                </c:pt>
                <c:pt idx="568">
                  <c:v>7100</c:v>
                </c:pt>
                <c:pt idx="569">
                  <c:v>7125</c:v>
                </c:pt>
                <c:pt idx="570">
                  <c:v>7125</c:v>
                </c:pt>
                <c:pt idx="571">
                  <c:v>7150</c:v>
                </c:pt>
                <c:pt idx="572">
                  <c:v>7150</c:v>
                </c:pt>
                <c:pt idx="573">
                  <c:v>7175</c:v>
                </c:pt>
                <c:pt idx="574">
                  <c:v>7175</c:v>
                </c:pt>
                <c:pt idx="575">
                  <c:v>7200</c:v>
                </c:pt>
                <c:pt idx="576">
                  <c:v>7200</c:v>
                </c:pt>
                <c:pt idx="577">
                  <c:v>7225</c:v>
                </c:pt>
                <c:pt idx="578">
                  <c:v>7225</c:v>
                </c:pt>
                <c:pt idx="579">
                  <c:v>7250</c:v>
                </c:pt>
                <c:pt idx="580">
                  <c:v>7250</c:v>
                </c:pt>
                <c:pt idx="581">
                  <c:v>7275</c:v>
                </c:pt>
                <c:pt idx="582">
                  <c:v>7275</c:v>
                </c:pt>
                <c:pt idx="583">
                  <c:v>7300</c:v>
                </c:pt>
                <c:pt idx="584">
                  <c:v>7300</c:v>
                </c:pt>
                <c:pt idx="585">
                  <c:v>7325</c:v>
                </c:pt>
                <c:pt idx="586">
                  <c:v>7325</c:v>
                </c:pt>
                <c:pt idx="587">
                  <c:v>7350</c:v>
                </c:pt>
                <c:pt idx="588">
                  <c:v>7350</c:v>
                </c:pt>
                <c:pt idx="589">
                  <c:v>7375</c:v>
                </c:pt>
                <c:pt idx="590">
                  <c:v>7375</c:v>
                </c:pt>
                <c:pt idx="591">
                  <c:v>7400</c:v>
                </c:pt>
                <c:pt idx="592">
                  <c:v>7400</c:v>
                </c:pt>
                <c:pt idx="593">
                  <c:v>7425</c:v>
                </c:pt>
                <c:pt idx="594">
                  <c:v>7425</c:v>
                </c:pt>
                <c:pt idx="595">
                  <c:v>7450</c:v>
                </c:pt>
                <c:pt idx="596">
                  <c:v>7450</c:v>
                </c:pt>
                <c:pt idx="597">
                  <c:v>7475</c:v>
                </c:pt>
                <c:pt idx="598">
                  <c:v>7475</c:v>
                </c:pt>
                <c:pt idx="599">
                  <c:v>7500</c:v>
                </c:pt>
                <c:pt idx="600">
                  <c:v>7500</c:v>
                </c:pt>
                <c:pt idx="601">
                  <c:v>7525</c:v>
                </c:pt>
                <c:pt idx="602">
                  <c:v>7525</c:v>
                </c:pt>
                <c:pt idx="603">
                  <c:v>7550</c:v>
                </c:pt>
                <c:pt idx="604">
                  <c:v>7550</c:v>
                </c:pt>
                <c:pt idx="605">
                  <c:v>7575</c:v>
                </c:pt>
                <c:pt idx="606">
                  <c:v>7575</c:v>
                </c:pt>
                <c:pt idx="607">
                  <c:v>7600</c:v>
                </c:pt>
                <c:pt idx="608">
                  <c:v>7600</c:v>
                </c:pt>
                <c:pt idx="609">
                  <c:v>7625</c:v>
                </c:pt>
                <c:pt idx="610">
                  <c:v>7625</c:v>
                </c:pt>
                <c:pt idx="611">
                  <c:v>7650</c:v>
                </c:pt>
                <c:pt idx="612">
                  <c:v>7650</c:v>
                </c:pt>
                <c:pt idx="613">
                  <c:v>7675</c:v>
                </c:pt>
                <c:pt idx="614">
                  <c:v>7675</c:v>
                </c:pt>
                <c:pt idx="615">
                  <c:v>7700</c:v>
                </c:pt>
                <c:pt idx="616">
                  <c:v>7700</c:v>
                </c:pt>
                <c:pt idx="617">
                  <c:v>7725</c:v>
                </c:pt>
                <c:pt idx="618">
                  <c:v>7725</c:v>
                </c:pt>
                <c:pt idx="619">
                  <c:v>7750</c:v>
                </c:pt>
                <c:pt idx="620">
                  <c:v>7750</c:v>
                </c:pt>
                <c:pt idx="621">
                  <c:v>7775</c:v>
                </c:pt>
                <c:pt idx="622">
                  <c:v>7775</c:v>
                </c:pt>
                <c:pt idx="623">
                  <c:v>7800</c:v>
                </c:pt>
                <c:pt idx="624">
                  <c:v>7800</c:v>
                </c:pt>
                <c:pt idx="625">
                  <c:v>7825</c:v>
                </c:pt>
                <c:pt idx="626">
                  <c:v>7825</c:v>
                </c:pt>
                <c:pt idx="627">
                  <c:v>7850</c:v>
                </c:pt>
                <c:pt idx="628">
                  <c:v>7850</c:v>
                </c:pt>
                <c:pt idx="629">
                  <c:v>7875</c:v>
                </c:pt>
                <c:pt idx="630">
                  <c:v>7875</c:v>
                </c:pt>
                <c:pt idx="631">
                  <c:v>7900</c:v>
                </c:pt>
                <c:pt idx="632">
                  <c:v>7900</c:v>
                </c:pt>
                <c:pt idx="633">
                  <c:v>7925</c:v>
                </c:pt>
                <c:pt idx="634">
                  <c:v>7925</c:v>
                </c:pt>
                <c:pt idx="635">
                  <c:v>7950</c:v>
                </c:pt>
                <c:pt idx="636">
                  <c:v>7950</c:v>
                </c:pt>
                <c:pt idx="637">
                  <c:v>7975</c:v>
                </c:pt>
                <c:pt idx="638">
                  <c:v>7975</c:v>
                </c:pt>
                <c:pt idx="639">
                  <c:v>8000</c:v>
                </c:pt>
                <c:pt idx="640">
                  <c:v>8000</c:v>
                </c:pt>
                <c:pt idx="641">
                  <c:v>8025</c:v>
                </c:pt>
                <c:pt idx="642">
                  <c:v>8025</c:v>
                </c:pt>
                <c:pt idx="643">
                  <c:v>8050</c:v>
                </c:pt>
                <c:pt idx="644">
                  <c:v>8050</c:v>
                </c:pt>
                <c:pt idx="645">
                  <c:v>8075</c:v>
                </c:pt>
                <c:pt idx="646">
                  <c:v>8075</c:v>
                </c:pt>
                <c:pt idx="647">
                  <c:v>8100</c:v>
                </c:pt>
                <c:pt idx="648">
                  <c:v>8100</c:v>
                </c:pt>
                <c:pt idx="649">
                  <c:v>8125</c:v>
                </c:pt>
                <c:pt idx="650">
                  <c:v>8125</c:v>
                </c:pt>
                <c:pt idx="651">
                  <c:v>8150</c:v>
                </c:pt>
                <c:pt idx="652">
                  <c:v>8150</c:v>
                </c:pt>
                <c:pt idx="653">
                  <c:v>8175</c:v>
                </c:pt>
                <c:pt idx="654">
                  <c:v>8175</c:v>
                </c:pt>
                <c:pt idx="655">
                  <c:v>8200</c:v>
                </c:pt>
                <c:pt idx="656">
                  <c:v>8200</c:v>
                </c:pt>
                <c:pt idx="657">
                  <c:v>8225</c:v>
                </c:pt>
                <c:pt idx="658">
                  <c:v>8225</c:v>
                </c:pt>
                <c:pt idx="659">
                  <c:v>8250</c:v>
                </c:pt>
                <c:pt idx="660">
                  <c:v>8250</c:v>
                </c:pt>
                <c:pt idx="661">
                  <c:v>8275</c:v>
                </c:pt>
                <c:pt idx="662">
                  <c:v>8275</c:v>
                </c:pt>
                <c:pt idx="663">
                  <c:v>8300</c:v>
                </c:pt>
                <c:pt idx="664">
                  <c:v>8300</c:v>
                </c:pt>
                <c:pt idx="665">
                  <c:v>8325</c:v>
                </c:pt>
                <c:pt idx="666">
                  <c:v>8325</c:v>
                </c:pt>
                <c:pt idx="667">
                  <c:v>8350</c:v>
                </c:pt>
                <c:pt idx="668">
                  <c:v>8350</c:v>
                </c:pt>
                <c:pt idx="669">
                  <c:v>8375</c:v>
                </c:pt>
                <c:pt idx="670">
                  <c:v>8375</c:v>
                </c:pt>
                <c:pt idx="671">
                  <c:v>8400</c:v>
                </c:pt>
                <c:pt idx="672">
                  <c:v>8400</c:v>
                </c:pt>
                <c:pt idx="673">
                  <c:v>8425</c:v>
                </c:pt>
                <c:pt idx="674">
                  <c:v>8425</c:v>
                </c:pt>
                <c:pt idx="675">
                  <c:v>8450</c:v>
                </c:pt>
                <c:pt idx="676">
                  <c:v>8450</c:v>
                </c:pt>
                <c:pt idx="677">
                  <c:v>8475</c:v>
                </c:pt>
                <c:pt idx="678">
                  <c:v>8475</c:v>
                </c:pt>
                <c:pt idx="679">
                  <c:v>8500</c:v>
                </c:pt>
                <c:pt idx="680">
                  <c:v>8500</c:v>
                </c:pt>
                <c:pt idx="681">
                  <c:v>8525</c:v>
                </c:pt>
                <c:pt idx="682">
                  <c:v>8525</c:v>
                </c:pt>
                <c:pt idx="683">
                  <c:v>8550</c:v>
                </c:pt>
                <c:pt idx="684">
                  <c:v>8550</c:v>
                </c:pt>
                <c:pt idx="685">
                  <c:v>8575</c:v>
                </c:pt>
                <c:pt idx="686">
                  <c:v>8575</c:v>
                </c:pt>
                <c:pt idx="687">
                  <c:v>8600</c:v>
                </c:pt>
                <c:pt idx="688">
                  <c:v>8600</c:v>
                </c:pt>
                <c:pt idx="689">
                  <c:v>8625</c:v>
                </c:pt>
                <c:pt idx="690">
                  <c:v>8625</c:v>
                </c:pt>
                <c:pt idx="691">
                  <c:v>8650</c:v>
                </c:pt>
                <c:pt idx="692">
                  <c:v>8650</c:v>
                </c:pt>
                <c:pt idx="693">
                  <c:v>8675</c:v>
                </c:pt>
                <c:pt idx="694">
                  <c:v>8675</c:v>
                </c:pt>
                <c:pt idx="695">
                  <c:v>8700</c:v>
                </c:pt>
                <c:pt idx="696">
                  <c:v>8700</c:v>
                </c:pt>
                <c:pt idx="697">
                  <c:v>8725</c:v>
                </c:pt>
                <c:pt idx="698">
                  <c:v>8725</c:v>
                </c:pt>
                <c:pt idx="699">
                  <c:v>8750</c:v>
                </c:pt>
                <c:pt idx="700">
                  <c:v>8750</c:v>
                </c:pt>
                <c:pt idx="701">
                  <c:v>8775</c:v>
                </c:pt>
                <c:pt idx="702">
                  <c:v>8775</c:v>
                </c:pt>
                <c:pt idx="703">
                  <c:v>8800</c:v>
                </c:pt>
                <c:pt idx="704">
                  <c:v>8800</c:v>
                </c:pt>
                <c:pt idx="705">
                  <c:v>8825</c:v>
                </c:pt>
                <c:pt idx="706">
                  <c:v>8825</c:v>
                </c:pt>
                <c:pt idx="707">
                  <c:v>8850</c:v>
                </c:pt>
                <c:pt idx="708">
                  <c:v>8850</c:v>
                </c:pt>
                <c:pt idx="709">
                  <c:v>8875</c:v>
                </c:pt>
                <c:pt idx="710">
                  <c:v>8875</c:v>
                </c:pt>
                <c:pt idx="711">
                  <c:v>8900</c:v>
                </c:pt>
                <c:pt idx="712">
                  <c:v>8900</c:v>
                </c:pt>
                <c:pt idx="713">
                  <c:v>8925</c:v>
                </c:pt>
                <c:pt idx="714">
                  <c:v>8925</c:v>
                </c:pt>
                <c:pt idx="715">
                  <c:v>8950</c:v>
                </c:pt>
                <c:pt idx="716">
                  <c:v>8950</c:v>
                </c:pt>
                <c:pt idx="717">
                  <c:v>8975</c:v>
                </c:pt>
                <c:pt idx="718">
                  <c:v>8975</c:v>
                </c:pt>
                <c:pt idx="719">
                  <c:v>9000</c:v>
                </c:pt>
                <c:pt idx="720">
                  <c:v>9000</c:v>
                </c:pt>
                <c:pt idx="721">
                  <c:v>9025</c:v>
                </c:pt>
                <c:pt idx="722">
                  <c:v>9025</c:v>
                </c:pt>
                <c:pt idx="723">
                  <c:v>9050</c:v>
                </c:pt>
                <c:pt idx="724">
                  <c:v>9050</c:v>
                </c:pt>
                <c:pt idx="725">
                  <c:v>9075</c:v>
                </c:pt>
                <c:pt idx="726">
                  <c:v>9075</c:v>
                </c:pt>
                <c:pt idx="727">
                  <c:v>9100</c:v>
                </c:pt>
                <c:pt idx="728">
                  <c:v>9100</c:v>
                </c:pt>
                <c:pt idx="729">
                  <c:v>9125</c:v>
                </c:pt>
                <c:pt idx="730">
                  <c:v>9125</c:v>
                </c:pt>
                <c:pt idx="731">
                  <c:v>9150</c:v>
                </c:pt>
                <c:pt idx="732">
                  <c:v>9150</c:v>
                </c:pt>
                <c:pt idx="733">
                  <c:v>9175</c:v>
                </c:pt>
                <c:pt idx="734">
                  <c:v>9175</c:v>
                </c:pt>
                <c:pt idx="735">
                  <c:v>9200</c:v>
                </c:pt>
                <c:pt idx="736">
                  <c:v>9200</c:v>
                </c:pt>
                <c:pt idx="737">
                  <c:v>9225</c:v>
                </c:pt>
                <c:pt idx="738">
                  <c:v>9225</c:v>
                </c:pt>
                <c:pt idx="739">
                  <c:v>9250</c:v>
                </c:pt>
                <c:pt idx="740">
                  <c:v>9250</c:v>
                </c:pt>
                <c:pt idx="741">
                  <c:v>9275</c:v>
                </c:pt>
                <c:pt idx="742">
                  <c:v>9275</c:v>
                </c:pt>
                <c:pt idx="743">
                  <c:v>9300</c:v>
                </c:pt>
                <c:pt idx="744">
                  <c:v>9300</c:v>
                </c:pt>
                <c:pt idx="745">
                  <c:v>9325</c:v>
                </c:pt>
                <c:pt idx="746">
                  <c:v>9325</c:v>
                </c:pt>
                <c:pt idx="747">
                  <c:v>9350</c:v>
                </c:pt>
                <c:pt idx="748">
                  <c:v>9350</c:v>
                </c:pt>
                <c:pt idx="749">
                  <c:v>9375</c:v>
                </c:pt>
                <c:pt idx="750">
                  <c:v>9375</c:v>
                </c:pt>
                <c:pt idx="751">
                  <c:v>9400</c:v>
                </c:pt>
                <c:pt idx="752">
                  <c:v>9400</c:v>
                </c:pt>
                <c:pt idx="753">
                  <c:v>9425</c:v>
                </c:pt>
                <c:pt idx="754">
                  <c:v>9425</c:v>
                </c:pt>
                <c:pt idx="755">
                  <c:v>9450</c:v>
                </c:pt>
                <c:pt idx="756">
                  <c:v>9450</c:v>
                </c:pt>
                <c:pt idx="757">
                  <c:v>9475</c:v>
                </c:pt>
                <c:pt idx="758">
                  <c:v>9475</c:v>
                </c:pt>
                <c:pt idx="759">
                  <c:v>9500</c:v>
                </c:pt>
                <c:pt idx="760">
                  <c:v>9500</c:v>
                </c:pt>
                <c:pt idx="761">
                  <c:v>9525</c:v>
                </c:pt>
                <c:pt idx="762">
                  <c:v>9525</c:v>
                </c:pt>
                <c:pt idx="763">
                  <c:v>9550</c:v>
                </c:pt>
                <c:pt idx="764">
                  <c:v>9550</c:v>
                </c:pt>
                <c:pt idx="765">
                  <c:v>9575</c:v>
                </c:pt>
                <c:pt idx="766">
                  <c:v>9575</c:v>
                </c:pt>
                <c:pt idx="767">
                  <c:v>9600</c:v>
                </c:pt>
                <c:pt idx="768">
                  <c:v>9600</c:v>
                </c:pt>
                <c:pt idx="769">
                  <c:v>9625</c:v>
                </c:pt>
                <c:pt idx="770">
                  <c:v>9625</c:v>
                </c:pt>
                <c:pt idx="771">
                  <c:v>9650</c:v>
                </c:pt>
                <c:pt idx="772">
                  <c:v>9650</c:v>
                </c:pt>
                <c:pt idx="773">
                  <c:v>9675</c:v>
                </c:pt>
                <c:pt idx="774">
                  <c:v>9675</c:v>
                </c:pt>
                <c:pt idx="775">
                  <c:v>9700</c:v>
                </c:pt>
                <c:pt idx="776">
                  <c:v>9700</c:v>
                </c:pt>
                <c:pt idx="777">
                  <c:v>9725</c:v>
                </c:pt>
                <c:pt idx="778">
                  <c:v>9725</c:v>
                </c:pt>
                <c:pt idx="779">
                  <c:v>9750</c:v>
                </c:pt>
                <c:pt idx="780">
                  <c:v>9750</c:v>
                </c:pt>
                <c:pt idx="781">
                  <c:v>9775</c:v>
                </c:pt>
                <c:pt idx="782">
                  <c:v>9775</c:v>
                </c:pt>
                <c:pt idx="783">
                  <c:v>9800</c:v>
                </c:pt>
                <c:pt idx="784">
                  <c:v>9800</c:v>
                </c:pt>
                <c:pt idx="785">
                  <c:v>9825</c:v>
                </c:pt>
                <c:pt idx="786">
                  <c:v>9825</c:v>
                </c:pt>
                <c:pt idx="787">
                  <c:v>9850</c:v>
                </c:pt>
                <c:pt idx="788">
                  <c:v>9850</c:v>
                </c:pt>
                <c:pt idx="789">
                  <c:v>9875</c:v>
                </c:pt>
                <c:pt idx="790">
                  <c:v>9875</c:v>
                </c:pt>
                <c:pt idx="791">
                  <c:v>9900</c:v>
                </c:pt>
                <c:pt idx="792">
                  <c:v>9900</c:v>
                </c:pt>
                <c:pt idx="793">
                  <c:v>9925</c:v>
                </c:pt>
                <c:pt idx="794">
                  <c:v>9925</c:v>
                </c:pt>
                <c:pt idx="795">
                  <c:v>9950</c:v>
                </c:pt>
                <c:pt idx="796">
                  <c:v>9950</c:v>
                </c:pt>
                <c:pt idx="797">
                  <c:v>9975</c:v>
                </c:pt>
                <c:pt idx="798">
                  <c:v>9975</c:v>
                </c:pt>
                <c:pt idx="799">
                  <c:v>10000</c:v>
                </c:pt>
                <c:pt idx="800">
                  <c:v>10000</c:v>
                </c:pt>
                <c:pt idx="801">
                  <c:v>10025</c:v>
                </c:pt>
                <c:pt idx="802">
                  <c:v>10025</c:v>
                </c:pt>
                <c:pt idx="803">
                  <c:v>10050</c:v>
                </c:pt>
                <c:pt idx="804">
                  <c:v>10050</c:v>
                </c:pt>
                <c:pt idx="805">
                  <c:v>10075</c:v>
                </c:pt>
                <c:pt idx="806">
                  <c:v>10075</c:v>
                </c:pt>
                <c:pt idx="807">
                  <c:v>10100</c:v>
                </c:pt>
                <c:pt idx="808">
                  <c:v>10100</c:v>
                </c:pt>
                <c:pt idx="809">
                  <c:v>10125</c:v>
                </c:pt>
                <c:pt idx="810">
                  <c:v>10125</c:v>
                </c:pt>
                <c:pt idx="811">
                  <c:v>10150</c:v>
                </c:pt>
                <c:pt idx="812">
                  <c:v>10150</c:v>
                </c:pt>
                <c:pt idx="813">
                  <c:v>10175</c:v>
                </c:pt>
                <c:pt idx="814">
                  <c:v>10175</c:v>
                </c:pt>
                <c:pt idx="815">
                  <c:v>10200</c:v>
                </c:pt>
                <c:pt idx="816">
                  <c:v>10200</c:v>
                </c:pt>
                <c:pt idx="817">
                  <c:v>10225</c:v>
                </c:pt>
                <c:pt idx="818">
                  <c:v>10225</c:v>
                </c:pt>
                <c:pt idx="819">
                  <c:v>10250</c:v>
                </c:pt>
                <c:pt idx="820">
                  <c:v>10250</c:v>
                </c:pt>
                <c:pt idx="821">
                  <c:v>10275</c:v>
                </c:pt>
                <c:pt idx="822">
                  <c:v>10275</c:v>
                </c:pt>
                <c:pt idx="823">
                  <c:v>10300</c:v>
                </c:pt>
                <c:pt idx="824">
                  <c:v>10300</c:v>
                </c:pt>
                <c:pt idx="825">
                  <c:v>10325</c:v>
                </c:pt>
                <c:pt idx="826">
                  <c:v>10325</c:v>
                </c:pt>
                <c:pt idx="827">
                  <c:v>10350</c:v>
                </c:pt>
                <c:pt idx="828">
                  <c:v>10350</c:v>
                </c:pt>
                <c:pt idx="829">
                  <c:v>10375</c:v>
                </c:pt>
                <c:pt idx="830">
                  <c:v>10375</c:v>
                </c:pt>
                <c:pt idx="831">
                  <c:v>10400</c:v>
                </c:pt>
                <c:pt idx="832">
                  <c:v>10400</c:v>
                </c:pt>
                <c:pt idx="833">
                  <c:v>10425</c:v>
                </c:pt>
                <c:pt idx="834">
                  <c:v>10425</c:v>
                </c:pt>
                <c:pt idx="835">
                  <c:v>10450</c:v>
                </c:pt>
                <c:pt idx="836">
                  <c:v>10450</c:v>
                </c:pt>
                <c:pt idx="837">
                  <c:v>10475</c:v>
                </c:pt>
                <c:pt idx="838">
                  <c:v>10475</c:v>
                </c:pt>
                <c:pt idx="839">
                  <c:v>10500</c:v>
                </c:pt>
                <c:pt idx="840">
                  <c:v>10500</c:v>
                </c:pt>
                <c:pt idx="841">
                  <c:v>10525</c:v>
                </c:pt>
                <c:pt idx="842">
                  <c:v>10525</c:v>
                </c:pt>
                <c:pt idx="843">
                  <c:v>10550</c:v>
                </c:pt>
                <c:pt idx="844">
                  <c:v>10550</c:v>
                </c:pt>
                <c:pt idx="845">
                  <c:v>10575</c:v>
                </c:pt>
                <c:pt idx="846">
                  <c:v>10575</c:v>
                </c:pt>
                <c:pt idx="847">
                  <c:v>10600</c:v>
                </c:pt>
                <c:pt idx="848">
                  <c:v>10600</c:v>
                </c:pt>
                <c:pt idx="849">
                  <c:v>10625</c:v>
                </c:pt>
                <c:pt idx="850">
                  <c:v>10625</c:v>
                </c:pt>
                <c:pt idx="851">
                  <c:v>10650</c:v>
                </c:pt>
                <c:pt idx="852">
                  <c:v>10650</c:v>
                </c:pt>
                <c:pt idx="853">
                  <c:v>10675</c:v>
                </c:pt>
                <c:pt idx="854">
                  <c:v>10675</c:v>
                </c:pt>
                <c:pt idx="855">
                  <c:v>10700</c:v>
                </c:pt>
                <c:pt idx="856">
                  <c:v>10700</c:v>
                </c:pt>
                <c:pt idx="857">
                  <c:v>10725</c:v>
                </c:pt>
                <c:pt idx="858">
                  <c:v>10725</c:v>
                </c:pt>
                <c:pt idx="859">
                  <c:v>10750</c:v>
                </c:pt>
                <c:pt idx="860">
                  <c:v>10750</c:v>
                </c:pt>
                <c:pt idx="861">
                  <c:v>10775</c:v>
                </c:pt>
                <c:pt idx="862">
                  <c:v>10775</c:v>
                </c:pt>
                <c:pt idx="863">
                  <c:v>10800</c:v>
                </c:pt>
                <c:pt idx="864">
                  <c:v>10800</c:v>
                </c:pt>
                <c:pt idx="865">
                  <c:v>10825</c:v>
                </c:pt>
                <c:pt idx="866">
                  <c:v>10825</c:v>
                </c:pt>
                <c:pt idx="867">
                  <c:v>10850</c:v>
                </c:pt>
                <c:pt idx="868">
                  <c:v>10850</c:v>
                </c:pt>
                <c:pt idx="869">
                  <c:v>10875</c:v>
                </c:pt>
                <c:pt idx="870">
                  <c:v>10875</c:v>
                </c:pt>
                <c:pt idx="871">
                  <c:v>10900</c:v>
                </c:pt>
                <c:pt idx="872">
                  <c:v>10900</c:v>
                </c:pt>
                <c:pt idx="873">
                  <c:v>10925</c:v>
                </c:pt>
                <c:pt idx="874">
                  <c:v>10925</c:v>
                </c:pt>
                <c:pt idx="875">
                  <c:v>10950</c:v>
                </c:pt>
                <c:pt idx="876">
                  <c:v>10950</c:v>
                </c:pt>
                <c:pt idx="877">
                  <c:v>10975</c:v>
                </c:pt>
                <c:pt idx="878">
                  <c:v>10975</c:v>
                </c:pt>
                <c:pt idx="879">
                  <c:v>11000</c:v>
                </c:pt>
                <c:pt idx="880">
                  <c:v>11000</c:v>
                </c:pt>
                <c:pt idx="881">
                  <c:v>11025</c:v>
                </c:pt>
                <c:pt idx="882">
                  <c:v>11025</c:v>
                </c:pt>
                <c:pt idx="883">
                  <c:v>11050</c:v>
                </c:pt>
                <c:pt idx="884">
                  <c:v>11050</c:v>
                </c:pt>
                <c:pt idx="885">
                  <c:v>11075</c:v>
                </c:pt>
                <c:pt idx="886">
                  <c:v>11075</c:v>
                </c:pt>
                <c:pt idx="887">
                  <c:v>11100</c:v>
                </c:pt>
                <c:pt idx="888">
                  <c:v>11100</c:v>
                </c:pt>
                <c:pt idx="889">
                  <c:v>11125</c:v>
                </c:pt>
                <c:pt idx="890">
                  <c:v>11125</c:v>
                </c:pt>
                <c:pt idx="891">
                  <c:v>11150</c:v>
                </c:pt>
                <c:pt idx="892">
                  <c:v>11150</c:v>
                </c:pt>
                <c:pt idx="893">
                  <c:v>11175</c:v>
                </c:pt>
                <c:pt idx="894">
                  <c:v>11175</c:v>
                </c:pt>
                <c:pt idx="895">
                  <c:v>11200</c:v>
                </c:pt>
                <c:pt idx="896">
                  <c:v>11200</c:v>
                </c:pt>
                <c:pt idx="897">
                  <c:v>11225</c:v>
                </c:pt>
                <c:pt idx="898">
                  <c:v>11225</c:v>
                </c:pt>
                <c:pt idx="899">
                  <c:v>11250</c:v>
                </c:pt>
                <c:pt idx="900">
                  <c:v>11250</c:v>
                </c:pt>
                <c:pt idx="901">
                  <c:v>11275</c:v>
                </c:pt>
                <c:pt idx="902">
                  <c:v>11275</c:v>
                </c:pt>
                <c:pt idx="903">
                  <c:v>11300</c:v>
                </c:pt>
                <c:pt idx="904">
                  <c:v>11300</c:v>
                </c:pt>
                <c:pt idx="905">
                  <c:v>11325</c:v>
                </c:pt>
                <c:pt idx="906">
                  <c:v>11325</c:v>
                </c:pt>
                <c:pt idx="907">
                  <c:v>11350</c:v>
                </c:pt>
                <c:pt idx="908">
                  <c:v>11350</c:v>
                </c:pt>
                <c:pt idx="909">
                  <c:v>11375</c:v>
                </c:pt>
                <c:pt idx="910">
                  <c:v>11375</c:v>
                </c:pt>
                <c:pt idx="911">
                  <c:v>11400</c:v>
                </c:pt>
                <c:pt idx="912">
                  <c:v>11400</c:v>
                </c:pt>
                <c:pt idx="913">
                  <c:v>11425</c:v>
                </c:pt>
                <c:pt idx="914">
                  <c:v>11425</c:v>
                </c:pt>
                <c:pt idx="915">
                  <c:v>11450</c:v>
                </c:pt>
                <c:pt idx="916">
                  <c:v>11450</c:v>
                </c:pt>
                <c:pt idx="917">
                  <c:v>11475</c:v>
                </c:pt>
                <c:pt idx="918">
                  <c:v>11475</c:v>
                </c:pt>
                <c:pt idx="919">
                  <c:v>11500</c:v>
                </c:pt>
                <c:pt idx="920">
                  <c:v>11500</c:v>
                </c:pt>
                <c:pt idx="921">
                  <c:v>11525</c:v>
                </c:pt>
                <c:pt idx="922">
                  <c:v>11525</c:v>
                </c:pt>
                <c:pt idx="923">
                  <c:v>11550</c:v>
                </c:pt>
                <c:pt idx="924">
                  <c:v>11550</c:v>
                </c:pt>
                <c:pt idx="925">
                  <c:v>11575</c:v>
                </c:pt>
                <c:pt idx="926">
                  <c:v>11575</c:v>
                </c:pt>
                <c:pt idx="927">
                  <c:v>11600</c:v>
                </c:pt>
                <c:pt idx="928">
                  <c:v>11600</c:v>
                </c:pt>
                <c:pt idx="929">
                  <c:v>11625</c:v>
                </c:pt>
                <c:pt idx="930">
                  <c:v>11625</c:v>
                </c:pt>
                <c:pt idx="931">
                  <c:v>11650</c:v>
                </c:pt>
                <c:pt idx="932">
                  <c:v>11650</c:v>
                </c:pt>
                <c:pt idx="933">
                  <c:v>11675</c:v>
                </c:pt>
                <c:pt idx="934">
                  <c:v>11675</c:v>
                </c:pt>
                <c:pt idx="935">
                  <c:v>11700</c:v>
                </c:pt>
                <c:pt idx="936">
                  <c:v>11700</c:v>
                </c:pt>
                <c:pt idx="937">
                  <c:v>11725</c:v>
                </c:pt>
                <c:pt idx="938">
                  <c:v>11725</c:v>
                </c:pt>
                <c:pt idx="939">
                  <c:v>11750</c:v>
                </c:pt>
                <c:pt idx="940">
                  <c:v>11750</c:v>
                </c:pt>
                <c:pt idx="941">
                  <c:v>11775</c:v>
                </c:pt>
                <c:pt idx="942">
                  <c:v>11775</c:v>
                </c:pt>
                <c:pt idx="943">
                  <c:v>11800</c:v>
                </c:pt>
                <c:pt idx="944">
                  <c:v>11800</c:v>
                </c:pt>
                <c:pt idx="945">
                  <c:v>11825</c:v>
                </c:pt>
                <c:pt idx="946">
                  <c:v>11825</c:v>
                </c:pt>
                <c:pt idx="947">
                  <c:v>11850</c:v>
                </c:pt>
                <c:pt idx="948">
                  <c:v>11850</c:v>
                </c:pt>
                <c:pt idx="949">
                  <c:v>11875</c:v>
                </c:pt>
                <c:pt idx="950">
                  <c:v>11875</c:v>
                </c:pt>
                <c:pt idx="951">
                  <c:v>11900</c:v>
                </c:pt>
                <c:pt idx="952">
                  <c:v>11900</c:v>
                </c:pt>
                <c:pt idx="953">
                  <c:v>11925</c:v>
                </c:pt>
                <c:pt idx="954">
                  <c:v>11925</c:v>
                </c:pt>
                <c:pt idx="955">
                  <c:v>11950</c:v>
                </c:pt>
                <c:pt idx="956">
                  <c:v>11950</c:v>
                </c:pt>
                <c:pt idx="957">
                  <c:v>11975</c:v>
                </c:pt>
                <c:pt idx="958">
                  <c:v>11975</c:v>
                </c:pt>
                <c:pt idx="959">
                  <c:v>12000</c:v>
                </c:pt>
                <c:pt idx="960">
                  <c:v>12000</c:v>
                </c:pt>
                <c:pt idx="961">
                  <c:v>12025</c:v>
                </c:pt>
                <c:pt idx="962">
                  <c:v>12025</c:v>
                </c:pt>
                <c:pt idx="963">
                  <c:v>12050</c:v>
                </c:pt>
                <c:pt idx="964">
                  <c:v>12050</c:v>
                </c:pt>
                <c:pt idx="965">
                  <c:v>12075</c:v>
                </c:pt>
                <c:pt idx="966">
                  <c:v>12075</c:v>
                </c:pt>
                <c:pt idx="967">
                  <c:v>12100</c:v>
                </c:pt>
                <c:pt idx="968">
                  <c:v>12100</c:v>
                </c:pt>
                <c:pt idx="969">
                  <c:v>12125</c:v>
                </c:pt>
                <c:pt idx="970">
                  <c:v>12125</c:v>
                </c:pt>
                <c:pt idx="971">
                  <c:v>12150</c:v>
                </c:pt>
                <c:pt idx="972">
                  <c:v>12150</c:v>
                </c:pt>
                <c:pt idx="973">
                  <c:v>12175</c:v>
                </c:pt>
                <c:pt idx="974">
                  <c:v>12175</c:v>
                </c:pt>
                <c:pt idx="975">
                  <c:v>12200</c:v>
                </c:pt>
                <c:pt idx="976">
                  <c:v>12200</c:v>
                </c:pt>
                <c:pt idx="977">
                  <c:v>12225</c:v>
                </c:pt>
                <c:pt idx="978">
                  <c:v>12225</c:v>
                </c:pt>
                <c:pt idx="979">
                  <c:v>12250</c:v>
                </c:pt>
                <c:pt idx="980">
                  <c:v>12250</c:v>
                </c:pt>
                <c:pt idx="981">
                  <c:v>12275</c:v>
                </c:pt>
                <c:pt idx="982">
                  <c:v>12275</c:v>
                </c:pt>
                <c:pt idx="983">
                  <c:v>12300</c:v>
                </c:pt>
                <c:pt idx="984">
                  <c:v>12300</c:v>
                </c:pt>
                <c:pt idx="985">
                  <c:v>12325</c:v>
                </c:pt>
                <c:pt idx="986">
                  <c:v>12325</c:v>
                </c:pt>
                <c:pt idx="987">
                  <c:v>12350</c:v>
                </c:pt>
                <c:pt idx="988">
                  <c:v>12350</c:v>
                </c:pt>
                <c:pt idx="989">
                  <c:v>12375</c:v>
                </c:pt>
                <c:pt idx="990">
                  <c:v>12375</c:v>
                </c:pt>
                <c:pt idx="991">
                  <c:v>12400</c:v>
                </c:pt>
                <c:pt idx="992">
                  <c:v>12400</c:v>
                </c:pt>
                <c:pt idx="993">
                  <c:v>12425</c:v>
                </c:pt>
                <c:pt idx="994">
                  <c:v>12425</c:v>
                </c:pt>
                <c:pt idx="995">
                  <c:v>12450</c:v>
                </c:pt>
                <c:pt idx="996">
                  <c:v>12450</c:v>
                </c:pt>
                <c:pt idx="997">
                  <c:v>12475</c:v>
                </c:pt>
                <c:pt idx="998">
                  <c:v>12475</c:v>
                </c:pt>
                <c:pt idx="999">
                  <c:v>12500</c:v>
                </c:pt>
                <c:pt idx="1000">
                  <c:v>12500</c:v>
                </c:pt>
                <c:pt idx="1001">
                  <c:v>12525</c:v>
                </c:pt>
                <c:pt idx="1002">
                  <c:v>12525</c:v>
                </c:pt>
                <c:pt idx="1003">
                  <c:v>12550</c:v>
                </c:pt>
                <c:pt idx="1004">
                  <c:v>12550</c:v>
                </c:pt>
                <c:pt idx="1005">
                  <c:v>12575</c:v>
                </c:pt>
                <c:pt idx="1006">
                  <c:v>12575</c:v>
                </c:pt>
                <c:pt idx="1007">
                  <c:v>12600</c:v>
                </c:pt>
                <c:pt idx="1008">
                  <c:v>12600</c:v>
                </c:pt>
                <c:pt idx="1009">
                  <c:v>12625</c:v>
                </c:pt>
                <c:pt idx="1010">
                  <c:v>12625</c:v>
                </c:pt>
                <c:pt idx="1011">
                  <c:v>12650</c:v>
                </c:pt>
                <c:pt idx="1012">
                  <c:v>12650</c:v>
                </c:pt>
                <c:pt idx="1013">
                  <c:v>12675</c:v>
                </c:pt>
                <c:pt idx="1014">
                  <c:v>12675</c:v>
                </c:pt>
                <c:pt idx="1015">
                  <c:v>12700</c:v>
                </c:pt>
                <c:pt idx="1016">
                  <c:v>12700</c:v>
                </c:pt>
                <c:pt idx="1017">
                  <c:v>12725</c:v>
                </c:pt>
                <c:pt idx="1018">
                  <c:v>12725</c:v>
                </c:pt>
                <c:pt idx="1019">
                  <c:v>12750</c:v>
                </c:pt>
                <c:pt idx="1020">
                  <c:v>12750</c:v>
                </c:pt>
                <c:pt idx="1021">
                  <c:v>12775</c:v>
                </c:pt>
                <c:pt idx="1022">
                  <c:v>12775</c:v>
                </c:pt>
                <c:pt idx="1023">
                  <c:v>12800</c:v>
                </c:pt>
                <c:pt idx="1024">
                  <c:v>12800</c:v>
                </c:pt>
                <c:pt idx="1025">
                  <c:v>12825</c:v>
                </c:pt>
                <c:pt idx="1026">
                  <c:v>12825</c:v>
                </c:pt>
                <c:pt idx="1027">
                  <c:v>12850</c:v>
                </c:pt>
                <c:pt idx="1028">
                  <c:v>12850</c:v>
                </c:pt>
                <c:pt idx="1029">
                  <c:v>12875</c:v>
                </c:pt>
                <c:pt idx="1030">
                  <c:v>12875</c:v>
                </c:pt>
                <c:pt idx="1031">
                  <c:v>12900</c:v>
                </c:pt>
                <c:pt idx="1032">
                  <c:v>12900</c:v>
                </c:pt>
                <c:pt idx="1033">
                  <c:v>12925</c:v>
                </c:pt>
                <c:pt idx="1034">
                  <c:v>12925</c:v>
                </c:pt>
                <c:pt idx="1035">
                  <c:v>12950</c:v>
                </c:pt>
                <c:pt idx="1036">
                  <c:v>12950</c:v>
                </c:pt>
                <c:pt idx="1037">
                  <c:v>12975</c:v>
                </c:pt>
                <c:pt idx="1038">
                  <c:v>12975</c:v>
                </c:pt>
                <c:pt idx="1039">
                  <c:v>13000</c:v>
                </c:pt>
                <c:pt idx="1040">
                  <c:v>13000</c:v>
                </c:pt>
                <c:pt idx="1041">
                  <c:v>13025</c:v>
                </c:pt>
                <c:pt idx="1042">
                  <c:v>13025</c:v>
                </c:pt>
                <c:pt idx="1043">
                  <c:v>13050</c:v>
                </c:pt>
                <c:pt idx="1044">
                  <c:v>13050</c:v>
                </c:pt>
                <c:pt idx="1045">
                  <c:v>13075</c:v>
                </c:pt>
                <c:pt idx="1046">
                  <c:v>13075</c:v>
                </c:pt>
                <c:pt idx="1047">
                  <c:v>13100</c:v>
                </c:pt>
                <c:pt idx="1048">
                  <c:v>13100</c:v>
                </c:pt>
                <c:pt idx="1049">
                  <c:v>13125</c:v>
                </c:pt>
                <c:pt idx="1050">
                  <c:v>13125</c:v>
                </c:pt>
                <c:pt idx="1051">
                  <c:v>13150</c:v>
                </c:pt>
                <c:pt idx="1052">
                  <c:v>13150</c:v>
                </c:pt>
                <c:pt idx="1053">
                  <c:v>13175</c:v>
                </c:pt>
                <c:pt idx="1054">
                  <c:v>13175</c:v>
                </c:pt>
                <c:pt idx="1055">
                  <c:v>13200</c:v>
                </c:pt>
                <c:pt idx="1056">
                  <c:v>13200</c:v>
                </c:pt>
                <c:pt idx="1057">
                  <c:v>13225</c:v>
                </c:pt>
                <c:pt idx="1058">
                  <c:v>13225</c:v>
                </c:pt>
                <c:pt idx="1059">
                  <c:v>13250</c:v>
                </c:pt>
                <c:pt idx="1060">
                  <c:v>13250</c:v>
                </c:pt>
                <c:pt idx="1061">
                  <c:v>13275</c:v>
                </c:pt>
                <c:pt idx="1062">
                  <c:v>13275</c:v>
                </c:pt>
                <c:pt idx="1063">
                  <c:v>13300</c:v>
                </c:pt>
                <c:pt idx="1064">
                  <c:v>13300</c:v>
                </c:pt>
                <c:pt idx="1065">
                  <c:v>13325</c:v>
                </c:pt>
                <c:pt idx="1066">
                  <c:v>13325</c:v>
                </c:pt>
                <c:pt idx="1067">
                  <c:v>13350</c:v>
                </c:pt>
                <c:pt idx="1068">
                  <c:v>13350</c:v>
                </c:pt>
                <c:pt idx="1069">
                  <c:v>13375</c:v>
                </c:pt>
                <c:pt idx="1070">
                  <c:v>13375</c:v>
                </c:pt>
                <c:pt idx="1071">
                  <c:v>13400</c:v>
                </c:pt>
                <c:pt idx="1072">
                  <c:v>13400</c:v>
                </c:pt>
                <c:pt idx="1073">
                  <c:v>13425</c:v>
                </c:pt>
                <c:pt idx="1074">
                  <c:v>13425</c:v>
                </c:pt>
                <c:pt idx="1075">
                  <c:v>13450</c:v>
                </c:pt>
                <c:pt idx="1076">
                  <c:v>13450</c:v>
                </c:pt>
                <c:pt idx="1077">
                  <c:v>13475</c:v>
                </c:pt>
                <c:pt idx="1078">
                  <c:v>13475</c:v>
                </c:pt>
                <c:pt idx="1079">
                  <c:v>13500</c:v>
                </c:pt>
                <c:pt idx="1080">
                  <c:v>13500</c:v>
                </c:pt>
                <c:pt idx="1081">
                  <c:v>13525</c:v>
                </c:pt>
                <c:pt idx="1082">
                  <c:v>13525</c:v>
                </c:pt>
                <c:pt idx="1083">
                  <c:v>13550</c:v>
                </c:pt>
                <c:pt idx="1084">
                  <c:v>13550</c:v>
                </c:pt>
                <c:pt idx="1085">
                  <c:v>13575</c:v>
                </c:pt>
                <c:pt idx="1086">
                  <c:v>13575</c:v>
                </c:pt>
                <c:pt idx="1087">
                  <c:v>13600</c:v>
                </c:pt>
                <c:pt idx="1088">
                  <c:v>13600</c:v>
                </c:pt>
                <c:pt idx="1089">
                  <c:v>13625</c:v>
                </c:pt>
                <c:pt idx="1090">
                  <c:v>13625</c:v>
                </c:pt>
                <c:pt idx="1091">
                  <c:v>13650</c:v>
                </c:pt>
                <c:pt idx="1092">
                  <c:v>13650</c:v>
                </c:pt>
                <c:pt idx="1093">
                  <c:v>13675</c:v>
                </c:pt>
                <c:pt idx="1094">
                  <c:v>13675</c:v>
                </c:pt>
                <c:pt idx="1095">
                  <c:v>13700</c:v>
                </c:pt>
                <c:pt idx="1096">
                  <c:v>13700</c:v>
                </c:pt>
                <c:pt idx="1097">
                  <c:v>13725</c:v>
                </c:pt>
                <c:pt idx="1098">
                  <c:v>13725</c:v>
                </c:pt>
                <c:pt idx="1099">
                  <c:v>13750</c:v>
                </c:pt>
                <c:pt idx="1100">
                  <c:v>13750</c:v>
                </c:pt>
                <c:pt idx="1101">
                  <c:v>13775</c:v>
                </c:pt>
                <c:pt idx="1102">
                  <c:v>13775</c:v>
                </c:pt>
                <c:pt idx="1103">
                  <c:v>13800</c:v>
                </c:pt>
                <c:pt idx="1104">
                  <c:v>13800</c:v>
                </c:pt>
                <c:pt idx="1105">
                  <c:v>13825</c:v>
                </c:pt>
                <c:pt idx="1106">
                  <c:v>13825</c:v>
                </c:pt>
                <c:pt idx="1107">
                  <c:v>13850</c:v>
                </c:pt>
                <c:pt idx="1108">
                  <c:v>13850</c:v>
                </c:pt>
                <c:pt idx="1109">
                  <c:v>13875</c:v>
                </c:pt>
                <c:pt idx="1110">
                  <c:v>13875</c:v>
                </c:pt>
                <c:pt idx="1111">
                  <c:v>13900</c:v>
                </c:pt>
                <c:pt idx="1112">
                  <c:v>13900</c:v>
                </c:pt>
                <c:pt idx="1113">
                  <c:v>13925</c:v>
                </c:pt>
                <c:pt idx="1114">
                  <c:v>13925</c:v>
                </c:pt>
                <c:pt idx="1115">
                  <c:v>13950</c:v>
                </c:pt>
                <c:pt idx="1116">
                  <c:v>13950</c:v>
                </c:pt>
                <c:pt idx="1117">
                  <c:v>13975</c:v>
                </c:pt>
                <c:pt idx="1118">
                  <c:v>13975</c:v>
                </c:pt>
                <c:pt idx="1119">
                  <c:v>14000</c:v>
                </c:pt>
                <c:pt idx="1120">
                  <c:v>14000</c:v>
                </c:pt>
                <c:pt idx="1121">
                  <c:v>14025</c:v>
                </c:pt>
                <c:pt idx="1122">
                  <c:v>14025</c:v>
                </c:pt>
                <c:pt idx="1123">
                  <c:v>14050</c:v>
                </c:pt>
                <c:pt idx="1124">
                  <c:v>14050</c:v>
                </c:pt>
                <c:pt idx="1125">
                  <c:v>14075</c:v>
                </c:pt>
                <c:pt idx="1126">
                  <c:v>14075</c:v>
                </c:pt>
                <c:pt idx="1127">
                  <c:v>14100</c:v>
                </c:pt>
                <c:pt idx="1128">
                  <c:v>14100</c:v>
                </c:pt>
                <c:pt idx="1129">
                  <c:v>14125</c:v>
                </c:pt>
                <c:pt idx="1130">
                  <c:v>14125</c:v>
                </c:pt>
                <c:pt idx="1131">
                  <c:v>14150</c:v>
                </c:pt>
                <c:pt idx="1132">
                  <c:v>14150</c:v>
                </c:pt>
                <c:pt idx="1133">
                  <c:v>14175</c:v>
                </c:pt>
                <c:pt idx="1134">
                  <c:v>14175</c:v>
                </c:pt>
                <c:pt idx="1135">
                  <c:v>14200</c:v>
                </c:pt>
                <c:pt idx="1136">
                  <c:v>14200</c:v>
                </c:pt>
                <c:pt idx="1137">
                  <c:v>14225</c:v>
                </c:pt>
                <c:pt idx="1138">
                  <c:v>14225</c:v>
                </c:pt>
                <c:pt idx="1139">
                  <c:v>14250</c:v>
                </c:pt>
                <c:pt idx="1140">
                  <c:v>14250</c:v>
                </c:pt>
                <c:pt idx="1141">
                  <c:v>14275</c:v>
                </c:pt>
                <c:pt idx="1142">
                  <c:v>14275</c:v>
                </c:pt>
                <c:pt idx="1143">
                  <c:v>14300</c:v>
                </c:pt>
                <c:pt idx="1144">
                  <c:v>14300</c:v>
                </c:pt>
                <c:pt idx="1145">
                  <c:v>14325</c:v>
                </c:pt>
                <c:pt idx="1146">
                  <c:v>14325</c:v>
                </c:pt>
                <c:pt idx="1147">
                  <c:v>14350</c:v>
                </c:pt>
                <c:pt idx="1148">
                  <c:v>14350</c:v>
                </c:pt>
                <c:pt idx="1149">
                  <c:v>14375</c:v>
                </c:pt>
                <c:pt idx="1150">
                  <c:v>14375</c:v>
                </c:pt>
                <c:pt idx="1151">
                  <c:v>14400</c:v>
                </c:pt>
                <c:pt idx="1152">
                  <c:v>14400</c:v>
                </c:pt>
                <c:pt idx="1153">
                  <c:v>14425</c:v>
                </c:pt>
                <c:pt idx="1154">
                  <c:v>14425</c:v>
                </c:pt>
                <c:pt idx="1155">
                  <c:v>14450</c:v>
                </c:pt>
                <c:pt idx="1156">
                  <c:v>14450</c:v>
                </c:pt>
                <c:pt idx="1157">
                  <c:v>14475</c:v>
                </c:pt>
                <c:pt idx="1158">
                  <c:v>14475</c:v>
                </c:pt>
                <c:pt idx="1159">
                  <c:v>14500</c:v>
                </c:pt>
                <c:pt idx="1160">
                  <c:v>14500</c:v>
                </c:pt>
                <c:pt idx="1161">
                  <c:v>14525</c:v>
                </c:pt>
                <c:pt idx="1162">
                  <c:v>14525</c:v>
                </c:pt>
                <c:pt idx="1163">
                  <c:v>14550</c:v>
                </c:pt>
                <c:pt idx="1164">
                  <c:v>14550</c:v>
                </c:pt>
                <c:pt idx="1165">
                  <c:v>14575</c:v>
                </c:pt>
                <c:pt idx="1166">
                  <c:v>14575</c:v>
                </c:pt>
                <c:pt idx="1167">
                  <c:v>14600</c:v>
                </c:pt>
                <c:pt idx="1168">
                  <c:v>14600</c:v>
                </c:pt>
                <c:pt idx="1169">
                  <c:v>14625</c:v>
                </c:pt>
                <c:pt idx="1170">
                  <c:v>14625</c:v>
                </c:pt>
                <c:pt idx="1171">
                  <c:v>14650</c:v>
                </c:pt>
                <c:pt idx="1172">
                  <c:v>14650</c:v>
                </c:pt>
                <c:pt idx="1173">
                  <c:v>14675</c:v>
                </c:pt>
                <c:pt idx="1174">
                  <c:v>14675</c:v>
                </c:pt>
                <c:pt idx="1175">
                  <c:v>14700</c:v>
                </c:pt>
                <c:pt idx="1176">
                  <c:v>14700</c:v>
                </c:pt>
                <c:pt idx="1177">
                  <c:v>14725</c:v>
                </c:pt>
                <c:pt idx="1178">
                  <c:v>14725</c:v>
                </c:pt>
                <c:pt idx="1179">
                  <c:v>14750</c:v>
                </c:pt>
                <c:pt idx="1180">
                  <c:v>14750</c:v>
                </c:pt>
                <c:pt idx="1181">
                  <c:v>14775</c:v>
                </c:pt>
                <c:pt idx="1182">
                  <c:v>14775</c:v>
                </c:pt>
                <c:pt idx="1183">
                  <c:v>14800</c:v>
                </c:pt>
                <c:pt idx="1184">
                  <c:v>14800</c:v>
                </c:pt>
                <c:pt idx="1185">
                  <c:v>14825</c:v>
                </c:pt>
                <c:pt idx="1186">
                  <c:v>14825</c:v>
                </c:pt>
                <c:pt idx="1187">
                  <c:v>14850</c:v>
                </c:pt>
                <c:pt idx="1188">
                  <c:v>14850</c:v>
                </c:pt>
                <c:pt idx="1189">
                  <c:v>14875</c:v>
                </c:pt>
                <c:pt idx="1190">
                  <c:v>14875</c:v>
                </c:pt>
                <c:pt idx="1191">
                  <c:v>14900</c:v>
                </c:pt>
                <c:pt idx="1192">
                  <c:v>14900</c:v>
                </c:pt>
                <c:pt idx="1193">
                  <c:v>14925</c:v>
                </c:pt>
                <c:pt idx="1194">
                  <c:v>14925</c:v>
                </c:pt>
                <c:pt idx="1195">
                  <c:v>14950</c:v>
                </c:pt>
                <c:pt idx="1196">
                  <c:v>14950</c:v>
                </c:pt>
                <c:pt idx="1197">
                  <c:v>14975</c:v>
                </c:pt>
                <c:pt idx="1198">
                  <c:v>14975</c:v>
                </c:pt>
                <c:pt idx="1199">
                  <c:v>15000</c:v>
                </c:pt>
                <c:pt idx="1200">
                  <c:v>15000</c:v>
                </c:pt>
                <c:pt idx="1201">
                  <c:v>15025</c:v>
                </c:pt>
                <c:pt idx="1202">
                  <c:v>15025</c:v>
                </c:pt>
                <c:pt idx="1203">
                  <c:v>15050</c:v>
                </c:pt>
                <c:pt idx="1204">
                  <c:v>15050</c:v>
                </c:pt>
                <c:pt idx="1205">
                  <c:v>15075</c:v>
                </c:pt>
                <c:pt idx="1206">
                  <c:v>15075</c:v>
                </c:pt>
                <c:pt idx="1207">
                  <c:v>15100</c:v>
                </c:pt>
                <c:pt idx="1208">
                  <c:v>15100</c:v>
                </c:pt>
                <c:pt idx="1209">
                  <c:v>15125</c:v>
                </c:pt>
                <c:pt idx="1210">
                  <c:v>15125</c:v>
                </c:pt>
                <c:pt idx="1211">
                  <c:v>15150</c:v>
                </c:pt>
                <c:pt idx="1212">
                  <c:v>15150</c:v>
                </c:pt>
                <c:pt idx="1213">
                  <c:v>15175</c:v>
                </c:pt>
                <c:pt idx="1214">
                  <c:v>15175</c:v>
                </c:pt>
                <c:pt idx="1215">
                  <c:v>15200</c:v>
                </c:pt>
                <c:pt idx="1216">
                  <c:v>15200</c:v>
                </c:pt>
                <c:pt idx="1217">
                  <c:v>15225</c:v>
                </c:pt>
                <c:pt idx="1218">
                  <c:v>15225</c:v>
                </c:pt>
                <c:pt idx="1219">
                  <c:v>15250</c:v>
                </c:pt>
                <c:pt idx="1220">
                  <c:v>15250</c:v>
                </c:pt>
                <c:pt idx="1221">
                  <c:v>15275</c:v>
                </c:pt>
                <c:pt idx="1222">
                  <c:v>15275</c:v>
                </c:pt>
                <c:pt idx="1223">
                  <c:v>15300</c:v>
                </c:pt>
                <c:pt idx="1224">
                  <c:v>15300</c:v>
                </c:pt>
                <c:pt idx="1225">
                  <c:v>15325</c:v>
                </c:pt>
                <c:pt idx="1226">
                  <c:v>15325</c:v>
                </c:pt>
                <c:pt idx="1227">
                  <c:v>15350</c:v>
                </c:pt>
                <c:pt idx="1228">
                  <c:v>15350</c:v>
                </c:pt>
                <c:pt idx="1229">
                  <c:v>15375</c:v>
                </c:pt>
                <c:pt idx="1230">
                  <c:v>15375</c:v>
                </c:pt>
                <c:pt idx="1231">
                  <c:v>15400</c:v>
                </c:pt>
                <c:pt idx="1232">
                  <c:v>15400</c:v>
                </c:pt>
                <c:pt idx="1233">
                  <c:v>15425</c:v>
                </c:pt>
                <c:pt idx="1234">
                  <c:v>15425</c:v>
                </c:pt>
                <c:pt idx="1235">
                  <c:v>15450</c:v>
                </c:pt>
                <c:pt idx="1236">
                  <c:v>15450</c:v>
                </c:pt>
                <c:pt idx="1237">
                  <c:v>15475</c:v>
                </c:pt>
                <c:pt idx="1238">
                  <c:v>15475</c:v>
                </c:pt>
                <c:pt idx="1239">
                  <c:v>15500</c:v>
                </c:pt>
                <c:pt idx="1240">
                  <c:v>15500</c:v>
                </c:pt>
                <c:pt idx="1241">
                  <c:v>15525</c:v>
                </c:pt>
                <c:pt idx="1242">
                  <c:v>15525</c:v>
                </c:pt>
                <c:pt idx="1243">
                  <c:v>15550</c:v>
                </c:pt>
                <c:pt idx="1244">
                  <c:v>15550</c:v>
                </c:pt>
                <c:pt idx="1245">
                  <c:v>15575</c:v>
                </c:pt>
                <c:pt idx="1246">
                  <c:v>15575</c:v>
                </c:pt>
                <c:pt idx="1247">
                  <c:v>15600</c:v>
                </c:pt>
                <c:pt idx="1248">
                  <c:v>15600</c:v>
                </c:pt>
                <c:pt idx="1249">
                  <c:v>15625</c:v>
                </c:pt>
                <c:pt idx="1250">
                  <c:v>15625</c:v>
                </c:pt>
                <c:pt idx="1251">
                  <c:v>15650</c:v>
                </c:pt>
                <c:pt idx="1252">
                  <c:v>15650</c:v>
                </c:pt>
                <c:pt idx="1253">
                  <c:v>15675</c:v>
                </c:pt>
                <c:pt idx="1254">
                  <c:v>15675</c:v>
                </c:pt>
                <c:pt idx="1255">
                  <c:v>15700</c:v>
                </c:pt>
                <c:pt idx="1256">
                  <c:v>15700</c:v>
                </c:pt>
                <c:pt idx="1257">
                  <c:v>15725</c:v>
                </c:pt>
                <c:pt idx="1258">
                  <c:v>15725</c:v>
                </c:pt>
                <c:pt idx="1259">
                  <c:v>15750</c:v>
                </c:pt>
                <c:pt idx="1260">
                  <c:v>15750</c:v>
                </c:pt>
                <c:pt idx="1261">
                  <c:v>15775</c:v>
                </c:pt>
                <c:pt idx="1262">
                  <c:v>15775</c:v>
                </c:pt>
                <c:pt idx="1263">
                  <c:v>15800</c:v>
                </c:pt>
                <c:pt idx="1264">
                  <c:v>15800</c:v>
                </c:pt>
                <c:pt idx="1265">
                  <c:v>15825</c:v>
                </c:pt>
                <c:pt idx="1266">
                  <c:v>15825</c:v>
                </c:pt>
                <c:pt idx="1267">
                  <c:v>15850</c:v>
                </c:pt>
                <c:pt idx="1268">
                  <c:v>15850</c:v>
                </c:pt>
                <c:pt idx="1269">
                  <c:v>15875</c:v>
                </c:pt>
                <c:pt idx="1270">
                  <c:v>15875</c:v>
                </c:pt>
                <c:pt idx="1271">
                  <c:v>15900</c:v>
                </c:pt>
                <c:pt idx="1272">
                  <c:v>15900</c:v>
                </c:pt>
                <c:pt idx="1273">
                  <c:v>15925</c:v>
                </c:pt>
                <c:pt idx="1274">
                  <c:v>15925</c:v>
                </c:pt>
                <c:pt idx="1275">
                  <c:v>15950</c:v>
                </c:pt>
                <c:pt idx="1276">
                  <c:v>15950</c:v>
                </c:pt>
                <c:pt idx="1277">
                  <c:v>15975</c:v>
                </c:pt>
                <c:pt idx="1278">
                  <c:v>15975</c:v>
                </c:pt>
                <c:pt idx="1279">
                  <c:v>16000</c:v>
                </c:pt>
                <c:pt idx="1280">
                  <c:v>16000</c:v>
                </c:pt>
                <c:pt idx="1281">
                  <c:v>16025</c:v>
                </c:pt>
                <c:pt idx="1282">
                  <c:v>16025</c:v>
                </c:pt>
                <c:pt idx="1283">
                  <c:v>16050</c:v>
                </c:pt>
                <c:pt idx="1284">
                  <c:v>16050</c:v>
                </c:pt>
                <c:pt idx="1285">
                  <c:v>16075</c:v>
                </c:pt>
                <c:pt idx="1286">
                  <c:v>16075</c:v>
                </c:pt>
                <c:pt idx="1287">
                  <c:v>16100</c:v>
                </c:pt>
                <c:pt idx="1288">
                  <c:v>16100</c:v>
                </c:pt>
                <c:pt idx="1289">
                  <c:v>16125</c:v>
                </c:pt>
                <c:pt idx="1290">
                  <c:v>16125</c:v>
                </c:pt>
                <c:pt idx="1291">
                  <c:v>16150</c:v>
                </c:pt>
                <c:pt idx="1292">
                  <c:v>16150</c:v>
                </c:pt>
                <c:pt idx="1293">
                  <c:v>16175</c:v>
                </c:pt>
                <c:pt idx="1294">
                  <c:v>16175</c:v>
                </c:pt>
                <c:pt idx="1295">
                  <c:v>16200</c:v>
                </c:pt>
                <c:pt idx="1296">
                  <c:v>16200</c:v>
                </c:pt>
                <c:pt idx="1297">
                  <c:v>16225</c:v>
                </c:pt>
                <c:pt idx="1298">
                  <c:v>16225</c:v>
                </c:pt>
                <c:pt idx="1299">
                  <c:v>16250</c:v>
                </c:pt>
                <c:pt idx="1300">
                  <c:v>16250</c:v>
                </c:pt>
                <c:pt idx="1301">
                  <c:v>16275</c:v>
                </c:pt>
                <c:pt idx="1302">
                  <c:v>16275</c:v>
                </c:pt>
                <c:pt idx="1303">
                  <c:v>16300</c:v>
                </c:pt>
                <c:pt idx="1304">
                  <c:v>16300</c:v>
                </c:pt>
                <c:pt idx="1305">
                  <c:v>16325</c:v>
                </c:pt>
                <c:pt idx="1306">
                  <c:v>16325</c:v>
                </c:pt>
                <c:pt idx="1307">
                  <c:v>16350</c:v>
                </c:pt>
                <c:pt idx="1308">
                  <c:v>16350</c:v>
                </c:pt>
                <c:pt idx="1309">
                  <c:v>16375</c:v>
                </c:pt>
                <c:pt idx="1310">
                  <c:v>16375</c:v>
                </c:pt>
                <c:pt idx="1311">
                  <c:v>16400</c:v>
                </c:pt>
                <c:pt idx="1312">
                  <c:v>16400</c:v>
                </c:pt>
                <c:pt idx="1313">
                  <c:v>16425</c:v>
                </c:pt>
                <c:pt idx="1314">
                  <c:v>16425</c:v>
                </c:pt>
                <c:pt idx="1315">
                  <c:v>16450</c:v>
                </c:pt>
                <c:pt idx="1316">
                  <c:v>16450</c:v>
                </c:pt>
                <c:pt idx="1317">
                  <c:v>16475</c:v>
                </c:pt>
                <c:pt idx="1318">
                  <c:v>16475</c:v>
                </c:pt>
                <c:pt idx="1319">
                  <c:v>16500</c:v>
                </c:pt>
                <c:pt idx="1320">
                  <c:v>16500</c:v>
                </c:pt>
                <c:pt idx="1321">
                  <c:v>16525</c:v>
                </c:pt>
                <c:pt idx="1322">
                  <c:v>16525</c:v>
                </c:pt>
                <c:pt idx="1323">
                  <c:v>16550</c:v>
                </c:pt>
                <c:pt idx="1324">
                  <c:v>16550</c:v>
                </c:pt>
                <c:pt idx="1325">
                  <c:v>16575</c:v>
                </c:pt>
                <c:pt idx="1326">
                  <c:v>16575</c:v>
                </c:pt>
                <c:pt idx="1327">
                  <c:v>16600</c:v>
                </c:pt>
                <c:pt idx="1328">
                  <c:v>16600</c:v>
                </c:pt>
                <c:pt idx="1329">
                  <c:v>16625</c:v>
                </c:pt>
                <c:pt idx="1330">
                  <c:v>16625</c:v>
                </c:pt>
                <c:pt idx="1331">
                  <c:v>16650</c:v>
                </c:pt>
                <c:pt idx="1332">
                  <c:v>16650</c:v>
                </c:pt>
                <c:pt idx="1333">
                  <c:v>16675</c:v>
                </c:pt>
                <c:pt idx="1334">
                  <c:v>16675</c:v>
                </c:pt>
                <c:pt idx="1335">
                  <c:v>16700</c:v>
                </c:pt>
                <c:pt idx="1336">
                  <c:v>16700</c:v>
                </c:pt>
                <c:pt idx="1337">
                  <c:v>16725</c:v>
                </c:pt>
                <c:pt idx="1338">
                  <c:v>16725</c:v>
                </c:pt>
                <c:pt idx="1339">
                  <c:v>16750</c:v>
                </c:pt>
                <c:pt idx="1340">
                  <c:v>16750</c:v>
                </c:pt>
                <c:pt idx="1341">
                  <c:v>16775</c:v>
                </c:pt>
                <c:pt idx="1342">
                  <c:v>16775</c:v>
                </c:pt>
                <c:pt idx="1343">
                  <c:v>16800</c:v>
                </c:pt>
                <c:pt idx="1344">
                  <c:v>16800</c:v>
                </c:pt>
                <c:pt idx="1345">
                  <c:v>16825</c:v>
                </c:pt>
                <c:pt idx="1346">
                  <c:v>16825</c:v>
                </c:pt>
                <c:pt idx="1347">
                  <c:v>16850</c:v>
                </c:pt>
                <c:pt idx="1348">
                  <c:v>16850</c:v>
                </c:pt>
                <c:pt idx="1349">
                  <c:v>16875</c:v>
                </c:pt>
                <c:pt idx="1350">
                  <c:v>16875</c:v>
                </c:pt>
                <c:pt idx="1351">
                  <c:v>16900</c:v>
                </c:pt>
                <c:pt idx="1352">
                  <c:v>16900</c:v>
                </c:pt>
                <c:pt idx="1353">
                  <c:v>16925</c:v>
                </c:pt>
                <c:pt idx="1354">
                  <c:v>16925</c:v>
                </c:pt>
                <c:pt idx="1355">
                  <c:v>16950</c:v>
                </c:pt>
                <c:pt idx="1356">
                  <c:v>16950</c:v>
                </c:pt>
                <c:pt idx="1357">
                  <c:v>16975</c:v>
                </c:pt>
                <c:pt idx="1358">
                  <c:v>16975</c:v>
                </c:pt>
                <c:pt idx="1359">
                  <c:v>17000</c:v>
                </c:pt>
                <c:pt idx="1360">
                  <c:v>17000</c:v>
                </c:pt>
                <c:pt idx="1361">
                  <c:v>17025</c:v>
                </c:pt>
                <c:pt idx="1362">
                  <c:v>17025</c:v>
                </c:pt>
                <c:pt idx="1363">
                  <c:v>17050</c:v>
                </c:pt>
                <c:pt idx="1364">
                  <c:v>17050</c:v>
                </c:pt>
                <c:pt idx="1365">
                  <c:v>17075</c:v>
                </c:pt>
                <c:pt idx="1366">
                  <c:v>17075</c:v>
                </c:pt>
                <c:pt idx="1367">
                  <c:v>17100</c:v>
                </c:pt>
                <c:pt idx="1368">
                  <c:v>17100</c:v>
                </c:pt>
                <c:pt idx="1369">
                  <c:v>17125</c:v>
                </c:pt>
                <c:pt idx="1370">
                  <c:v>17125</c:v>
                </c:pt>
                <c:pt idx="1371">
                  <c:v>17150</c:v>
                </c:pt>
                <c:pt idx="1372">
                  <c:v>17150</c:v>
                </c:pt>
                <c:pt idx="1373">
                  <c:v>17175</c:v>
                </c:pt>
                <c:pt idx="1374">
                  <c:v>17175</c:v>
                </c:pt>
                <c:pt idx="1375">
                  <c:v>17200</c:v>
                </c:pt>
                <c:pt idx="1376">
                  <c:v>17200</c:v>
                </c:pt>
                <c:pt idx="1377">
                  <c:v>17225</c:v>
                </c:pt>
                <c:pt idx="1378">
                  <c:v>17225</c:v>
                </c:pt>
                <c:pt idx="1379">
                  <c:v>17250</c:v>
                </c:pt>
                <c:pt idx="1380">
                  <c:v>17250</c:v>
                </c:pt>
                <c:pt idx="1381">
                  <c:v>17275</c:v>
                </c:pt>
                <c:pt idx="1382">
                  <c:v>17275</c:v>
                </c:pt>
                <c:pt idx="1383">
                  <c:v>17300</c:v>
                </c:pt>
                <c:pt idx="1384">
                  <c:v>17300</c:v>
                </c:pt>
                <c:pt idx="1385">
                  <c:v>17325</c:v>
                </c:pt>
                <c:pt idx="1386">
                  <c:v>17325</c:v>
                </c:pt>
                <c:pt idx="1387">
                  <c:v>17350</c:v>
                </c:pt>
                <c:pt idx="1388">
                  <c:v>17350</c:v>
                </c:pt>
                <c:pt idx="1389">
                  <c:v>17375</c:v>
                </c:pt>
                <c:pt idx="1390">
                  <c:v>17375</c:v>
                </c:pt>
                <c:pt idx="1391">
                  <c:v>17400</c:v>
                </c:pt>
                <c:pt idx="1392">
                  <c:v>17400</c:v>
                </c:pt>
                <c:pt idx="1393">
                  <c:v>17425</c:v>
                </c:pt>
                <c:pt idx="1394">
                  <c:v>17425</c:v>
                </c:pt>
                <c:pt idx="1395">
                  <c:v>17450</c:v>
                </c:pt>
                <c:pt idx="1396">
                  <c:v>17450</c:v>
                </c:pt>
                <c:pt idx="1397">
                  <c:v>17475</c:v>
                </c:pt>
                <c:pt idx="1398">
                  <c:v>17475</c:v>
                </c:pt>
                <c:pt idx="1399">
                  <c:v>17500</c:v>
                </c:pt>
                <c:pt idx="1400">
                  <c:v>17500</c:v>
                </c:pt>
                <c:pt idx="1401">
                  <c:v>17525</c:v>
                </c:pt>
                <c:pt idx="1402">
                  <c:v>17525</c:v>
                </c:pt>
                <c:pt idx="1403">
                  <c:v>17550</c:v>
                </c:pt>
                <c:pt idx="1404">
                  <c:v>17550</c:v>
                </c:pt>
                <c:pt idx="1405">
                  <c:v>17575</c:v>
                </c:pt>
                <c:pt idx="1406">
                  <c:v>17575</c:v>
                </c:pt>
                <c:pt idx="1407">
                  <c:v>17600</c:v>
                </c:pt>
                <c:pt idx="1408">
                  <c:v>17600</c:v>
                </c:pt>
                <c:pt idx="1409">
                  <c:v>17625</c:v>
                </c:pt>
                <c:pt idx="1410">
                  <c:v>17625</c:v>
                </c:pt>
                <c:pt idx="1411">
                  <c:v>17650</c:v>
                </c:pt>
                <c:pt idx="1412">
                  <c:v>17650</c:v>
                </c:pt>
                <c:pt idx="1413">
                  <c:v>17675</c:v>
                </c:pt>
                <c:pt idx="1414">
                  <c:v>17675</c:v>
                </c:pt>
                <c:pt idx="1415">
                  <c:v>17700</c:v>
                </c:pt>
                <c:pt idx="1416">
                  <c:v>17700</c:v>
                </c:pt>
                <c:pt idx="1417">
                  <c:v>17725</c:v>
                </c:pt>
                <c:pt idx="1418">
                  <c:v>17725</c:v>
                </c:pt>
                <c:pt idx="1419">
                  <c:v>17750</c:v>
                </c:pt>
                <c:pt idx="1420">
                  <c:v>17750</c:v>
                </c:pt>
                <c:pt idx="1421">
                  <c:v>17775</c:v>
                </c:pt>
                <c:pt idx="1422">
                  <c:v>17775</c:v>
                </c:pt>
                <c:pt idx="1423">
                  <c:v>17800</c:v>
                </c:pt>
                <c:pt idx="1424">
                  <c:v>17800</c:v>
                </c:pt>
                <c:pt idx="1425">
                  <c:v>17825</c:v>
                </c:pt>
                <c:pt idx="1426">
                  <c:v>17825</c:v>
                </c:pt>
                <c:pt idx="1427">
                  <c:v>17850</c:v>
                </c:pt>
                <c:pt idx="1428">
                  <c:v>17850</c:v>
                </c:pt>
                <c:pt idx="1429">
                  <c:v>17875</c:v>
                </c:pt>
                <c:pt idx="1430">
                  <c:v>17875</c:v>
                </c:pt>
                <c:pt idx="1431">
                  <c:v>17900</c:v>
                </c:pt>
                <c:pt idx="1432">
                  <c:v>17900</c:v>
                </c:pt>
                <c:pt idx="1433">
                  <c:v>17925</c:v>
                </c:pt>
                <c:pt idx="1434">
                  <c:v>17925</c:v>
                </c:pt>
                <c:pt idx="1435">
                  <c:v>17950</c:v>
                </c:pt>
                <c:pt idx="1436">
                  <c:v>17950</c:v>
                </c:pt>
                <c:pt idx="1437">
                  <c:v>17975</c:v>
                </c:pt>
                <c:pt idx="1438">
                  <c:v>17975</c:v>
                </c:pt>
                <c:pt idx="1439">
                  <c:v>18000</c:v>
                </c:pt>
                <c:pt idx="1440">
                  <c:v>18000</c:v>
                </c:pt>
                <c:pt idx="1441">
                  <c:v>18025</c:v>
                </c:pt>
                <c:pt idx="1442">
                  <c:v>18025</c:v>
                </c:pt>
                <c:pt idx="1443">
                  <c:v>18050</c:v>
                </c:pt>
                <c:pt idx="1444">
                  <c:v>18050</c:v>
                </c:pt>
                <c:pt idx="1445">
                  <c:v>18075</c:v>
                </c:pt>
                <c:pt idx="1446">
                  <c:v>18075</c:v>
                </c:pt>
                <c:pt idx="1447">
                  <c:v>18100</c:v>
                </c:pt>
                <c:pt idx="1448">
                  <c:v>18100</c:v>
                </c:pt>
                <c:pt idx="1449">
                  <c:v>18125</c:v>
                </c:pt>
                <c:pt idx="1450">
                  <c:v>18125</c:v>
                </c:pt>
                <c:pt idx="1451">
                  <c:v>18150</c:v>
                </c:pt>
                <c:pt idx="1452">
                  <c:v>18150</c:v>
                </c:pt>
                <c:pt idx="1453">
                  <c:v>18175</c:v>
                </c:pt>
                <c:pt idx="1454">
                  <c:v>18175</c:v>
                </c:pt>
                <c:pt idx="1455">
                  <c:v>18200</c:v>
                </c:pt>
                <c:pt idx="1456">
                  <c:v>18200</c:v>
                </c:pt>
                <c:pt idx="1457">
                  <c:v>18225</c:v>
                </c:pt>
                <c:pt idx="1458">
                  <c:v>18225</c:v>
                </c:pt>
                <c:pt idx="1459">
                  <c:v>18250</c:v>
                </c:pt>
                <c:pt idx="1460">
                  <c:v>18250</c:v>
                </c:pt>
                <c:pt idx="1461">
                  <c:v>18275</c:v>
                </c:pt>
                <c:pt idx="1462">
                  <c:v>18275</c:v>
                </c:pt>
                <c:pt idx="1463">
                  <c:v>18300</c:v>
                </c:pt>
                <c:pt idx="1464">
                  <c:v>18300</c:v>
                </c:pt>
                <c:pt idx="1465">
                  <c:v>18325</c:v>
                </c:pt>
                <c:pt idx="1466">
                  <c:v>18325</c:v>
                </c:pt>
                <c:pt idx="1467">
                  <c:v>18350</c:v>
                </c:pt>
                <c:pt idx="1468">
                  <c:v>18350</c:v>
                </c:pt>
                <c:pt idx="1469">
                  <c:v>18375</c:v>
                </c:pt>
                <c:pt idx="1470">
                  <c:v>18375</c:v>
                </c:pt>
                <c:pt idx="1471">
                  <c:v>18400</c:v>
                </c:pt>
                <c:pt idx="1472">
                  <c:v>18400</c:v>
                </c:pt>
                <c:pt idx="1473">
                  <c:v>18425</c:v>
                </c:pt>
                <c:pt idx="1474">
                  <c:v>18425</c:v>
                </c:pt>
                <c:pt idx="1475">
                  <c:v>18450</c:v>
                </c:pt>
                <c:pt idx="1476">
                  <c:v>18450</c:v>
                </c:pt>
                <c:pt idx="1477">
                  <c:v>18475</c:v>
                </c:pt>
                <c:pt idx="1478">
                  <c:v>18475</c:v>
                </c:pt>
                <c:pt idx="1479">
                  <c:v>18500</c:v>
                </c:pt>
                <c:pt idx="1480">
                  <c:v>18500</c:v>
                </c:pt>
                <c:pt idx="1481">
                  <c:v>18525</c:v>
                </c:pt>
                <c:pt idx="1482">
                  <c:v>18525</c:v>
                </c:pt>
                <c:pt idx="1483">
                  <c:v>18550</c:v>
                </c:pt>
                <c:pt idx="1484">
                  <c:v>18550</c:v>
                </c:pt>
                <c:pt idx="1485">
                  <c:v>18575</c:v>
                </c:pt>
                <c:pt idx="1486">
                  <c:v>18575</c:v>
                </c:pt>
                <c:pt idx="1487">
                  <c:v>18600</c:v>
                </c:pt>
                <c:pt idx="1488">
                  <c:v>18600</c:v>
                </c:pt>
                <c:pt idx="1489">
                  <c:v>18625</c:v>
                </c:pt>
                <c:pt idx="1490">
                  <c:v>18625</c:v>
                </c:pt>
                <c:pt idx="1491">
                  <c:v>18650</c:v>
                </c:pt>
                <c:pt idx="1492">
                  <c:v>18650</c:v>
                </c:pt>
                <c:pt idx="1493">
                  <c:v>18675</c:v>
                </c:pt>
                <c:pt idx="1494">
                  <c:v>18675</c:v>
                </c:pt>
                <c:pt idx="1495">
                  <c:v>18700</c:v>
                </c:pt>
                <c:pt idx="1496">
                  <c:v>18700</c:v>
                </c:pt>
                <c:pt idx="1497">
                  <c:v>18725</c:v>
                </c:pt>
                <c:pt idx="1498">
                  <c:v>18725</c:v>
                </c:pt>
                <c:pt idx="1499">
                  <c:v>18750</c:v>
                </c:pt>
                <c:pt idx="1500">
                  <c:v>18750</c:v>
                </c:pt>
                <c:pt idx="1501">
                  <c:v>18775</c:v>
                </c:pt>
                <c:pt idx="1502">
                  <c:v>18775</c:v>
                </c:pt>
                <c:pt idx="1503">
                  <c:v>18800</c:v>
                </c:pt>
                <c:pt idx="1504">
                  <c:v>18800</c:v>
                </c:pt>
                <c:pt idx="1505">
                  <c:v>18825</c:v>
                </c:pt>
                <c:pt idx="1506">
                  <c:v>18825</c:v>
                </c:pt>
                <c:pt idx="1507">
                  <c:v>18850</c:v>
                </c:pt>
                <c:pt idx="1508">
                  <c:v>18850</c:v>
                </c:pt>
                <c:pt idx="1509">
                  <c:v>18875</c:v>
                </c:pt>
                <c:pt idx="1510">
                  <c:v>18875</c:v>
                </c:pt>
                <c:pt idx="1511">
                  <c:v>18900</c:v>
                </c:pt>
                <c:pt idx="1512">
                  <c:v>18900</c:v>
                </c:pt>
                <c:pt idx="1513">
                  <c:v>18925</c:v>
                </c:pt>
                <c:pt idx="1514">
                  <c:v>18925</c:v>
                </c:pt>
                <c:pt idx="1515">
                  <c:v>18950</c:v>
                </c:pt>
                <c:pt idx="1516">
                  <c:v>18950</c:v>
                </c:pt>
                <c:pt idx="1517">
                  <c:v>18975</c:v>
                </c:pt>
                <c:pt idx="1518">
                  <c:v>18975</c:v>
                </c:pt>
                <c:pt idx="1519">
                  <c:v>19000</c:v>
                </c:pt>
                <c:pt idx="1520">
                  <c:v>19000</c:v>
                </c:pt>
                <c:pt idx="1521">
                  <c:v>19025</c:v>
                </c:pt>
                <c:pt idx="1522">
                  <c:v>19025</c:v>
                </c:pt>
                <c:pt idx="1523">
                  <c:v>19050</c:v>
                </c:pt>
                <c:pt idx="1524">
                  <c:v>19050</c:v>
                </c:pt>
                <c:pt idx="1525">
                  <c:v>19075</c:v>
                </c:pt>
                <c:pt idx="1526">
                  <c:v>19075</c:v>
                </c:pt>
                <c:pt idx="1527">
                  <c:v>19100</c:v>
                </c:pt>
                <c:pt idx="1528">
                  <c:v>19100</c:v>
                </c:pt>
                <c:pt idx="1529">
                  <c:v>19125</c:v>
                </c:pt>
                <c:pt idx="1530">
                  <c:v>19125</c:v>
                </c:pt>
                <c:pt idx="1531">
                  <c:v>19150</c:v>
                </c:pt>
                <c:pt idx="1532">
                  <c:v>19150</c:v>
                </c:pt>
                <c:pt idx="1533">
                  <c:v>19175</c:v>
                </c:pt>
                <c:pt idx="1534">
                  <c:v>19175</c:v>
                </c:pt>
                <c:pt idx="1535">
                  <c:v>19200</c:v>
                </c:pt>
                <c:pt idx="1536">
                  <c:v>19200</c:v>
                </c:pt>
                <c:pt idx="1537">
                  <c:v>19225</c:v>
                </c:pt>
                <c:pt idx="1538">
                  <c:v>19225</c:v>
                </c:pt>
                <c:pt idx="1539">
                  <c:v>19250</c:v>
                </c:pt>
                <c:pt idx="1540">
                  <c:v>19250</c:v>
                </c:pt>
                <c:pt idx="1541">
                  <c:v>19275</c:v>
                </c:pt>
                <c:pt idx="1542">
                  <c:v>19275</c:v>
                </c:pt>
                <c:pt idx="1543">
                  <c:v>19300</c:v>
                </c:pt>
                <c:pt idx="1544">
                  <c:v>19300</c:v>
                </c:pt>
                <c:pt idx="1545">
                  <c:v>19325</c:v>
                </c:pt>
                <c:pt idx="1546">
                  <c:v>19325</c:v>
                </c:pt>
                <c:pt idx="1547">
                  <c:v>19350</c:v>
                </c:pt>
                <c:pt idx="1548">
                  <c:v>19350</c:v>
                </c:pt>
                <c:pt idx="1549">
                  <c:v>19375</c:v>
                </c:pt>
                <c:pt idx="1550">
                  <c:v>19375</c:v>
                </c:pt>
                <c:pt idx="1551">
                  <c:v>19400</c:v>
                </c:pt>
                <c:pt idx="1552">
                  <c:v>19400</c:v>
                </c:pt>
                <c:pt idx="1553">
                  <c:v>19425</c:v>
                </c:pt>
                <c:pt idx="1554">
                  <c:v>19425</c:v>
                </c:pt>
                <c:pt idx="1555">
                  <c:v>19450</c:v>
                </c:pt>
                <c:pt idx="1556">
                  <c:v>19450</c:v>
                </c:pt>
                <c:pt idx="1557">
                  <c:v>19475</c:v>
                </c:pt>
                <c:pt idx="1558">
                  <c:v>19475</c:v>
                </c:pt>
                <c:pt idx="1559">
                  <c:v>19500</c:v>
                </c:pt>
                <c:pt idx="1560">
                  <c:v>19500</c:v>
                </c:pt>
                <c:pt idx="1561">
                  <c:v>19525</c:v>
                </c:pt>
                <c:pt idx="1562">
                  <c:v>19525</c:v>
                </c:pt>
                <c:pt idx="1563">
                  <c:v>19550</c:v>
                </c:pt>
                <c:pt idx="1564">
                  <c:v>19550</c:v>
                </c:pt>
                <c:pt idx="1565">
                  <c:v>19575</c:v>
                </c:pt>
                <c:pt idx="1566">
                  <c:v>19575</c:v>
                </c:pt>
                <c:pt idx="1567">
                  <c:v>19600</c:v>
                </c:pt>
                <c:pt idx="1568">
                  <c:v>19600</c:v>
                </c:pt>
                <c:pt idx="1569">
                  <c:v>19625</c:v>
                </c:pt>
                <c:pt idx="1570">
                  <c:v>19625</c:v>
                </c:pt>
                <c:pt idx="1571">
                  <c:v>19650</c:v>
                </c:pt>
                <c:pt idx="1572">
                  <c:v>19650</c:v>
                </c:pt>
                <c:pt idx="1573">
                  <c:v>19675</c:v>
                </c:pt>
                <c:pt idx="1574">
                  <c:v>19675</c:v>
                </c:pt>
                <c:pt idx="1575">
                  <c:v>19700</c:v>
                </c:pt>
                <c:pt idx="1576">
                  <c:v>19700</c:v>
                </c:pt>
                <c:pt idx="1577">
                  <c:v>19725</c:v>
                </c:pt>
                <c:pt idx="1578">
                  <c:v>19725</c:v>
                </c:pt>
                <c:pt idx="1579">
                  <c:v>19750</c:v>
                </c:pt>
                <c:pt idx="1580">
                  <c:v>19750</c:v>
                </c:pt>
                <c:pt idx="1581">
                  <c:v>19775</c:v>
                </c:pt>
                <c:pt idx="1582">
                  <c:v>19775</c:v>
                </c:pt>
                <c:pt idx="1583">
                  <c:v>19800</c:v>
                </c:pt>
                <c:pt idx="1584">
                  <c:v>19800</c:v>
                </c:pt>
                <c:pt idx="1585">
                  <c:v>19825</c:v>
                </c:pt>
                <c:pt idx="1586">
                  <c:v>19825</c:v>
                </c:pt>
                <c:pt idx="1587">
                  <c:v>19850</c:v>
                </c:pt>
                <c:pt idx="1588">
                  <c:v>19850</c:v>
                </c:pt>
                <c:pt idx="1589">
                  <c:v>19875</c:v>
                </c:pt>
                <c:pt idx="1590">
                  <c:v>19875</c:v>
                </c:pt>
                <c:pt idx="1591">
                  <c:v>19900</c:v>
                </c:pt>
                <c:pt idx="1592">
                  <c:v>19900</c:v>
                </c:pt>
                <c:pt idx="1593">
                  <c:v>19925</c:v>
                </c:pt>
                <c:pt idx="1594">
                  <c:v>19925</c:v>
                </c:pt>
                <c:pt idx="1595">
                  <c:v>19950</c:v>
                </c:pt>
                <c:pt idx="1596">
                  <c:v>19950</c:v>
                </c:pt>
                <c:pt idx="1597">
                  <c:v>19975</c:v>
                </c:pt>
                <c:pt idx="1598">
                  <c:v>19975</c:v>
                </c:pt>
                <c:pt idx="1599">
                  <c:v>20000</c:v>
                </c:pt>
                <c:pt idx="1600">
                  <c:v>20000</c:v>
                </c:pt>
                <c:pt idx="1601">
                  <c:v>20025</c:v>
                </c:pt>
                <c:pt idx="1602">
                  <c:v>20025</c:v>
                </c:pt>
                <c:pt idx="1603">
                  <c:v>20050</c:v>
                </c:pt>
                <c:pt idx="1604">
                  <c:v>20050</c:v>
                </c:pt>
                <c:pt idx="1605">
                  <c:v>20075</c:v>
                </c:pt>
                <c:pt idx="1606">
                  <c:v>20075</c:v>
                </c:pt>
                <c:pt idx="1607">
                  <c:v>20100</c:v>
                </c:pt>
                <c:pt idx="1608">
                  <c:v>20100</c:v>
                </c:pt>
                <c:pt idx="1609">
                  <c:v>20125</c:v>
                </c:pt>
                <c:pt idx="1610">
                  <c:v>20125</c:v>
                </c:pt>
                <c:pt idx="1611">
                  <c:v>20150</c:v>
                </c:pt>
                <c:pt idx="1612">
                  <c:v>20150</c:v>
                </c:pt>
                <c:pt idx="1613">
                  <c:v>20175</c:v>
                </c:pt>
                <c:pt idx="1614">
                  <c:v>20175</c:v>
                </c:pt>
                <c:pt idx="1615">
                  <c:v>20200</c:v>
                </c:pt>
                <c:pt idx="1616">
                  <c:v>20200</c:v>
                </c:pt>
                <c:pt idx="1617">
                  <c:v>20225</c:v>
                </c:pt>
                <c:pt idx="1618">
                  <c:v>20225</c:v>
                </c:pt>
                <c:pt idx="1619">
                  <c:v>20250</c:v>
                </c:pt>
                <c:pt idx="1620">
                  <c:v>20250</c:v>
                </c:pt>
                <c:pt idx="1621">
                  <c:v>20275</c:v>
                </c:pt>
                <c:pt idx="1622">
                  <c:v>20275</c:v>
                </c:pt>
                <c:pt idx="1623">
                  <c:v>20300</c:v>
                </c:pt>
                <c:pt idx="1624">
                  <c:v>20300</c:v>
                </c:pt>
                <c:pt idx="1625">
                  <c:v>20325</c:v>
                </c:pt>
                <c:pt idx="1626">
                  <c:v>20325</c:v>
                </c:pt>
                <c:pt idx="1627">
                  <c:v>20350</c:v>
                </c:pt>
                <c:pt idx="1628">
                  <c:v>20350</c:v>
                </c:pt>
                <c:pt idx="1629">
                  <c:v>20375</c:v>
                </c:pt>
                <c:pt idx="1630">
                  <c:v>20375</c:v>
                </c:pt>
                <c:pt idx="1631">
                  <c:v>20400</c:v>
                </c:pt>
                <c:pt idx="1632">
                  <c:v>20400</c:v>
                </c:pt>
                <c:pt idx="1633">
                  <c:v>20425</c:v>
                </c:pt>
                <c:pt idx="1634">
                  <c:v>20425</c:v>
                </c:pt>
                <c:pt idx="1635">
                  <c:v>20450</c:v>
                </c:pt>
                <c:pt idx="1636">
                  <c:v>20450</c:v>
                </c:pt>
                <c:pt idx="1637">
                  <c:v>20475</c:v>
                </c:pt>
                <c:pt idx="1638">
                  <c:v>20475</c:v>
                </c:pt>
                <c:pt idx="1639">
                  <c:v>20500</c:v>
                </c:pt>
                <c:pt idx="1640">
                  <c:v>20500</c:v>
                </c:pt>
                <c:pt idx="1641">
                  <c:v>20525</c:v>
                </c:pt>
                <c:pt idx="1642">
                  <c:v>20525</c:v>
                </c:pt>
                <c:pt idx="1643">
                  <c:v>20550</c:v>
                </c:pt>
                <c:pt idx="1644">
                  <c:v>20550</c:v>
                </c:pt>
                <c:pt idx="1645">
                  <c:v>20575</c:v>
                </c:pt>
                <c:pt idx="1646">
                  <c:v>20575</c:v>
                </c:pt>
                <c:pt idx="1647">
                  <c:v>20600</c:v>
                </c:pt>
                <c:pt idx="1648">
                  <c:v>20600</c:v>
                </c:pt>
                <c:pt idx="1649">
                  <c:v>20625</c:v>
                </c:pt>
                <c:pt idx="1650">
                  <c:v>20625</c:v>
                </c:pt>
                <c:pt idx="1651">
                  <c:v>20650</c:v>
                </c:pt>
                <c:pt idx="1652">
                  <c:v>20650</c:v>
                </c:pt>
                <c:pt idx="1653">
                  <c:v>20675</c:v>
                </c:pt>
                <c:pt idx="1654">
                  <c:v>20675</c:v>
                </c:pt>
                <c:pt idx="1655">
                  <c:v>20700</c:v>
                </c:pt>
                <c:pt idx="1656">
                  <c:v>20700</c:v>
                </c:pt>
                <c:pt idx="1657">
                  <c:v>20725</c:v>
                </c:pt>
                <c:pt idx="1658">
                  <c:v>20725</c:v>
                </c:pt>
                <c:pt idx="1659">
                  <c:v>20750</c:v>
                </c:pt>
                <c:pt idx="1660">
                  <c:v>20750</c:v>
                </c:pt>
                <c:pt idx="1661">
                  <c:v>20775</c:v>
                </c:pt>
                <c:pt idx="1662">
                  <c:v>20775</c:v>
                </c:pt>
                <c:pt idx="1663">
                  <c:v>20800</c:v>
                </c:pt>
                <c:pt idx="1664">
                  <c:v>20800</c:v>
                </c:pt>
                <c:pt idx="1665">
                  <c:v>20825</c:v>
                </c:pt>
                <c:pt idx="1666">
                  <c:v>20825</c:v>
                </c:pt>
                <c:pt idx="1667">
                  <c:v>20850</c:v>
                </c:pt>
                <c:pt idx="1668">
                  <c:v>20850</c:v>
                </c:pt>
                <c:pt idx="1669">
                  <c:v>20875</c:v>
                </c:pt>
                <c:pt idx="1670">
                  <c:v>20875</c:v>
                </c:pt>
                <c:pt idx="1671">
                  <c:v>20900</c:v>
                </c:pt>
                <c:pt idx="1672">
                  <c:v>20900</c:v>
                </c:pt>
                <c:pt idx="1673">
                  <c:v>20925</c:v>
                </c:pt>
                <c:pt idx="1674">
                  <c:v>20925</c:v>
                </c:pt>
                <c:pt idx="1675">
                  <c:v>20950</c:v>
                </c:pt>
                <c:pt idx="1676">
                  <c:v>20950</c:v>
                </c:pt>
                <c:pt idx="1677">
                  <c:v>20975</c:v>
                </c:pt>
                <c:pt idx="1678">
                  <c:v>20975</c:v>
                </c:pt>
                <c:pt idx="1679">
                  <c:v>21000</c:v>
                </c:pt>
                <c:pt idx="1680">
                  <c:v>21000</c:v>
                </c:pt>
                <c:pt idx="1681">
                  <c:v>21025</c:v>
                </c:pt>
                <c:pt idx="1682">
                  <c:v>21025</c:v>
                </c:pt>
                <c:pt idx="1683">
                  <c:v>21050</c:v>
                </c:pt>
                <c:pt idx="1684">
                  <c:v>21050</c:v>
                </c:pt>
                <c:pt idx="1685">
                  <c:v>21075</c:v>
                </c:pt>
                <c:pt idx="1686">
                  <c:v>21075</c:v>
                </c:pt>
                <c:pt idx="1687">
                  <c:v>21100</c:v>
                </c:pt>
                <c:pt idx="1688">
                  <c:v>21100</c:v>
                </c:pt>
                <c:pt idx="1689">
                  <c:v>21125</c:v>
                </c:pt>
                <c:pt idx="1690">
                  <c:v>21125</c:v>
                </c:pt>
                <c:pt idx="1691">
                  <c:v>21150</c:v>
                </c:pt>
                <c:pt idx="1692">
                  <c:v>21150</c:v>
                </c:pt>
                <c:pt idx="1693">
                  <c:v>21175</c:v>
                </c:pt>
                <c:pt idx="1694">
                  <c:v>21175</c:v>
                </c:pt>
                <c:pt idx="1695">
                  <c:v>21200</c:v>
                </c:pt>
                <c:pt idx="1696">
                  <c:v>21200</c:v>
                </c:pt>
                <c:pt idx="1697">
                  <c:v>21225</c:v>
                </c:pt>
                <c:pt idx="1698">
                  <c:v>21225</c:v>
                </c:pt>
                <c:pt idx="1699">
                  <c:v>21250</c:v>
                </c:pt>
                <c:pt idx="1700">
                  <c:v>21250</c:v>
                </c:pt>
                <c:pt idx="1701">
                  <c:v>21275</c:v>
                </c:pt>
                <c:pt idx="1702">
                  <c:v>21275</c:v>
                </c:pt>
                <c:pt idx="1703">
                  <c:v>21300</c:v>
                </c:pt>
                <c:pt idx="1704">
                  <c:v>21300</c:v>
                </c:pt>
                <c:pt idx="1705">
                  <c:v>21325</c:v>
                </c:pt>
                <c:pt idx="1706">
                  <c:v>21325</c:v>
                </c:pt>
                <c:pt idx="1707">
                  <c:v>21350</c:v>
                </c:pt>
                <c:pt idx="1708">
                  <c:v>21350</c:v>
                </c:pt>
                <c:pt idx="1709">
                  <c:v>21375</c:v>
                </c:pt>
                <c:pt idx="1710">
                  <c:v>21375</c:v>
                </c:pt>
                <c:pt idx="1711">
                  <c:v>21400</c:v>
                </c:pt>
                <c:pt idx="1712">
                  <c:v>21400</c:v>
                </c:pt>
                <c:pt idx="1713">
                  <c:v>21425</c:v>
                </c:pt>
                <c:pt idx="1714">
                  <c:v>21425</c:v>
                </c:pt>
                <c:pt idx="1715">
                  <c:v>21450</c:v>
                </c:pt>
                <c:pt idx="1716">
                  <c:v>21450</c:v>
                </c:pt>
                <c:pt idx="1717">
                  <c:v>21475</c:v>
                </c:pt>
                <c:pt idx="1718">
                  <c:v>21475</c:v>
                </c:pt>
                <c:pt idx="1719">
                  <c:v>21500</c:v>
                </c:pt>
                <c:pt idx="1720">
                  <c:v>21500</c:v>
                </c:pt>
                <c:pt idx="1721">
                  <c:v>21525</c:v>
                </c:pt>
                <c:pt idx="1722">
                  <c:v>21525</c:v>
                </c:pt>
                <c:pt idx="1723">
                  <c:v>21550</c:v>
                </c:pt>
                <c:pt idx="1724">
                  <c:v>21550</c:v>
                </c:pt>
                <c:pt idx="1725">
                  <c:v>21575</c:v>
                </c:pt>
                <c:pt idx="1726">
                  <c:v>21575</c:v>
                </c:pt>
                <c:pt idx="1727">
                  <c:v>21600</c:v>
                </c:pt>
                <c:pt idx="1728">
                  <c:v>21600</c:v>
                </c:pt>
                <c:pt idx="1729">
                  <c:v>21625</c:v>
                </c:pt>
                <c:pt idx="1730">
                  <c:v>21625</c:v>
                </c:pt>
                <c:pt idx="1731">
                  <c:v>21650</c:v>
                </c:pt>
                <c:pt idx="1732">
                  <c:v>21650</c:v>
                </c:pt>
                <c:pt idx="1733">
                  <c:v>21675</c:v>
                </c:pt>
                <c:pt idx="1734">
                  <c:v>21675</c:v>
                </c:pt>
                <c:pt idx="1735">
                  <c:v>21700</c:v>
                </c:pt>
                <c:pt idx="1736">
                  <c:v>21700</c:v>
                </c:pt>
                <c:pt idx="1737">
                  <c:v>21725</c:v>
                </c:pt>
                <c:pt idx="1738">
                  <c:v>21725</c:v>
                </c:pt>
                <c:pt idx="1739">
                  <c:v>21750</c:v>
                </c:pt>
                <c:pt idx="1740">
                  <c:v>21750</c:v>
                </c:pt>
                <c:pt idx="1741">
                  <c:v>21775</c:v>
                </c:pt>
                <c:pt idx="1742">
                  <c:v>21775</c:v>
                </c:pt>
                <c:pt idx="1743">
                  <c:v>21800</c:v>
                </c:pt>
                <c:pt idx="1744">
                  <c:v>21800</c:v>
                </c:pt>
                <c:pt idx="1745">
                  <c:v>21825</c:v>
                </c:pt>
                <c:pt idx="1746">
                  <c:v>21825</c:v>
                </c:pt>
                <c:pt idx="1747">
                  <c:v>21850</c:v>
                </c:pt>
                <c:pt idx="1748">
                  <c:v>21850</c:v>
                </c:pt>
                <c:pt idx="1749">
                  <c:v>21875</c:v>
                </c:pt>
                <c:pt idx="1750">
                  <c:v>21875</c:v>
                </c:pt>
                <c:pt idx="1751">
                  <c:v>21900</c:v>
                </c:pt>
                <c:pt idx="1752">
                  <c:v>21900</c:v>
                </c:pt>
                <c:pt idx="1753">
                  <c:v>21925</c:v>
                </c:pt>
                <c:pt idx="1754">
                  <c:v>21925</c:v>
                </c:pt>
                <c:pt idx="1755">
                  <c:v>21950</c:v>
                </c:pt>
                <c:pt idx="1756">
                  <c:v>21950</c:v>
                </c:pt>
                <c:pt idx="1757">
                  <c:v>21975</c:v>
                </c:pt>
                <c:pt idx="1758">
                  <c:v>21975</c:v>
                </c:pt>
                <c:pt idx="1759">
                  <c:v>22000</c:v>
                </c:pt>
                <c:pt idx="1760">
                  <c:v>22000</c:v>
                </c:pt>
                <c:pt idx="1761">
                  <c:v>22025</c:v>
                </c:pt>
                <c:pt idx="1762">
                  <c:v>22025</c:v>
                </c:pt>
                <c:pt idx="1763">
                  <c:v>22050</c:v>
                </c:pt>
                <c:pt idx="1764">
                  <c:v>22050</c:v>
                </c:pt>
                <c:pt idx="1765">
                  <c:v>22075</c:v>
                </c:pt>
                <c:pt idx="1766">
                  <c:v>22075</c:v>
                </c:pt>
                <c:pt idx="1767">
                  <c:v>22100</c:v>
                </c:pt>
                <c:pt idx="1768">
                  <c:v>22100</c:v>
                </c:pt>
                <c:pt idx="1769">
                  <c:v>22125</c:v>
                </c:pt>
                <c:pt idx="1770">
                  <c:v>22125</c:v>
                </c:pt>
                <c:pt idx="1771">
                  <c:v>22150</c:v>
                </c:pt>
                <c:pt idx="1772">
                  <c:v>22150</c:v>
                </c:pt>
                <c:pt idx="1773">
                  <c:v>22175</c:v>
                </c:pt>
                <c:pt idx="1774">
                  <c:v>22175</c:v>
                </c:pt>
                <c:pt idx="1775">
                  <c:v>22200</c:v>
                </c:pt>
                <c:pt idx="1776">
                  <c:v>22200</c:v>
                </c:pt>
                <c:pt idx="1777">
                  <c:v>22225</c:v>
                </c:pt>
                <c:pt idx="1778">
                  <c:v>22225</c:v>
                </c:pt>
                <c:pt idx="1779">
                  <c:v>22250</c:v>
                </c:pt>
                <c:pt idx="1780">
                  <c:v>22250</c:v>
                </c:pt>
                <c:pt idx="1781">
                  <c:v>22275</c:v>
                </c:pt>
                <c:pt idx="1782">
                  <c:v>22275</c:v>
                </c:pt>
                <c:pt idx="1783">
                  <c:v>22300</c:v>
                </c:pt>
                <c:pt idx="1784">
                  <c:v>22300</c:v>
                </c:pt>
                <c:pt idx="1785">
                  <c:v>22325</c:v>
                </c:pt>
                <c:pt idx="1786">
                  <c:v>22325</c:v>
                </c:pt>
                <c:pt idx="1787">
                  <c:v>22350</c:v>
                </c:pt>
                <c:pt idx="1788">
                  <c:v>22350</c:v>
                </c:pt>
                <c:pt idx="1789">
                  <c:v>22375</c:v>
                </c:pt>
                <c:pt idx="1790">
                  <c:v>22375</c:v>
                </c:pt>
                <c:pt idx="1791">
                  <c:v>22400</c:v>
                </c:pt>
                <c:pt idx="1792">
                  <c:v>22400</c:v>
                </c:pt>
                <c:pt idx="1793">
                  <c:v>22425</c:v>
                </c:pt>
                <c:pt idx="1794">
                  <c:v>22425</c:v>
                </c:pt>
                <c:pt idx="1795">
                  <c:v>22450</c:v>
                </c:pt>
                <c:pt idx="1796">
                  <c:v>22450</c:v>
                </c:pt>
                <c:pt idx="1797">
                  <c:v>22475</c:v>
                </c:pt>
                <c:pt idx="1798">
                  <c:v>22475</c:v>
                </c:pt>
                <c:pt idx="1799">
                  <c:v>22500</c:v>
                </c:pt>
                <c:pt idx="1800">
                  <c:v>22500</c:v>
                </c:pt>
                <c:pt idx="1801">
                  <c:v>22525</c:v>
                </c:pt>
                <c:pt idx="1802">
                  <c:v>22525</c:v>
                </c:pt>
                <c:pt idx="1803">
                  <c:v>22550</c:v>
                </c:pt>
                <c:pt idx="1804">
                  <c:v>22550</c:v>
                </c:pt>
                <c:pt idx="1805">
                  <c:v>22575</c:v>
                </c:pt>
                <c:pt idx="1806">
                  <c:v>22575</c:v>
                </c:pt>
                <c:pt idx="1807">
                  <c:v>22600</c:v>
                </c:pt>
                <c:pt idx="1808">
                  <c:v>22600</c:v>
                </c:pt>
                <c:pt idx="1809">
                  <c:v>22625</c:v>
                </c:pt>
                <c:pt idx="1810">
                  <c:v>22625</c:v>
                </c:pt>
                <c:pt idx="1811">
                  <c:v>22650</c:v>
                </c:pt>
                <c:pt idx="1812">
                  <c:v>22650</c:v>
                </c:pt>
                <c:pt idx="1813">
                  <c:v>22675</c:v>
                </c:pt>
                <c:pt idx="1814">
                  <c:v>22675</c:v>
                </c:pt>
                <c:pt idx="1815">
                  <c:v>22700</c:v>
                </c:pt>
                <c:pt idx="1816">
                  <c:v>22700</c:v>
                </c:pt>
                <c:pt idx="1817">
                  <c:v>22725</c:v>
                </c:pt>
                <c:pt idx="1818">
                  <c:v>22725</c:v>
                </c:pt>
                <c:pt idx="1819">
                  <c:v>22750</c:v>
                </c:pt>
                <c:pt idx="1820">
                  <c:v>22750</c:v>
                </c:pt>
                <c:pt idx="1821">
                  <c:v>22775</c:v>
                </c:pt>
                <c:pt idx="1822">
                  <c:v>22775</c:v>
                </c:pt>
                <c:pt idx="1823">
                  <c:v>22800</c:v>
                </c:pt>
                <c:pt idx="1824">
                  <c:v>22800</c:v>
                </c:pt>
                <c:pt idx="1825">
                  <c:v>22825</c:v>
                </c:pt>
                <c:pt idx="1826">
                  <c:v>22825</c:v>
                </c:pt>
                <c:pt idx="1827">
                  <c:v>22850</c:v>
                </c:pt>
                <c:pt idx="1828">
                  <c:v>22850</c:v>
                </c:pt>
                <c:pt idx="1829">
                  <c:v>22875</c:v>
                </c:pt>
                <c:pt idx="1830">
                  <c:v>22875</c:v>
                </c:pt>
                <c:pt idx="1831">
                  <c:v>22900</c:v>
                </c:pt>
                <c:pt idx="1832">
                  <c:v>22900</c:v>
                </c:pt>
                <c:pt idx="1833">
                  <c:v>22925</c:v>
                </c:pt>
                <c:pt idx="1834">
                  <c:v>22925</c:v>
                </c:pt>
                <c:pt idx="1835">
                  <c:v>22950</c:v>
                </c:pt>
                <c:pt idx="1836">
                  <c:v>22950</c:v>
                </c:pt>
                <c:pt idx="1837">
                  <c:v>22975</c:v>
                </c:pt>
                <c:pt idx="1838">
                  <c:v>22975</c:v>
                </c:pt>
                <c:pt idx="1839">
                  <c:v>23000</c:v>
                </c:pt>
                <c:pt idx="1840">
                  <c:v>23000</c:v>
                </c:pt>
                <c:pt idx="1841">
                  <c:v>23025</c:v>
                </c:pt>
                <c:pt idx="1842">
                  <c:v>23025</c:v>
                </c:pt>
                <c:pt idx="1843">
                  <c:v>23050</c:v>
                </c:pt>
                <c:pt idx="1844">
                  <c:v>23050</c:v>
                </c:pt>
                <c:pt idx="1845">
                  <c:v>23075</c:v>
                </c:pt>
                <c:pt idx="1846">
                  <c:v>23075</c:v>
                </c:pt>
                <c:pt idx="1847">
                  <c:v>23100</c:v>
                </c:pt>
                <c:pt idx="1848">
                  <c:v>23100</c:v>
                </c:pt>
                <c:pt idx="1849">
                  <c:v>23125</c:v>
                </c:pt>
                <c:pt idx="1850">
                  <c:v>23125</c:v>
                </c:pt>
                <c:pt idx="1851">
                  <c:v>23150</c:v>
                </c:pt>
                <c:pt idx="1852">
                  <c:v>23150</c:v>
                </c:pt>
                <c:pt idx="1853">
                  <c:v>23175</c:v>
                </c:pt>
                <c:pt idx="1854">
                  <c:v>23175</c:v>
                </c:pt>
                <c:pt idx="1855">
                  <c:v>23200</c:v>
                </c:pt>
                <c:pt idx="1856">
                  <c:v>23200</c:v>
                </c:pt>
                <c:pt idx="1857">
                  <c:v>23225</c:v>
                </c:pt>
                <c:pt idx="1858">
                  <c:v>23225</c:v>
                </c:pt>
                <c:pt idx="1859">
                  <c:v>23250</c:v>
                </c:pt>
                <c:pt idx="1860">
                  <c:v>23250</c:v>
                </c:pt>
                <c:pt idx="1861">
                  <c:v>23275</c:v>
                </c:pt>
                <c:pt idx="1862">
                  <c:v>23275</c:v>
                </c:pt>
                <c:pt idx="1863">
                  <c:v>23300</c:v>
                </c:pt>
                <c:pt idx="1864">
                  <c:v>23300</c:v>
                </c:pt>
                <c:pt idx="1865">
                  <c:v>23325</c:v>
                </c:pt>
                <c:pt idx="1866">
                  <c:v>23325</c:v>
                </c:pt>
                <c:pt idx="1867">
                  <c:v>23350</c:v>
                </c:pt>
                <c:pt idx="1868">
                  <c:v>23350</c:v>
                </c:pt>
                <c:pt idx="1869">
                  <c:v>23375</c:v>
                </c:pt>
                <c:pt idx="1870">
                  <c:v>23375</c:v>
                </c:pt>
                <c:pt idx="1871">
                  <c:v>23400</c:v>
                </c:pt>
                <c:pt idx="1872">
                  <c:v>23400</c:v>
                </c:pt>
                <c:pt idx="1873">
                  <c:v>23425</c:v>
                </c:pt>
                <c:pt idx="1874">
                  <c:v>23425</c:v>
                </c:pt>
                <c:pt idx="1875">
                  <c:v>23450</c:v>
                </c:pt>
                <c:pt idx="1876">
                  <c:v>23450</c:v>
                </c:pt>
                <c:pt idx="1877">
                  <c:v>23475</c:v>
                </c:pt>
                <c:pt idx="1878">
                  <c:v>23475</c:v>
                </c:pt>
                <c:pt idx="1879">
                  <c:v>23500</c:v>
                </c:pt>
                <c:pt idx="1880">
                  <c:v>23500</c:v>
                </c:pt>
                <c:pt idx="1881">
                  <c:v>23525</c:v>
                </c:pt>
                <c:pt idx="1882">
                  <c:v>23525</c:v>
                </c:pt>
                <c:pt idx="1883">
                  <c:v>23550</c:v>
                </c:pt>
                <c:pt idx="1884">
                  <c:v>23550</c:v>
                </c:pt>
                <c:pt idx="1885">
                  <c:v>23575</c:v>
                </c:pt>
                <c:pt idx="1886">
                  <c:v>23575</c:v>
                </c:pt>
                <c:pt idx="1887">
                  <c:v>23600</c:v>
                </c:pt>
                <c:pt idx="1888">
                  <c:v>23600</c:v>
                </c:pt>
                <c:pt idx="1889">
                  <c:v>23625</c:v>
                </c:pt>
                <c:pt idx="1890">
                  <c:v>23625</c:v>
                </c:pt>
                <c:pt idx="1891">
                  <c:v>23650</c:v>
                </c:pt>
                <c:pt idx="1892">
                  <c:v>23650</c:v>
                </c:pt>
                <c:pt idx="1893">
                  <c:v>23675</c:v>
                </c:pt>
                <c:pt idx="1894">
                  <c:v>23675</c:v>
                </c:pt>
                <c:pt idx="1895">
                  <c:v>23700</c:v>
                </c:pt>
                <c:pt idx="1896">
                  <c:v>23700</c:v>
                </c:pt>
                <c:pt idx="1897">
                  <c:v>23725</c:v>
                </c:pt>
                <c:pt idx="1898">
                  <c:v>23725</c:v>
                </c:pt>
                <c:pt idx="1899">
                  <c:v>23750</c:v>
                </c:pt>
                <c:pt idx="1900">
                  <c:v>23750</c:v>
                </c:pt>
                <c:pt idx="1901">
                  <c:v>23775</c:v>
                </c:pt>
                <c:pt idx="1902">
                  <c:v>23775</c:v>
                </c:pt>
                <c:pt idx="1903">
                  <c:v>23800</c:v>
                </c:pt>
                <c:pt idx="1904">
                  <c:v>23800</c:v>
                </c:pt>
                <c:pt idx="1905">
                  <c:v>23825</c:v>
                </c:pt>
                <c:pt idx="1906">
                  <c:v>23825</c:v>
                </c:pt>
                <c:pt idx="1907">
                  <c:v>23850</c:v>
                </c:pt>
                <c:pt idx="1908">
                  <c:v>23850</c:v>
                </c:pt>
                <c:pt idx="1909">
                  <c:v>23875</c:v>
                </c:pt>
                <c:pt idx="1910">
                  <c:v>23875</c:v>
                </c:pt>
                <c:pt idx="1911">
                  <c:v>23900</c:v>
                </c:pt>
                <c:pt idx="1912">
                  <c:v>23900</c:v>
                </c:pt>
                <c:pt idx="1913">
                  <c:v>23925</c:v>
                </c:pt>
                <c:pt idx="1914">
                  <c:v>23925</c:v>
                </c:pt>
                <c:pt idx="1915">
                  <c:v>23950</c:v>
                </c:pt>
                <c:pt idx="1916">
                  <c:v>23950</c:v>
                </c:pt>
                <c:pt idx="1917">
                  <c:v>23975</c:v>
                </c:pt>
                <c:pt idx="1918">
                  <c:v>23975</c:v>
                </c:pt>
                <c:pt idx="1919">
                  <c:v>24000</c:v>
                </c:pt>
                <c:pt idx="1920">
                  <c:v>24000</c:v>
                </c:pt>
                <c:pt idx="1921">
                  <c:v>24025</c:v>
                </c:pt>
                <c:pt idx="1922">
                  <c:v>24025</c:v>
                </c:pt>
                <c:pt idx="1923">
                  <c:v>24050</c:v>
                </c:pt>
                <c:pt idx="1924">
                  <c:v>24050</c:v>
                </c:pt>
                <c:pt idx="1925">
                  <c:v>24075</c:v>
                </c:pt>
                <c:pt idx="1926">
                  <c:v>24075</c:v>
                </c:pt>
                <c:pt idx="1927">
                  <c:v>24100</c:v>
                </c:pt>
                <c:pt idx="1928">
                  <c:v>24100</c:v>
                </c:pt>
                <c:pt idx="1929">
                  <c:v>24125</c:v>
                </c:pt>
                <c:pt idx="1930">
                  <c:v>24125</c:v>
                </c:pt>
                <c:pt idx="1931">
                  <c:v>24150</c:v>
                </c:pt>
                <c:pt idx="1932">
                  <c:v>24150</c:v>
                </c:pt>
                <c:pt idx="1933">
                  <c:v>24175</c:v>
                </c:pt>
                <c:pt idx="1934">
                  <c:v>24175</c:v>
                </c:pt>
                <c:pt idx="1935">
                  <c:v>24200</c:v>
                </c:pt>
                <c:pt idx="1936">
                  <c:v>24200</c:v>
                </c:pt>
                <c:pt idx="1937">
                  <c:v>24225</c:v>
                </c:pt>
                <c:pt idx="1938">
                  <c:v>24225</c:v>
                </c:pt>
                <c:pt idx="1939">
                  <c:v>24250</c:v>
                </c:pt>
                <c:pt idx="1940">
                  <c:v>24250</c:v>
                </c:pt>
                <c:pt idx="1941">
                  <c:v>24275</c:v>
                </c:pt>
                <c:pt idx="1942">
                  <c:v>24275</c:v>
                </c:pt>
                <c:pt idx="1943">
                  <c:v>24300</c:v>
                </c:pt>
                <c:pt idx="1944">
                  <c:v>24300</c:v>
                </c:pt>
                <c:pt idx="1945">
                  <c:v>24325</c:v>
                </c:pt>
                <c:pt idx="1946">
                  <c:v>24325</c:v>
                </c:pt>
                <c:pt idx="1947">
                  <c:v>24350</c:v>
                </c:pt>
                <c:pt idx="1948">
                  <c:v>24350</c:v>
                </c:pt>
                <c:pt idx="1949">
                  <c:v>24375</c:v>
                </c:pt>
                <c:pt idx="1950">
                  <c:v>24375</c:v>
                </c:pt>
                <c:pt idx="1951">
                  <c:v>24400</c:v>
                </c:pt>
                <c:pt idx="1952">
                  <c:v>24400</c:v>
                </c:pt>
                <c:pt idx="1953">
                  <c:v>24425</c:v>
                </c:pt>
                <c:pt idx="1954">
                  <c:v>24425</c:v>
                </c:pt>
                <c:pt idx="1955">
                  <c:v>24450</c:v>
                </c:pt>
                <c:pt idx="1956">
                  <c:v>24450</c:v>
                </c:pt>
                <c:pt idx="1957">
                  <c:v>24475</c:v>
                </c:pt>
                <c:pt idx="1958">
                  <c:v>24475</c:v>
                </c:pt>
                <c:pt idx="1959">
                  <c:v>24500</c:v>
                </c:pt>
                <c:pt idx="1960">
                  <c:v>24500</c:v>
                </c:pt>
                <c:pt idx="1961">
                  <c:v>24525</c:v>
                </c:pt>
                <c:pt idx="1962">
                  <c:v>24525</c:v>
                </c:pt>
                <c:pt idx="1963">
                  <c:v>24550</c:v>
                </c:pt>
                <c:pt idx="1964">
                  <c:v>24550</c:v>
                </c:pt>
                <c:pt idx="1965">
                  <c:v>24575</c:v>
                </c:pt>
                <c:pt idx="1966">
                  <c:v>24575</c:v>
                </c:pt>
                <c:pt idx="1967">
                  <c:v>24600</c:v>
                </c:pt>
                <c:pt idx="1968">
                  <c:v>24600</c:v>
                </c:pt>
                <c:pt idx="1969">
                  <c:v>24625</c:v>
                </c:pt>
                <c:pt idx="1970">
                  <c:v>24625</c:v>
                </c:pt>
                <c:pt idx="1971">
                  <c:v>24650</c:v>
                </c:pt>
                <c:pt idx="1972">
                  <c:v>24650</c:v>
                </c:pt>
                <c:pt idx="1973">
                  <c:v>24675</c:v>
                </c:pt>
                <c:pt idx="1974">
                  <c:v>24675</c:v>
                </c:pt>
                <c:pt idx="1975">
                  <c:v>24700</c:v>
                </c:pt>
                <c:pt idx="1976">
                  <c:v>24700</c:v>
                </c:pt>
                <c:pt idx="1977">
                  <c:v>24725</c:v>
                </c:pt>
                <c:pt idx="1978">
                  <c:v>24725</c:v>
                </c:pt>
                <c:pt idx="1979">
                  <c:v>24750</c:v>
                </c:pt>
                <c:pt idx="1980">
                  <c:v>24750</c:v>
                </c:pt>
                <c:pt idx="1981">
                  <c:v>24775</c:v>
                </c:pt>
                <c:pt idx="1982">
                  <c:v>24775</c:v>
                </c:pt>
                <c:pt idx="1983">
                  <c:v>24800</c:v>
                </c:pt>
                <c:pt idx="1984">
                  <c:v>24800</c:v>
                </c:pt>
                <c:pt idx="1985">
                  <c:v>24825</c:v>
                </c:pt>
                <c:pt idx="1986">
                  <c:v>24825</c:v>
                </c:pt>
                <c:pt idx="1987">
                  <c:v>24850</c:v>
                </c:pt>
                <c:pt idx="1988">
                  <c:v>24850</c:v>
                </c:pt>
                <c:pt idx="1989">
                  <c:v>24875</c:v>
                </c:pt>
                <c:pt idx="1990">
                  <c:v>24875</c:v>
                </c:pt>
                <c:pt idx="1991">
                  <c:v>24900</c:v>
                </c:pt>
                <c:pt idx="1992">
                  <c:v>24900</c:v>
                </c:pt>
                <c:pt idx="1993">
                  <c:v>24925</c:v>
                </c:pt>
                <c:pt idx="1994">
                  <c:v>24925</c:v>
                </c:pt>
                <c:pt idx="1995">
                  <c:v>24950</c:v>
                </c:pt>
                <c:pt idx="1996">
                  <c:v>24950</c:v>
                </c:pt>
                <c:pt idx="1997">
                  <c:v>24975</c:v>
                </c:pt>
                <c:pt idx="1998">
                  <c:v>24975</c:v>
                </c:pt>
                <c:pt idx="1999">
                  <c:v>25000</c:v>
                </c:pt>
                <c:pt idx="2000">
                  <c:v>25000</c:v>
                </c:pt>
                <c:pt idx="2001">
                  <c:v>25025</c:v>
                </c:pt>
                <c:pt idx="2002">
                  <c:v>25025</c:v>
                </c:pt>
                <c:pt idx="2003">
                  <c:v>25050</c:v>
                </c:pt>
                <c:pt idx="2004">
                  <c:v>25050</c:v>
                </c:pt>
                <c:pt idx="2005">
                  <c:v>25075</c:v>
                </c:pt>
                <c:pt idx="2006">
                  <c:v>25075</c:v>
                </c:pt>
                <c:pt idx="2007">
                  <c:v>25100</c:v>
                </c:pt>
                <c:pt idx="2008">
                  <c:v>25100</c:v>
                </c:pt>
                <c:pt idx="2009">
                  <c:v>25125</c:v>
                </c:pt>
                <c:pt idx="2010">
                  <c:v>25125</c:v>
                </c:pt>
                <c:pt idx="2011">
                  <c:v>25150</c:v>
                </c:pt>
                <c:pt idx="2012">
                  <c:v>25150</c:v>
                </c:pt>
                <c:pt idx="2013">
                  <c:v>25175</c:v>
                </c:pt>
                <c:pt idx="2014">
                  <c:v>25175</c:v>
                </c:pt>
                <c:pt idx="2015">
                  <c:v>25200</c:v>
                </c:pt>
                <c:pt idx="2016">
                  <c:v>25200</c:v>
                </c:pt>
                <c:pt idx="2017">
                  <c:v>25225</c:v>
                </c:pt>
                <c:pt idx="2018">
                  <c:v>25225</c:v>
                </c:pt>
                <c:pt idx="2019">
                  <c:v>25250</c:v>
                </c:pt>
                <c:pt idx="2020">
                  <c:v>25250</c:v>
                </c:pt>
                <c:pt idx="2021">
                  <c:v>25275</c:v>
                </c:pt>
                <c:pt idx="2022">
                  <c:v>25275</c:v>
                </c:pt>
                <c:pt idx="2023">
                  <c:v>25300</c:v>
                </c:pt>
                <c:pt idx="2024">
                  <c:v>25300</c:v>
                </c:pt>
                <c:pt idx="2025">
                  <c:v>25325</c:v>
                </c:pt>
                <c:pt idx="2026">
                  <c:v>25325</c:v>
                </c:pt>
                <c:pt idx="2027">
                  <c:v>25350</c:v>
                </c:pt>
                <c:pt idx="2028">
                  <c:v>25350</c:v>
                </c:pt>
                <c:pt idx="2029">
                  <c:v>25375</c:v>
                </c:pt>
                <c:pt idx="2030">
                  <c:v>25375</c:v>
                </c:pt>
                <c:pt idx="2031">
                  <c:v>25400</c:v>
                </c:pt>
                <c:pt idx="2032">
                  <c:v>25400</c:v>
                </c:pt>
                <c:pt idx="2033">
                  <c:v>25425</c:v>
                </c:pt>
                <c:pt idx="2034">
                  <c:v>25425</c:v>
                </c:pt>
                <c:pt idx="2035">
                  <c:v>25450</c:v>
                </c:pt>
                <c:pt idx="2036">
                  <c:v>25450</c:v>
                </c:pt>
                <c:pt idx="2037">
                  <c:v>25475</c:v>
                </c:pt>
                <c:pt idx="2038">
                  <c:v>25475</c:v>
                </c:pt>
                <c:pt idx="2039">
                  <c:v>25500</c:v>
                </c:pt>
                <c:pt idx="2040">
                  <c:v>25500</c:v>
                </c:pt>
                <c:pt idx="2041">
                  <c:v>25525</c:v>
                </c:pt>
                <c:pt idx="2042">
                  <c:v>25525</c:v>
                </c:pt>
                <c:pt idx="2043">
                  <c:v>25550</c:v>
                </c:pt>
                <c:pt idx="2044">
                  <c:v>25550</c:v>
                </c:pt>
                <c:pt idx="2045">
                  <c:v>25575</c:v>
                </c:pt>
                <c:pt idx="2046">
                  <c:v>25575</c:v>
                </c:pt>
                <c:pt idx="2047">
                  <c:v>25600</c:v>
                </c:pt>
                <c:pt idx="2048">
                  <c:v>25600</c:v>
                </c:pt>
                <c:pt idx="2049">
                  <c:v>25625</c:v>
                </c:pt>
                <c:pt idx="2050">
                  <c:v>25625</c:v>
                </c:pt>
                <c:pt idx="2051">
                  <c:v>25650</c:v>
                </c:pt>
                <c:pt idx="2052">
                  <c:v>25650</c:v>
                </c:pt>
                <c:pt idx="2053">
                  <c:v>25675</c:v>
                </c:pt>
                <c:pt idx="2054">
                  <c:v>25675</c:v>
                </c:pt>
                <c:pt idx="2055">
                  <c:v>25700</c:v>
                </c:pt>
                <c:pt idx="2056">
                  <c:v>25700</c:v>
                </c:pt>
                <c:pt idx="2057">
                  <c:v>25725</c:v>
                </c:pt>
                <c:pt idx="2058">
                  <c:v>25725</c:v>
                </c:pt>
                <c:pt idx="2059">
                  <c:v>25750</c:v>
                </c:pt>
                <c:pt idx="2060">
                  <c:v>25750</c:v>
                </c:pt>
                <c:pt idx="2061">
                  <c:v>25775</c:v>
                </c:pt>
                <c:pt idx="2062">
                  <c:v>25775</c:v>
                </c:pt>
                <c:pt idx="2063">
                  <c:v>25800</c:v>
                </c:pt>
                <c:pt idx="2064">
                  <c:v>25800</c:v>
                </c:pt>
                <c:pt idx="2065">
                  <c:v>25825</c:v>
                </c:pt>
                <c:pt idx="2066">
                  <c:v>25825</c:v>
                </c:pt>
                <c:pt idx="2067">
                  <c:v>25850</c:v>
                </c:pt>
                <c:pt idx="2068">
                  <c:v>25850</c:v>
                </c:pt>
                <c:pt idx="2069">
                  <c:v>25875</c:v>
                </c:pt>
                <c:pt idx="2070">
                  <c:v>25875</c:v>
                </c:pt>
                <c:pt idx="2071">
                  <c:v>25900</c:v>
                </c:pt>
                <c:pt idx="2072">
                  <c:v>25900</c:v>
                </c:pt>
                <c:pt idx="2073">
                  <c:v>25925</c:v>
                </c:pt>
                <c:pt idx="2074">
                  <c:v>25925</c:v>
                </c:pt>
                <c:pt idx="2075">
                  <c:v>25950</c:v>
                </c:pt>
                <c:pt idx="2076">
                  <c:v>25950</c:v>
                </c:pt>
                <c:pt idx="2077">
                  <c:v>25975</c:v>
                </c:pt>
                <c:pt idx="2078">
                  <c:v>25975</c:v>
                </c:pt>
                <c:pt idx="2079">
                  <c:v>26000</c:v>
                </c:pt>
                <c:pt idx="2080">
                  <c:v>26000</c:v>
                </c:pt>
                <c:pt idx="2081">
                  <c:v>26025</c:v>
                </c:pt>
                <c:pt idx="2082">
                  <c:v>26025</c:v>
                </c:pt>
                <c:pt idx="2083">
                  <c:v>26050</c:v>
                </c:pt>
                <c:pt idx="2084">
                  <c:v>26050</c:v>
                </c:pt>
                <c:pt idx="2085">
                  <c:v>26075</c:v>
                </c:pt>
                <c:pt idx="2086">
                  <c:v>26075</c:v>
                </c:pt>
                <c:pt idx="2087">
                  <c:v>26100</c:v>
                </c:pt>
                <c:pt idx="2088">
                  <c:v>26100</c:v>
                </c:pt>
                <c:pt idx="2089">
                  <c:v>26125</c:v>
                </c:pt>
                <c:pt idx="2090">
                  <c:v>26125</c:v>
                </c:pt>
                <c:pt idx="2091">
                  <c:v>26150</c:v>
                </c:pt>
                <c:pt idx="2092">
                  <c:v>26150</c:v>
                </c:pt>
                <c:pt idx="2093">
                  <c:v>26175</c:v>
                </c:pt>
                <c:pt idx="2094">
                  <c:v>26175</c:v>
                </c:pt>
                <c:pt idx="2095">
                  <c:v>26200</c:v>
                </c:pt>
                <c:pt idx="2096">
                  <c:v>26200</c:v>
                </c:pt>
                <c:pt idx="2097">
                  <c:v>26225</c:v>
                </c:pt>
                <c:pt idx="2098">
                  <c:v>26225</c:v>
                </c:pt>
                <c:pt idx="2099">
                  <c:v>26250</c:v>
                </c:pt>
                <c:pt idx="2100">
                  <c:v>26250</c:v>
                </c:pt>
                <c:pt idx="2101">
                  <c:v>26275</c:v>
                </c:pt>
                <c:pt idx="2102">
                  <c:v>26275</c:v>
                </c:pt>
                <c:pt idx="2103">
                  <c:v>26300</c:v>
                </c:pt>
                <c:pt idx="2104">
                  <c:v>26300</c:v>
                </c:pt>
                <c:pt idx="2105">
                  <c:v>26325</c:v>
                </c:pt>
                <c:pt idx="2106">
                  <c:v>26325</c:v>
                </c:pt>
                <c:pt idx="2107">
                  <c:v>26350</c:v>
                </c:pt>
                <c:pt idx="2108">
                  <c:v>26350</c:v>
                </c:pt>
                <c:pt idx="2109">
                  <c:v>26375</c:v>
                </c:pt>
                <c:pt idx="2110">
                  <c:v>26375</c:v>
                </c:pt>
                <c:pt idx="2111">
                  <c:v>26400</c:v>
                </c:pt>
                <c:pt idx="2112">
                  <c:v>26400</c:v>
                </c:pt>
                <c:pt idx="2113">
                  <c:v>26425</c:v>
                </c:pt>
                <c:pt idx="2114">
                  <c:v>26425</c:v>
                </c:pt>
                <c:pt idx="2115">
                  <c:v>26450</c:v>
                </c:pt>
                <c:pt idx="2116">
                  <c:v>26450</c:v>
                </c:pt>
                <c:pt idx="2117">
                  <c:v>26475</c:v>
                </c:pt>
                <c:pt idx="2118">
                  <c:v>26475</c:v>
                </c:pt>
                <c:pt idx="2119">
                  <c:v>26500</c:v>
                </c:pt>
                <c:pt idx="2120">
                  <c:v>26500</c:v>
                </c:pt>
                <c:pt idx="2121">
                  <c:v>26525</c:v>
                </c:pt>
                <c:pt idx="2122">
                  <c:v>26525</c:v>
                </c:pt>
                <c:pt idx="2123">
                  <c:v>26550</c:v>
                </c:pt>
                <c:pt idx="2124">
                  <c:v>26550</c:v>
                </c:pt>
                <c:pt idx="2125">
                  <c:v>26575</c:v>
                </c:pt>
                <c:pt idx="2126">
                  <c:v>26575</c:v>
                </c:pt>
                <c:pt idx="2127">
                  <c:v>26600</c:v>
                </c:pt>
                <c:pt idx="2128">
                  <c:v>26600</c:v>
                </c:pt>
                <c:pt idx="2129">
                  <c:v>26625</c:v>
                </c:pt>
                <c:pt idx="2130">
                  <c:v>26625</c:v>
                </c:pt>
                <c:pt idx="2131">
                  <c:v>26650</c:v>
                </c:pt>
                <c:pt idx="2132">
                  <c:v>26650</c:v>
                </c:pt>
                <c:pt idx="2133">
                  <c:v>26675</c:v>
                </c:pt>
                <c:pt idx="2134">
                  <c:v>26675</c:v>
                </c:pt>
                <c:pt idx="2135">
                  <c:v>26700</c:v>
                </c:pt>
                <c:pt idx="2136">
                  <c:v>26700</c:v>
                </c:pt>
                <c:pt idx="2137">
                  <c:v>26725</c:v>
                </c:pt>
                <c:pt idx="2138">
                  <c:v>26725</c:v>
                </c:pt>
                <c:pt idx="2139">
                  <c:v>26750</c:v>
                </c:pt>
                <c:pt idx="2140">
                  <c:v>26750</c:v>
                </c:pt>
                <c:pt idx="2141">
                  <c:v>26775</c:v>
                </c:pt>
                <c:pt idx="2142">
                  <c:v>26775</c:v>
                </c:pt>
                <c:pt idx="2143">
                  <c:v>26800</c:v>
                </c:pt>
                <c:pt idx="2144">
                  <c:v>26800</c:v>
                </c:pt>
                <c:pt idx="2145">
                  <c:v>26825</c:v>
                </c:pt>
                <c:pt idx="2146">
                  <c:v>26825</c:v>
                </c:pt>
                <c:pt idx="2147">
                  <c:v>26850</c:v>
                </c:pt>
                <c:pt idx="2148">
                  <c:v>26850</c:v>
                </c:pt>
                <c:pt idx="2149">
                  <c:v>26875</c:v>
                </c:pt>
                <c:pt idx="2150">
                  <c:v>26875</c:v>
                </c:pt>
                <c:pt idx="2151">
                  <c:v>26900</c:v>
                </c:pt>
                <c:pt idx="2152">
                  <c:v>26900</c:v>
                </c:pt>
                <c:pt idx="2153">
                  <c:v>26925</c:v>
                </c:pt>
                <c:pt idx="2154">
                  <c:v>26925</c:v>
                </c:pt>
                <c:pt idx="2155">
                  <c:v>26950</c:v>
                </c:pt>
                <c:pt idx="2156">
                  <c:v>26950</c:v>
                </c:pt>
                <c:pt idx="2157">
                  <c:v>26975</c:v>
                </c:pt>
                <c:pt idx="2158">
                  <c:v>26975</c:v>
                </c:pt>
                <c:pt idx="2159">
                  <c:v>27000</c:v>
                </c:pt>
                <c:pt idx="2160">
                  <c:v>27000</c:v>
                </c:pt>
                <c:pt idx="2161">
                  <c:v>27025</c:v>
                </c:pt>
                <c:pt idx="2162">
                  <c:v>27025</c:v>
                </c:pt>
                <c:pt idx="2163">
                  <c:v>27050</c:v>
                </c:pt>
                <c:pt idx="2164">
                  <c:v>27050</c:v>
                </c:pt>
                <c:pt idx="2165">
                  <c:v>27075</c:v>
                </c:pt>
                <c:pt idx="2166">
                  <c:v>27075</c:v>
                </c:pt>
                <c:pt idx="2167">
                  <c:v>27100</c:v>
                </c:pt>
                <c:pt idx="2168">
                  <c:v>27100</c:v>
                </c:pt>
                <c:pt idx="2169">
                  <c:v>27125</c:v>
                </c:pt>
                <c:pt idx="2170">
                  <c:v>27125</c:v>
                </c:pt>
                <c:pt idx="2171">
                  <c:v>27150</c:v>
                </c:pt>
                <c:pt idx="2172">
                  <c:v>27150</c:v>
                </c:pt>
                <c:pt idx="2173">
                  <c:v>27175</c:v>
                </c:pt>
                <c:pt idx="2174">
                  <c:v>27175</c:v>
                </c:pt>
                <c:pt idx="2175">
                  <c:v>27200</c:v>
                </c:pt>
                <c:pt idx="2176">
                  <c:v>27200</c:v>
                </c:pt>
                <c:pt idx="2177">
                  <c:v>27225</c:v>
                </c:pt>
                <c:pt idx="2178">
                  <c:v>27225</c:v>
                </c:pt>
                <c:pt idx="2179">
                  <c:v>27250</c:v>
                </c:pt>
                <c:pt idx="2180">
                  <c:v>27250</c:v>
                </c:pt>
                <c:pt idx="2181">
                  <c:v>27275</c:v>
                </c:pt>
                <c:pt idx="2182">
                  <c:v>27275</c:v>
                </c:pt>
                <c:pt idx="2183">
                  <c:v>27300</c:v>
                </c:pt>
                <c:pt idx="2184">
                  <c:v>27300</c:v>
                </c:pt>
                <c:pt idx="2185">
                  <c:v>27325</c:v>
                </c:pt>
                <c:pt idx="2186">
                  <c:v>27325</c:v>
                </c:pt>
                <c:pt idx="2187">
                  <c:v>27350</c:v>
                </c:pt>
                <c:pt idx="2188">
                  <c:v>27350</c:v>
                </c:pt>
                <c:pt idx="2189">
                  <c:v>27375</c:v>
                </c:pt>
                <c:pt idx="2190">
                  <c:v>27375</c:v>
                </c:pt>
                <c:pt idx="2191">
                  <c:v>27400</c:v>
                </c:pt>
                <c:pt idx="2192">
                  <c:v>27400</c:v>
                </c:pt>
                <c:pt idx="2193">
                  <c:v>27425</c:v>
                </c:pt>
                <c:pt idx="2194">
                  <c:v>27425</c:v>
                </c:pt>
                <c:pt idx="2195">
                  <c:v>27450</c:v>
                </c:pt>
                <c:pt idx="2196">
                  <c:v>27450</c:v>
                </c:pt>
                <c:pt idx="2197">
                  <c:v>27475</c:v>
                </c:pt>
                <c:pt idx="2198">
                  <c:v>27475</c:v>
                </c:pt>
                <c:pt idx="2199">
                  <c:v>27500</c:v>
                </c:pt>
                <c:pt idx="2200">
                  <c:v>27500</c:v>
                </c:pt>
                <c:pt idx="2201">
                  <c:v>27525</c:v>
                </c:pt>
                <c:pt idx="2202">
                  <c:v>27525</c:v>
                </c:pt>
                <c:pt idx="2203">
                  <c:v>27550</c:v>
                </c:pt>
                <c:pt idx="2204">
                  <c:v>27550</c:v>
                </c:pt>
                <c:pt idx="2205">
                  <c:v>27575</c:v>
                </c:pt>
                <c:pt idx="2206">
                  <c:v>27575</c:v>
                </c:pt>
                <c:pt idx="2207">
                  <c:v>27600</c:v>
                </c:pt>
                <c:pt idx="2208">
                  <c:v>27600</c:v>
                </c:pt>
                <c:pt idx="2209">
                  <c:v>27625</c:v>
                </c:pt>
                <c:pt idx="2210">
                  <c:v>27625</c:v>
                </c:pt>
                <c:pt idx="2211">
                  <c:v>27650</c:v>
                </c:pt>
                <c:pt idx="2212">
                  <c:v>27650</c:v>
                </c:pt>
                <c:pt idx="2213">
                  <c:v>27675</c:v>
                </c:pt>
                <c:pt idx="2214">
                  <c:v>27675</c:v>
                </c:pt>
                <c:pt idx="2215">
                  <c:v>27700</c:v>
                </c:pt>
                <c:pt idx="2216">
                  <c:v>27700</c:v>
                </c:pt>
                <c:pt idx="2217">
                  <c:v>27725</c:v>
                </c:pt>
                <c:pt idx="2218">
                  <c:v>27725</c:v>
                </c:pt>
                <c:pt idx="2219">
                  <c:v>27750</c:v>
                </c:pt>
                <c:pt idx="2220">
                  <c:v>27750</c:v>
                </c:pt>
                <c:pt idx="2221">
                  <c:v>27775</c:v>
                </c:pt>
                <c:pt idx="2222">
                  <c:v>27775</c:v>
                </c:pt>
                <c:pt idx="2223">
                  <c:v>27800</c:v>
                </c:pt>
                <c:pt idx="2224">
                  <c:v>27800</c:v>
                </c:pt>
                <c:pt idx="2225">
                  <c:v>27825</c:v>
                </c:pt>
                <c:pt idx="2226">
                  <c:v>27825</c:v>
                </c:pt>
                <c:pt idx="2227">
                  <c:v>27850</c:v>
                </c:pt>
                <c:pt idx="2228">
                  <c:v>27850</c:v>
                </c:pt>
                <c:pt idx="2229">
                  <c:v>27875</c:v>
                </c:pt>
                <c:pt idx="2230">
                  <c:v>27875</c:v>
                </c:pt>
                <c:pt idx="2231">
                  <c:v>27900</c:v>
                </c:pt>
                <c:pt idx="2232">
                  <c:v>27900</c:v>
                </c:pt>
                <c:pt idx="2233">
                  <c:v>27925</c:v>
                </c:pt>
                <c:pt idx="2234">
                  <c:v>27925</c:v>
                </c:pt>
                <c:pt idx="2235">
                  <c:v>27950</c:v>
                </c:pt>
                <c:pt idx="2236">
                  <c:v>27950</c:v>
                </c:pt>
                <c:pt idx="2237">
                  <c:v>27975</c:v>
                </c:pt>
                <c:pt idx="2238">
                  <c:v>27975</c:v>
                </c:pt>
                <c:pt idx="2239">
                  <c:v>28000</c:v>
                </c:pt>
                <c:pt idx="2240">
                  <c:v>28000</c:v>
                </c:pt>
                <c:pt idx="2241">
                  <c:v>28025</c:v>
                </c:pt>
                <c:pt idx="2242">
                  <c:v>28025</c:v>
                </c:pt>
                <c:pt idx="2243">
                  <c:v>28050</c:v>
                </c:pt>
                <c:pt idx="2244">
                  <c:v>28050</c:v>
                </c:pt>
                <c:pt idx="2245">
                  <c:v>28075</c:v>
                </c:pt>
                <c:pt idx="2246">
                  <c:v>28075</c:v>
                </c:pt>
                <c:pt idx="2247">
                  <c:v>28100</c:v>
                </c:pt>
                <c:pt idx="2248">
                  <c:v>28100</c:v>
                </c:pt>
                <c:pt idx="2249">
                  <c:v>28125</c:v>
                </c:pt>
                <c:pt idx="2250">
                  <c:v>28125</c:v>
                </c:pt>
                <c:pt idx="2251">
                  <c:v>28150</c:v>
                </c:pt>
                <c:pt idx="2252">
                  <c:v>28150</c:v>
                </c:pt>
                <c:pt idx="2253">
                  <c:v>28175</c:v>
                </c:pt>
                <c:pt idx="2254">
                  <c:v>28175</c:v>
                </c:pt>
                <c:pt idx="2255">
                  <c:v>28200</c:v>
                </c:pt>
                <c:pt idx="2256">
                  <c:v>28200</c:v>
                </c:pt>
                <c:pt idx="2257">
                  <c:v>28225</c:v>
                </c:pt>
                <c:pt idx="2258">
                  <c:v>28225</c:v>
                </c:pt>
                <c:pt idx="2259">
                  <c:v>28250</c:v>
                </c:pt>
                <c:pt idx="2260">
                  <c:v>28250</c:v>
                </c:pt>
                <c:pt idx="2261">
                  <c:v>28275</c:v>
                </c:pt>
                <c:pt idx="2262">
                  <c:v>28275</c:v>
                </c:pt>
                <c:pt idx="2263">
                  <c:v>28300</c:v>
                </c:pt>
                <c:pt idx="2264">
                  <c:v>28300</c:v>
                </c:pt>
                <c:pt idx="2265">
                  <c:v>28325</c:v>
                </c:pt>
                <c:pt idx="2266">
                  <c:v>28325</c:v>
                </c:pt>
                <c:pt idx="2267">
                  <c:v>28350</c:v>
                </c:pt>
                <c:pt idx="2268">
                  <c:v>28350</c:v>
                </c:pt>
                <c:pt idx="2269">
                  <c:v>28375</c:v>
                </c:pt>
                <c:pt idx="2270">
                  <c:v>28375</c:v>
                </c:pt>
                <c:pt idx="2271">
                  <c:v>28400</c:v>
                </c:pt>
                <c:pt idx="2272">
                  <c:v>28400</c:v>
                </c:pt>
                <c:pt idx="2273">
                  <c:v>28425</c:v>
                </c:pt>
                <c:pt idx="2274">
                  <c:v>28425</c:v>
                </c:pt>
                <c:pt idx="2275">
                  <c:v>28450</c:v>
                </c:pt>
                <c:pt idx="2276">
                  <c:v>28450</c:v>
                </c:pt>
                <c:pt idx="2277">
                  <c:v>28475</c:v>
                </c:pt>
                <c:pt idx="2278">
                  <c:v>28475</c:v>
                </c:pt>
                <c:pt idx="2279">
                  <c:v>28500</c:v>
                </c:pt>
                <c:pt idx="2280">
                  <c:v>28500</c:v>
                </c:pt>
                <c:pt idx="2281">
                  <c:v>28525</c:v>
                </c:pt>
                <c:pt idx="2282">
                  <c:v>28525</c:v>
                </c:pt>
                <c:pt idx="2283">
                  <c:v>28550</c:v>
                </c:pt>
                <c:pt idx="2284">
                  <c:v>28550</c:v>
                </c:pt>
                <c:pt idx="2285">
                  <c:v>28575</c:v>
                </c:pt>
                <c:pt idx="2286">
                  <c:v>28575</c:v>
                </c:pt>
                <c:pt idx="2287">
                  <c:v>28600</c:v>
                </c:pt>
                <c:pt idx="2288">
                  <c:v>28600</c:v>
                </c:pt>
                <c:pt idx="2289">
                  <c:v>28625</c:v>
                </c:pt>
                <c:pt idx="2290">
                  <c:v>28625</c:v>
                </c:pt>
                <c:pt idx="2291">
                  <c:v>28650</c:v>
                </c:pt>
                <c:pt idx="2292">
                  <c:v>28650</c:v>
                </c:pt>
                <c:pt idx="2293">
                  <c:v>28675</c:v>
                </c:pt>
                <c:pt idx="2294">
                  <c:v>28675</c:v>
                </c:pt>
                <c:pt idx="2295">
                  <c:v>28700</c:v>
                </c:pt>
                <c:pt idx="2296">
                  <c:v>28700</c:v>
                </c:pt>
                <c:pt idx="2297">
                  <c:v>28725</c:v>
                </c:pt>
                <c:pt idx="2298">
                  <c:v>28725</c:v>
                </c:pt>
                <c:pt idx="2299">
                  <c:v>28750</c:v>
                </c:pt>
                <c:pt idx="2300">
                  <c:v>28750</c:v>
                </c:pt>
                <c:pt idx="2301">
                  <c:v>28775</c:v>
                </c:pt>
                <c:pt idx="2302">
                  <c:v>28775</c:v>
                </c:pt>
                <c:pt idx="2303">
                  <c:v>28800</c:v>
                </c:pt>
                <c:pt idx="2304">
                  <c:v>28800</c:v>
                </c:pt>
                <c:pt idx="2305">
                  <c:v>28825</c:v>
                </c:pt>
                <c:pt idx="2306">
                  <c:v>28825</c:v>
                </c:pt>
                <c:pt idx="2307">
                  <c:v>28850</c:v>
                </c:pt>
                <c:pt idx="2308">
                  <c:v>28850</c:v>
                </c:pt>
                <c:pt idx="2309">
                  <c:v>28875</c:v>
                </c:pt>
                <c:pt idx="2310">
                  <c:v>28875</c:v>
                </c:pt>
                <c:pt idx="2311">
                  <c:v>28900</c:v>
                </c:pt>
                <c:pt idx="2312">
                  <c:v>28900</c:v>
                </c:pt>
                <c:pt idx="2313">
                  <c:v>28925</c:v>
                </c:pt>
                <c:pt idx="2314">
                  <c:v>28925</c:v>
                </c:pt>
                <c:pt idx="2315">
                  <c:v>28950</c:v>
                </c:pt>
                <c:pt idx="2316">
                  <c:v>28950</c:v>
                </c:pt>
                <c:pt idx="2317">
                  <c:v>28975</c:v>
                </c:pt>
                <c:pt idx="2318">
                  <c:v>28975</c:v>
                </c:pt>
                <c:pt idx="2319">
                  <c:v>29000</c:v>
                </c:pt>
                <c:pt idx="2320">
                  <c:v>29000</c:v>
                </c:pt>
                <c:pt idx="2321">
                  <c:v>29025</c:v>
                </c:pt>
                <c:pt idx="2322">
                  <c:v>29025</c:v>
                </c:pt>
                <c:pt idx="2323">
                  <c:v>29050</c:v>
                </c:pt>
                <c:pt idx="2324">
                  <c:v>29050</c:v>
                </c:pt>
                <c:pt idx="2325">
                  <c:v>29075</c:v>
                </c:pt>
                <c:pt idx="2326">
                  <c:v>29075</c:v>
                </c:pt>
                <c:pt idx="2327">
                  <c:v>29100</c:v>
                </c:pt>
                <c:pt idx="2328">
                  <c:v>29100</c:v>
                </c:pt>
                <c:pt idx="2329">
                  <c:v>29125</c:v>
                </c:pt>
                <c:pt idx="2330">
                  <c:v>29125</c:v>
                </c:pt>
                <c:pt idx="2331">
                  <c:v>29150</c:v>
                </c:pt>
                <c:pt idx="2332">
                  <c:v>29150</c:v>
                </c:pt>
                <c:pt idx="2333">
                  <c:v>29175</c:v>
                </c:pt>
                <c:pt idx="2334">
                  <c:v>29175</c:v>
                </c:pt>
                <c:pt idx="2335">
                  <c:v>29200</c:v>
                </c:pt>
                <c:pt idx="2336">
                  <c:v>29200</c:v>
                </c:pt>
                <c:pt idx="2337">
                  <c:v>29225</c:v>
                </c:pt>
                <c:pt idx="2338">
                  <c:v>29225</c:v>
                </c:pt>
                <c:pt idx="2339">
                  <c:v>29250</c:v>
                </c:pt>
                <c:pt idx="2340">
                  <c:v>29250</c:v>
                </c:pt>
                <c:pt idx="2341">
                  <c:v>29275</c:v>
                </c:pt>
                <c:pt idx="2342">
                  <c:v>29275</c:v>
                </c:pt>
                <c:pt idx="2343">
                  <c:v>29300</c:v>
                </c:pt>
                <c:pt idx="2344">
                  <c:v>29300</c:v>
                </c:pt>
                <c:pt idx="2345">
                  <c:v>29325</c:v>
                </c:pt>
                <c:pt idx="2346">
                  <c:v>29325</c:v>
                </c:pt>
                <c:pt idx="2347">
                  <c:v>29350</c:v>
                </c:pt>
                <c:pt idx="2348">
                  <c:v>29350</c:v>
                </c:pt>
                <c:pt idx="2349">
                  <c:v>29375</c:v>
                </c:pt>
                <c:pt idx="2350">
                  <c:v>29375</c:v>
                </c:pt>
                <c:pt idx="2351">
                  <c:v>29400</c:v>
                </c:pt>
                <c:pt idx="2352">
                  <c:v>29400</c:v>
                </c:pt>
                <c:pt idx="2353">
                  <c:v>29425</c:v>
                </c:pt>
                <c:pt idx="2354">
                  <c:v>29425</c:v>
                </c:pt>
                <c:pt idx="2355">
                  <c:v>29450</c:v>
                </c:pt>
                <c:pt idx="2356">
                  <c:v>29450</c:v>
                </c:pt>
                <c:pt idx="2357">
                  <c:v>29475</c:v>
                </c:pt>
                <c:pt idx="2358">
                  <c:v>29475</c:v>
                </c:pt>
                <c:pt idx="2359">
                  <c:v>29500</c:v>
                </c:pt>
                <c:pt idx="2360">
                  <c:v>29500</c:v>
                </c:pt>
                <c:pt idx="2361">
                  <c:v>29525</c:v>
                </c:pt>
                <c:pt idx="2362">
                  <c:v>29525</c:v>
                </c:pt>
                <c:pt idx="2363">
                  <c:v>29550</c:v>
                </c:pt>
                <c:pt idx="2364">
                  <c:v>29550</c:v>
                </c:pt>
                <c:pt idx="2365">
                  <c:v>29575</c:v>
                </c:pt>
                <c:pt idx="2366">
                  <c:v>29575</c:v>
                </c:pt>
                <c:pt idx="2367">
                  <c:v>29600</c:v>
                </c:pt>
                <c:pt idx="2368">
                  <c:v>29600</c:v>
                </c:pt>
                <c:pt idx="2369">
                  <c:v>29625</c:v>
                </c:pt>
                <c:pt idx="2370">
                  <c:v>29625</c:v>
                </c:pt>
                <c:pt idx="2371">
                  <c:v>29650</c:v>
                </c:pt>
                <c:pt idx="2372">
                  <c:v>29650</c:v>
                </c:pt>
                <c:pt idx="2373">
                  <c:v>29675</c:v>
                </c:pt>
                <c:pt idx="2374">
                  <c:v>29675</c:v>
                </c:pt>
                <c:pt idx="2375">
                  <c:v>29700</c:v>
                </c:pt>
                <c:pt idx="2376">
                  <c:v>29700</c:v>
                </c:pt>
                <c:pt idx="2377">
                  <c:v>29725</c:v>
                </c:pt>
                <c:pt idx="2378">
                  <c:v>29725</c:v>
                </c:pt>
                <c:pt idx="2379">
                  <c:v>29750</c:v>
                </c:pt>
                <c:pt idx="2380">
                  <c:v>29750</c:v>
                </c:pt>
                <c:pt idx="2381">
                  <c:v>29775</c:v>
                </c:pt>
                <c:pt idx="2382">
                  <c:v>29775</c:v>
                </c:pt>
                <c:pt idx="2383">
                  <c:v>29800</c:v>
                </c:pt>
                <c:pt idx="2384">
                  <c:v>29800</c:v>
                </c:pt>
                <c:pt idx="2385">
                  <c:v>29825</c:v>
                </c:pt>
                <c:pt idx="2386">
                  <c:v>29825</c:v>
                </c:pt>
                <c:pt idx="2387">
                  <c:v>29850</c:v>
                </c:pt>
                <c:pt idx="2388">
                  <c:v>29850</c:v>
                </c:pt>
                <c:pt idx="2389">
                  <c:v>29875</c:v>
                </c:pt>
                <c:pt idx="2390">
                  <c:v>29875</c:v>
                </c:pt>
                <c:pt idx="2391">
                  <c:v>29900</c:v>
                </c:pt>
                <c:pt idx="2392">
                  <c:v>29900</c:v>
                </c:pt>
                <c:pt idx="2393">
                  <c:v>29925</c:v>
                </c:pt>
                <c:pt idx="2394">
                  <c:v>29925</c:v>
                </c:pt>
                <c:pt idx="2395">
                  <c:v>29950</c:v>
                </c:pt>
                <c:pt idx="2396">
                  <c:v>29950</c:v>
                </c:pt>
                <c:pt idx="2397">
                  <c:v>29975</c:v>
                </c:pt>
                <c:pt idx="2398">
                  <c:v>29975</c:v>
                </c:pt>
                <c:pt idx="2399">
                  <c:v>30000</c:v>
                </c:pt>
                <c:pt idx="2400">
                  <c:v>30000</c:v>
                </c:pt>
              </c:numCache>
            </c:numRef>
          </c:xVal>
          <c:yVal>
            <c:numRef>
              <c:f>'Chart Data'!$D$2:$D$2402</c:f>
              <c:numCache>
                <c:formatCode>0%</c:formatCode>
                <c:ptCount val="240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0.03333333</c:v>
                </c:pt>
                <c:pt idx="97">
                  <c:v>0.03333333</c:v>
                </c:pt>
                <c:pt idx="98">
                  <c:v>0.03333333</c:v>
                </c:pt>
                <c:pt idx="99">
                  <c:v>0.03333333</c:v>
                </c:pt>
                <c:pt idx="100">
                  <c:v>0.06666667</c:v>
                </c:pt>
                <c:pt idx="101">
                  <c:v>0.06666667</c:v>
                </c:pt>
                <c:pt idx="102">
                  <c:v>0.06666667</c:v>
                </c:pt>
                <c:pt idx="103">
                  <c:v>0.06666667</c:v>
                </c:pt>
                <c:pt idx="104">
                  <c:v>0.06666667</c:v>
                </c:pt>
                <c:pt idx="105">
                  <c:v>0.06666667</c:v>
                </c:pt>
                <c:pt idx="106">
                  <c:v>0.06666667</c:v>
                </c:pt>
                <c:pt idx="107">
                  <c:v>0.06666667</c:v>
                </c:pt>
                <c:pt idx="108">
                  <c:v>0.06666667</c:v>
                </c:pt>
                <c:pt idx="109">
                  <c:v>0.06666667</c:v>
                </c:pt>
                <c:pt idx="110">
                  <c:v>0.06666667</c:v>
                </c:pt>
                <c:pt idx="111">
                  <c:v>0.06666667</c:v>
                </c:pt>
                <c:pt idx="112">
                  <c:v>0.06666667</c:v>
                </c:pt>
                <c:pt idx="113">
                  <c:v>0.06666667</c:v>
                </c:pt>
                <c:pt idx="114">
                  <c:v>0.06666667</c:v>
                </c:pt>
                <c:pt idx="115">
                  <c:v>0.06666667</c:v>
                </c:pt>
                <c:pt idx="116">
                  <c:v>0.1</c:v>
                </c:pt>
                <c:pt idx="117">
                  <c:v>0.1</c:v>
                </c:pt>
                <c:pt idx="118">
                  <c:v>0.1</c:v>
                </c:pt>
                <c:pt idx="119">
                  <c:v>0.1</c:v>
                </c:pt>
                <c:pt idx="120">
                  <c:v>0.1</c:v>
                </c:pt>
                <c:pt idx="121">
                  <c:v>0.1</c:v>
                </c:pt>
                <c:pt idx="122">
                  <c:v>0.1</c:v>
                </c:pt>
                <c:pt idx="123">
                  <c:v>0.1</c:v>
                </c:pt>
                <c:pt idx="124">
                  <c:v>0.1</c:v>
                </c:pt>
                <c:pt idx="125">
                  <c:v>0.1</c:v>
                </c:pt>
                <c:pt idx="126">
                  <c:v>0.1</c:v>
                </c:pt>
                <c:pt idx="127">
                  <c:v>0.1</c:v>
                </c:pt>
                <c:pt idx="128">
                  <c:v>0.1</c:v>
                </c:pt>
                <c:pt idx="129">
                  <c:v>0.1</c:v>
                </c:pt>
                <c:pt idx="130">
                  <c:v>0.1</c:v>
                </c:pt>
                <c:pt idx="131">
                  <c:v>0.1</c:v>
                </c:pt>
                <c:pt idx="132">
                  <c:v>0.1</c:v>
                </c:pt>
                <c:pt idx="133">
                  <c:v>0.1</c:v>
                </c:pt>
                <c:pt idx="134">
                  <c:v>0.1</c:v>
                </c:pt>
                <c:pt idx="135">
                  <c:v>0.1</c:v>
                </c:pt>
                <c:pt idx="136">
                  <c:v>0.1</c:v>
                </c:pt>
                <c:pt idx="137">
                  <c:v>0.1</c:v>
                </c:pt>
                <c:pt idx="138">
                  <c:v>0.1</c:v>
                </c:pt>
                <c:pt idx="139">
                  <c:v>0.1</c:v>
                </c:pt>
                <c:pt idx="140">
                  <c:v>0.1</c:v>
                </c:pt>
                <c:pt idx="141">
                  <c:v>0.1</c:v>
                </c:pt>
                <c:pt idx="142">
                  <c:v>0.1</c:v>
                </c:pt>
                <c:pt idx="143">
                  <c:v>0.1</c:v>
                </c:pt>
                <c:pt idx="144">
                  <c:v>0.1</c:v>
                </c:pt>
                <c:pt idx="145">
                  <c:v>0.1</c:v>
                </c:pt>
                <c:pt idx="146">
                  <c:v>0.1</c:v>
                </c:pt>
                <c:pt idx="147">
                  <c:v>0.1</c:v>
                </c:pt>
                <c:pt idx="148">
                  <c:v>0.1</c:v>
                </c:pt>
                <c:pt idx="149">
                  <c:v>0.1</c:v>
                </c:pt>
                <c:pt idx="150">
                  <c:v>0.1</c:v>
                </c:pt>
                <c:pt idx="151">
                  <c:v>0.1</c:v>
                </c:pt>
                <c:pt idx="152">
                  <c:v>0.1</c:v>
                </c:pt>
                <c:pt idx="153">
                  <c:v>0.1</c:v>
                </c:pt>
                <c:pt idx="154">
                  <c:v>0.1</c:v>
                </c:pt>
                <c:pt idx="155">
                  <c:v>0.1</c:v>
                </c:pt>
                <c:pt idx="156">
                  <c:v>0.1</c:v>
                </c:pt>
                <c:pt idx="157">
                  <c:v>0.1</c:v>
                </c:pt>
                <c:pt idx="158">
                  <c:v>0.1</c:v>
                </c:pt>
                <c:pt idx="159">
                  <c:v>0.1</c:v>
                </c:pt>
                <c:pt idx="160">
                  <c:v>0.1</c:v>
                </c:pt>
                <c:pt idx="161">
                  <c:v>0.1</c:v>
                </c:pt>
                <c:pt idx="162">
                  <c:v>0.1</c:v>
                </c:pt>
                <c:pt idx="163">
                  <c:v>0.1</c:v>
                </c:pt>
                <c:pt idx="164">
                  <c:v>0.1</c:v>
                </c:pt>
                <c:pt idx="165">
                  <c:v>0.1</c:v>
                </c:pt>
                <c:pt idx="166">
                  <c:v>0.1</c:v>
                </c:pt>
                <c:pt idx="167">
                  <c:v>0.1</c:v>
                </c:pt>
                <c:pt idx="168">
                  <c:v>0.1</c:v>
                </c:pt>
                <c:pt idx="169">
                  <c:v>0.1</c:v>
                </c:pt>
                <c:pt idx="170">
                  <c:v>0.1</c:v>
                </c:pt>
                <c:pt idx="171">
                  <c:v>0.1</c:v>
                </c:pt>
                <c:pt idx="172">
                  <c:v>0.1</c:v>
                </c:pt>
                <c:pt idx="173">
                  <c:v>0.1</c:v>
                </c:pt>
                <c:pt idx="174">
                  <c:v>0.1</c:v>
                </c:pt>
                <c:pt idx="175">
                  <c:v>0.1</c:v>
                </c:pt>
                <c:pt idx="176">
                  <c:v>0.1</c:v>
                </c:pt>
                <c:pt idx="177">
                  <c:v>0.1</c:v>
                </c:pt>
                <c:pt idx="178">
                  <c:v>0.1</c:v>
                </c:pt>
                <c:pt idx="179">
                  <c:v>0.1</c:v>
                </c:pt>
                <c:pt idx="180">
                  <c:v>0.1</c:v>
                </c:pt>
                <c:pt idx="181">
                  <c:v>0.1</c:v>
                </c:pt>
                <c:pt idx="182">
                  <c:v>0.1</c:v>
                </c:pt>
                <c:pt idx="183">
                  <c:v>0.1</c:v>
                </c:pt>
                <c:pt idx="184">
                  <c:v>0.1</c:v>
                </c:pt>
                <c:pt idx="185">
                  <c:v>0.1</c:v>
                </c:pt>
                <c:pt idx="186">
                  <c:v>0.1</c:v>
                </c:pt>
                <c:pt idx="187">
                  <c:v>0.1</c:v>
                </c:pt>
                <c:pt idx="188">
                  <c:v>0.1</c:v>
                </c:pt>
                <c:pt idx="189">
                  <c:v>0.1</c:v>
                </c:pt>
                <c:pt idx="190">
                  <c:v>0.1</c:v>
                </c:pt>
                <c:pt idx="191">
                  <c:v>0.1</c:v>
                </c:pt>
                <c:pt idx="192">
                  <c:v>0.1</c:v>
                </c:pt>
                <c:pt idx="193">
                  <c:v>0.1</c:v>
                </c:pt>
                <c:pt idx="194">
                  <c:v>0.1</c:v>
                </c:pt>
                <c:pt idx="195">
                  <c:v>0.1</c:v>
                </c:pt>
                <c:pt idx="196">
                  <c:v>0.13333333</c:v>
                </c:pt>
                <c:pt idx="197">
                  <c:v>0.13333333</c:v>
                </c:pt>
                <c:pt idx="198">
                  <c:v>0.13333333</c:v>
                </c:pt>
                <c:pt idx="199">
                  <c:v>0.13333333</c:v>
                </c:pt>
                <c:pt idx="200">
                  <c:v>0.13333333</c:v>
                </c:pt>
                <c:pt idx="201">
                  <c:v>0.13333333</c:v>
                </c:pt>
                <c:pt idx="202">
                  <c:v>0.13333333</c:v>
                </c:pt>
                <c:pt idx="203">
                  <c:v>0.13333333</c:v>
                </c:pt>
                <c:pt idx="204">
                  <c:v>0.13333333</c:v>
                </c:pt>
                <c:pt idx="205">
                  <c:v>0.13333333</c:v>
                </c:pt>
                <c:pt idx="206">
                  <c:v>0.13333333</c:v>
                </c:pt>
                <c:pt idx="207">
                  <c:v>0.13333333</c:v>
                </c:pt>
                <c:pt idx="208">
                  <c:v>0.13333333</c:v>
                </c:pt>
                <c:pt idx="209">
                  <c:v>0.13333333</c:v>
                </c:pt>
                <c:pt idx="210">
                  <c:v>0.13333333</c:v>
                </c:pt>
                <c:pt idx="211">
                  <c:v>0.13333333</c:v>
                </c:pt>
                <c:pt idx="212">
                  <c:v>0.16666667</c:v>
                </c:pt>
                <c:pt idx="213">
                  <c:v>0.16666667</c:v>
                </c:pt>
                <c:pt idx="214">
                  <c:v>0.16666667</c:v>
                </c:pt>
                <c:pt idx="215">
                  <c:v>0.16666667</c:v>
                </c:pt>
                <c:pt idx="216">
                  <c:v>0.2</c:v>
                </c:pt>
                <c:pt idx="217">
                  <c:v>0.2</c:v>
                </c:pt>
                <c:pt idx="218">
                  <c:v>0.2</c:v>
                </c:pt>
                <c:pt idx="219">
                  <c:v>0.2</c:v>
                </c:pt>
                <c:pt idx="220">
                  <c:v>0.2</c:v>
                </c:pt>
                <c:pt idx="221">
                  <c:v>0.2</c:v>
                </c:pt>
                <c:pt idx="222">
                  <c:v>0.2</c:v>
                </c:pt>
                <c:pt idx="223">
                  <c:v>0.2</c:v>
                </c:pt>
                <c:pt idx="224">
                  <c:v>0.2</c:v>
                </c:pt>
                <c:pt idx="225">
                  <c:v>0.2</c:v>
                </c:pt>
                <c:pt idx="226">
                  <c:v>0.2</c:v>
                </c:pt>
                <c:pt idx="227">
                  <c:v>0.2</c:v>
                </c:pt>
                <c:pt idx="228">
                  <c:v>0.2</c:v>
                </c:pt>
                <c:pt idx="229">
                  <c:v>0.2</c:v>
                </c:pt>
                <c:pt idx="230">
                  <c:v>0.2</c:v>
                </c:pt>
                <c:pt idx="231">
                  <c:v>0.2</c:v>
                </c:pt>
                <c:pt idx="232">
                  <c:v>0.2</c:v>
                </c:pt>
                <c:pt idx="233">
                  <c:v>0.2</c:v>
                </c:pt>
                <c:pt idx="234">
                  <c:v>0.23333333</c:v>
                </c:pt>
                <c:pt idx="235">
                  <c:v>0.23333333</c:v>
                </c:pt>
                <c:pt idx="236">
                  <c:v>0.23333333</c:v>
                </c:pt>
                <c:pt idx="237">
                  <c:v>0.23333333</c:v>
                </c:pt>
                <c:pt idx="238">
                  <c:v>0.26666667</c:v>
                </c:pt>
                <c:pt idx="239">
                  <c:v>0.26666667</c:v>
                </c:pt>
                <c:pt idx="240">
                  <c:v>0.26666667</c:v>
                </c:pt>
                <c:pt idx="241">
                  <c:v>0.26666667</c:v>
                </c:pt>
                <c:pt idx="242">
                  <c:v>0.26666667</c:v>
                </c:pt>
                <c:pt idx="243">
                  <c:v>0.26666667</c:v>
                </c:pt>
                <c:pt idx="244">
                  <c:v>0.26666667</c:v>
                </c:pt>
                <c:pt idx="245">
                  <c:v>0.26666667</c:v>
                </c:pt>
                <c:pt idx="246">
                  <c:v>0.26666667</c:v>
                </c:pt>
                <c:pt idx="247">
                  <c:v>0.26666667</c:v>
                </c:pt>
                <c:pt idx="248">
                  <c:v>0.26666667</c:v>
                </c:pt>
                <c:pt idx="249">
                  <c:v>0.26666667</c:v>
                </c:pt>
                <c:pt idx="250">
                  <c:v>0.26666667</c:v>
                </c:pt>
                <c:pt idx="251">
                  <c:v>0.26666667</c:v>
                </c:pt>
                <c:pt idx="252">
                  <c:v>0.26666667</c:v>
                </c:pt>
                <c:pt idx="253">
                  <c:v>0.26666667</c:v>
                </c:pt>
                <c:pt idx="254">
                  <c:v>0.26666667</c:v>
                </c:pt>
                <c:pt idx="255">
                  <c:v>0.26666667</c:v>
                </c:pt>
                <c:pt idx="256">
                  <c:v>0.26666667</c:v>
                </c:pt>
                <c:pt idx="257">
                  <c:v>0.26666667</c:v>
                </c:pt>
                <c:pt idx="258">
                  <c:v>0.26666667</c:v>
                </c:pt>
                <c:pt idx="259">
                  <c:v>0.26666667</c:v>
                </c:pt>
                <c:pt idx="260">
                  <c:v>0.26666667</c:v>
                </c:pt>
                <c:pt idx="261">
                  <c:v>0.26666667</c:v>
                </c:pt>
                <c:pt idx="262">
                  <c:v>0.26666667</c:v>
                </c:pt>
                <c:pt idx="263">
                  <c:v>0.26666667</c:v>
                </c:pt>
                <c:pt idx="264">
                  <c:v>0.3</c:v>
                </c:pt>
                <c:pt idx="265">
                  <c:v>0.3</c:v>
                </c:pt>
                <c:pt idx="266">
                  <c:v>0.33333333</c:v>
                </c:pt>
                <c:pt idx="267">
                  <c:v>0.33333333</c:v>
                </c:pt>
                <c:pt idx="268">
                  <c:v>0.33333333</c:v>
                </c:pt>
                <c:pt idx="269">
                  <c:v>0.33333333</c:v>
                </c:pt>
                <c:pt idx="270">
                  <c:v>0.33333333</c:v>
                </c:pt>
                <c:pt idx="271">
                  <c:v>0.33333333</c:v>
                </c:pt>
                <c:pt idx="272">
                  <c:v>0.36666667</c:v>
                </c:pt>
                <c:pt idx="273">
                  <c:v>0.36666667</c:v>
                </c:pt>
                <c:pt idx="274">
                  <c:v>0.36666667</c:v>
                </c:pt>
                <c:pt idx="275">
                  <c:v>0.36666667</c:v>
                </c:pt>
                <c:pt idx="276">
                  <c:v>0.36666667</c:v>
                </c:pt>
                <c:pt idx="277">
                  <c:v>0.36666667</c:v>
                </c:pt>
                <c:pt idx="278">
                  <c:v>0.36666667</c:v>
                </c:pt>
                <c:pt idx="279">
                  <c:v>0.36666667</c:v>
                </c:pt>
                <c:pt idx="280">
                  <c:v>0.36666667</c:v>
                </c:pt>
                <c:pt idx="281">
                  <c:v>0.36666667</c:v>
                </c:pt>
                <c:pt idx="282">
                  <c:v>0.36666667</c:v>
                </c:pt>
                <c:pt idx="283">
                  <c:v>0.36666667</c:v>
                </c:pt>
                <c:pt idx="284">
                  <c:v>0.36666667</c:v>
                </c:pt>
                <c:pt idx="285">
                  <c:v>0.36666667</c:v>
                </c:pt>
                <c:pt idx="286">
                  <c:v>0.36666667</c:v>
                </c:pt>
                <c:pt idx="287">
                  <c:v>0.36666667</c:v>
                </c:pt>
                <c:pt idx="288">
                  <c:v>0.4</c:v>
                </c:pt>
                <c:pt idx="289">
                  <c:v>0.4</c:v>
                </c:pt>
                <c:pt idx="290">
                  <c:v>0.4</c:v>
                </c:pt>
                <c:pt idx="291">
                  <c:v>0.4</c:v>
                </c:pt>
                <c:pt idx="292">
                  <c:v>0.4</c:v>
                </c:pt>
                <c:pt idx="293">
                  <c:v>0.4</c:v>
                </c:pt>
                <c:pt idx="294">
                  <c:v>0.4</c:v>
                </c:pt>
                <c:pt idx="295">
                  <c:v>0.4</c:v>
                </c:pt>
                <c:pt idx="296">
                  <c:v>0.4</c:v>
                </c:pt>
                <c:pt idx="297">
                  <c:v>0.4</c:v>
                </c:pt>
                <c:pt idx="298">
                  <c:v>0.4</c:v>
                </c:pt>
                <c:pt idx="299">
                  <c:v>0.4</c:v>
                </c:pt>
                <c:pt idx="300">
                  <c:v>0.4</c:v>
                </c:pt>
                <c:pt idx="301">
                  <c:v>0.4</c:v>
                </c:pt>
                <c:pt idx="302">
                  <c:v>0.43333333</c:v>
                </c:pt>
                <c:pt idx="303">
                  <c:v>0.43333333</c:v>
                </c:pt>
                <c:pt idx="304">
                  <c:v>0.46666667</c:v>
                </c:pt>
                <c:pt idx="305">
                  <c:v>0.46666667</c:v>
                </c:pt>
                <c:pt idx="306">
                  <c:v>0.46666667</c:v>
                </c:pt>
                <c:pt idx="307">
                  <c:v>0.46666667</c:v>
                </c:pt>
                <c:pt idx="308">
                  <c:v>0.46666667</c:v>
                </c:pt>
                <c:pt idx="309">
                  <c:v>0.46666667</c:v>
                </c:pt>
                <c:pt idx="310">
                  <c:v>0.46666667</c:v>
                </c:pt>
                <c:pt idx="311">
                  <c:v>0.46666667</c:v>
                </c:pt>
                <c:pt idx="312">
                  <c:v>0.46666667</c:v>
                </c:pt>
                <c:pt idx="313">
                  <c:v>0.46666667</c:v>
                </c:pt>
                <c:pt idx="314">
                  <c:v>0.46666667</c:v>
                </c:pt>
                <c:pt idx="315">
                  <c:v>0.46666667</c:v>
                </c:pt>
                <c:pt idx="316">
                  <c:v>0.46666667</c:v>
                </c:pt>
                <c:pt idx="317">
                  <c:v>0.46666667</c:v>
                </c:pt>
                <c:pt idx="318">
                  <c:v>0.5</c:v>
                </c:pt>
                <c:pt idx="319">
                  <c:v>0.5</c:v>
                </c:pt>
                <c:pt idx="320">
                  <c:v>0.53333333</c:v>
                </c:pt>
                <c:pt idx="321">
                  <c:v>0.53333333</c:v>
                </c:pt>
                <c:pt idx="322">
                  <c:v>0.53333333</c:v>
                </c:pt>
                <c:pt idx="323">
                  <c:v>0.53333333</c:v>
                </c:pt>
                <c:pt idx="324">
                  <c:v>0.53333333</c:v>
                </c:pt>
                <c:pt idx="325">
                  <c:v>0.53333333</c:v>
                </c:pt>
                <c:pt idx="326">
                  <c:v>0.53333333</c:v>
                </c:pt>
                <c:pt idx="327">
                  <c:v>0.53333333</c:v>
                </c:pt>
                <c:pt idx="328">
                  <c:v>0.53333333</c:v>
                </c:pt>
                <c:pt idx="329">
                  <c:v>0.53333333</c:v>
                </c:pt>
                <c:pt idx="330">
                  <c:v>0.53333333</c:v>
                </c:pt>
                <c:pt idx="331">
                  <c:v>0.53333333</c:v>
                </c:pt>
                <c:pt idx="332">
                  <c:v>0.53333333</c:v>
                </c:pt>
                <c:pt idx="333">
                  <c:v>0.53333333</c:v>
                </c:pt>
                <c:pt idx="334">
                  <c:v>0.53333333</c:v>
                </c:pt>
                <c:pt idx="335">
                  <c:v>0.53333333</c:v>
                </c:pt>
                <c:pt idx="336">
                  <c:v>0.53333333</c:v>
                </c:pt>
                <c:pt idx="337">
                  <c:v>0.53333333</c:v>
                </c:pt>
                <c:pt idx="338">
                  <c:v>0.53333333</c:v>
                </c:pt>
                <c:pt idx="339">
                  <c:v>0.53333333</c:v>
                </c:pt>
                <c:pt idx="340">
                  <c:v>0.53333333</c:v>
                </c:pt>
                <c:pt idx="341">
                  <c:v>0.53333333</c:v>
                </c:pt>
                <c:pt idx="342">
                  <c:v>0.53333333</c:v>
                </c:pt>
                <c:pt idx="343">
                  <c:v>0.53333333</c:v>
                </c:pt>
                <c:pt idx="344">
                  <c:v>0.53333333</c:v>
                </c:pt>
                <c:pt idx="345">
                  <c:v>0.53333333</c:v>
                </c:pt>
                <c:pt idx="346">
                  <c:v>0.53333333</c:v>
                </c:pt>
                <c:pt idx="347">
                  <c:v>0.53333333</c:v>
                </c:pt>
                <c:pt idx="348">
                  <c:v>0.53333333</c:v>
                </c:pt>
                <c:pt idx="349">
                  <c:v>0.53333333</c:v>
                </c:pt>
                <c:pt idx="350">
                  <c:v>0.53333333</c:v>
                </c:pt>
                <c:pt idx="351">
                  <c:v>0.53333333</c:v>
                </c:pt>
                <c:pt idx="352">
                  <c:v>0.53333333</c:v>
                </c:pt>
                <c:pt idx="353">
                  <c:v>0.53333333</c:v>
                </c:pt>
                <c:pt idx="354">
                  <c:v>0.56666667</c:v>
                </c:pt>
                <c:pt idx="355">
                  <c:v>0.56666667</c:v>
                </c:pt>
                <c:pt idx="356">
                  <c:v>0.56666667</c:v>
                </c:pt>
                <c:pt idx="357">
                  <c:v>0.56666667</c:v>
                </c:pt>
                <c:pt idx="358">
                  <c:v>0.6</c:v>
                </c:pt>
                <c:pt idx="359">
                  <c:v>0.6</c:v>
                </c:pt>
                <c:pt idx="360">
                  <c:v>0.6</c:v>
                </c:pt>
                <c:pt idx="361">
                  <c:v>0.6</c:v>
                </c:pt>
                <c:pt idx="362">
                  <c:v>0.6</c:v>
                </c:pt>
                <c:pt idx="363">
                  <c:v>0.6</c:v>
                </c:pt>
                <c:pt idx="364">
                  <c:v>0.6</c:v>
                </c:pt>
                <c:pt idx="365">
                  <c:v>0.6</c:v>
                </c:pt>
                <c:pt idx="366">
                  <c:v>0.63333333</c:v>
                </c:pt>
                <c:pt idx="367">
                  <c:v>0.63333333</c:v>
                </c:pt>
                <c:pt idx="368">
                  <c:v>0.63333333</c:v>
                </c:pt>
                <c:pt idx="369">
                  <c:v>0.63333333</c:v>
                </c:pt>
                <c:pt idx="370">
                  <c:v>0.63333333</c:v>
                </c:pt>
                <c:pt idx="371">
                  <c:v>0.63333333</c:v>
                </c:pt>
                <c:pt idx="372">
                  <c:v>0.63333333</c:v>
                </c:pt>
                <c:pt idx="373">
                  <c:v>0.63333333</c:v>
                </c:pt>
                <c:pt idx="374">
                  <c:v>0.63333333</c:v>
                </c:pt>
                <c:pt idx="375">
                  <c:v>0.63333333</c:v>
                </c:pt>
                <c:pt idx="376">
                  <c:v>0.63333333</c:v>
                </c:pt>
                <c:pt idx="377">
                  <c:v>0.63333333</c:v>
                </c:pt>
                <c:pt idx="378">
                  <c:v>0.63333333</c:v>
                </c:pt>
                <c:pt idx="379">
                  <c:v>0.63333333</c:v>
                </c:pt>
                <c:pt idx="380">
                  <c:v>0.63333333</c:v>
                </c:pt>
                <c:pt idx="381">
                  <c:v>0.63333333</c:v>
                </c:pt>
                <c:pt idx="382">
                  <c:v>0.63333333</c:v>
                </c:pt>
                <c:pt idx="383">
                  <c:v>0.63333333</c:v>
                </c:pt>
                <c:pt idx="384">
                  <c:v>0.63333333</c:v>
                </c:pt>
                <c:pt idx="385">
                  <c:v>0.63333333</c:v>
                </c:pt>
                <c:pt idx="386">
                  <c:v>0.63333333</c:v>
                </c:pt>
                <c:pt idx="387">
                  <c:v>0.63333333</c:v>
                </c:pt>
                <c:pt idx="388">
                  <c:v>0.63333333</c:v>
                </c:pt>
                <c:pt idx="389">
                  <c:v>0.63333333</c:v>
                </c:pt>
                <c:pt idx="390">
                  <c:v>0.66666667</c:v>
                </c:pt>
                <c:pt idx="391">
                  <c:v>0.66666667</c:v>
                </c:pt>
                <c:pt idx="392">
                  <c:v>0.66666667</c:v>
                </c:pt>
                <c:pt idx="393">
                  <c:v>0.66666667</c:v>
                </c:pt>
                <c:pt idx="394">
                  <c:v>0.66666667</c:v>
                </c:pt>
                <c:pt idx="395">
                  <c:v>0.66666667</c:v>
                </c:pt>
                <c:pt idx="396">
                  <c:v>0.66666667</c:v>
                </c:pt>
                <c:pt idx="397">
                  <c:v>0.66666667</c:v>
                </c:pt>
                <c:pt idx="398">
                  <c:v>0.66666667</c:v>
                </c:pt>
                <c:pt idx="399">
                  <c:v>0.66666667</c:v>
                </c:pt>
                <c:pt idx="400">
                  <c:v>0.66666667</c:v>
                </c:pt>
                <c:pt idx="401">
                  <c:v>0.66666667</c:v>
                </c:pt>
                <c:pt idx="402">
                  <c:v>0.66666667</c:v>
                </c:pt>
                <c:pt idx="403">
                  <c:v>0.66666667</c:v>
                </c:pt>
                <c:pt idx="404">
                  <c:v>0.66666667</c:v>
                </c:pt>
                <c:pt idx="405">
                  <c:v>0.66666667</c:v>
                </c:pt>
                <c:pt idx="406">
                  <c:v>0.66666667</c:v>
                </c:pt>
                <c:pt idx="407">
                  <c:v>0.66666667</c:v>
                </c:pt>
                <c:pt idx="408">
                  <c:v>0.66666667</c:v>
                </c:pt>
                <c:pt idx="409">
                  <c:v>0.66666667</c:v>
                </c:pt>
                <c:pt idx="410">
                  <c:v>0.66666667</c:v>
                </c:pt>
                <c:pt idx="411">
                  <c:v>0.66666667</c:v>
                </c:pt>
                <c:pt idx="412">
                  <c:v>0.66666667</c:v>
                </c:pt>
                <c:pt idx="413">
                  <c:v>0.66666667</c:v>
                </c:pt>
                <c:pt idx="414">
                  <c:v>0.66666667</c:v>
                </c:pt>
                <c:pt idx="415">
                  <c:v>0.66666667</c:v>
                </c:pt>
                <c:pt idx="416">
                  <c:v>0.66666667</c:v>
                </c:pt>
                <c:pt idx="417">
                  <c:v>0.66666667</c:v>
                </c:pt>
                <c:pt idx="418">
                  <c:v>0.66666667</c:v>
                </c:pt>
                <c:pt idx="419">
                  <c:v>0.66666667</c:v>
                </c:pt>
                <c:pt idx="420">
                  <c:v>0.66666667</c:v>
                </c:pt>
                <c:pt idx="421">
                  <c:v>0.66666667</c:v>
                </c:pt>
                <c:pt idx="422">
                  <c:v>0.66666667</c:v>
                </c:pt>
                <c:pt idx="423">
                  <c:v>0.66666667</c:v>
                </c:pt>
                <c:pt idx="424">
                  <c:v>0.66666667</c:v>
                </c:pt>
                <c:pt idx="425">
                  <c:v>0.66666667</c:v>
                </c:pt>
                <c:pt idx="426">
                  <c:v>0.66666667</c:v>
                </c:pt>
                <c:pt idx="427">
                  <c:v>0.66666667</c:v>
                </c:pt>
                <c:pt idx="428">
                  <c:v>0.66666667</c:v>
                </c:pt>
                <c:pt idx="429">
                  <c:v>0.66666667</c:v>
                </c:pt>
                <c:pt idx="430">
                  <c:v>0.66666667</c:v>
                </c:pt>
                <c:pt idx="431">
                  <c:v>0.66666667</c:v>
                </c:pt>
                <c:pt idx="432">
                  <c:v>0.66666667</c:v>
                </c:pt>
                <c:pt idx="433">
                  <c:v>0.66666667</c:v>
                </c:pt>
                <c:pt idx="434">
                  <c:v>0.66666667</c:v>
                </c:pt>
                <c:pt idx="435">
                  <c:v>0.66666667</c:v>
                </c:pt>
                <c:pt idx="436">
                  <c:v>0.7</c:v>
                </c:pt>
                <c:pt idx="437">
                  <c:v>0.7</c:v>
                </c:pt>
                <c:pt idx="438">
                  <c:v>0.7</c:v>
                </c:pt>
                <c:pt idx="439">
                  <c:v>0.7</c:v>
                </c:pt>
                <c:pt idx="440">
                  <c:v>0.7</c:v>
                </c:pt>
                <c:pt idx="441">
                  <c:v>0.7</c:v>
                </c:pt>
                <c:pt idx="442">
                  <c:v>0.73333333</c:v>
                </c:pt>
                <c:pt idx="443">
                  <c:v>0.73333333</c:v>
                </c:pt>
                <c:pt idx="444">
                  <c:v>0.73333333</c:v>
                </c:pt>
                <c:pt idx="445">
                  <c:v>0.73333333</c:v>
                </c:pt>
                <c:pt idx="446">
                  <c:v>0.73333333</c:v>
                </c:pt>
                <c:pt idx="447">
                  <c:v>0.73333333</c:v>
                </c:pt>
                <c:pt idx="448">
                  <c:v>0.76666667</c:v>
                </c:pt>
                <c:pt idx="449">
                  <c:v>0.76666667</c:v>
                </c:pt>
                <c:pt idx="450">
                  <c:v>0.83333333</c:v>
                </c:pt>
                <c:pt idx="451">
                  <c:v>0.83333333</c:v>
                </c:pt>
                <c:pt idx="452">
                  <c:v>0.86666667</c:v>
                </c:pt>
                <c:pt idx="453">
                  <c:v>0.86666667</c:v>
                </c:pt>
                <c:pt idx="454">
                  <c:v>0.86666667</c:v>
                </c:pt>
                <c:pt idx="455">
                  <c:v>0.86666667</c:v>
                </c:pt>
                <c:pt idx="456">
                  <c:v>0.86666667</c:v>
                </c:pt>
                <c:pt idx="457">
                  <c:v>0.86666667</c:v>
                </c:pt>
                <c:pt idx="458">
                  <c:v>0.86666667</c:v>
                </c:pt>
                <c:pt idx="459">
                  <c:v>0.86666667</c:v>
                </c:pt>
                <c:pt idx="460">
                  <c:v>0.86666667</c:v>
                </c:pt>
                <c:pt idx="461">
                  <c:v>0.86666667</c:v>
                </c:pt>
                <c:pt idx="462">
                  <c:v>0.86666667</c:v>
                </c:pt>
                <c:pt idx="463">
                  <c:v>0.86666667</c:v>
                </c:pt>
                <c:pt idx="464">
                  <c:v>0.86666667</c:v>
                </c:pt>
                <c:pt idx="465">
                  <c:v>0.86666667</c:v>
                </c:pt>
                <c:pt idx="466">
                  <c:v>0.86666667</c:v>
                </c:pt>
                <c:pt idx="467">
                  <c:v>0.86666667</c:v>
                </c:pt>
                <c:pt idx="468">
                  <c:v>0.86666667</c:v>
                </c:pt>
                <c:pt idx="469">
                  <c:v>0.86666667</c:v>
                </c:pt>
                <c:pt idx="470">
                  <c:v>0.86666667</c:v>
                </c:pt>
                <c:pt idx="471">
                  <c:v>0.86666667</c:v>
                </c:pt>
                <c:pt idx="472">
                  <c:v>0.86666667</c:v>
                </c:pt>
                <c:pt idx="473">
                  <c:v>0.86666667</c:v>
                </c:pt>
                <c:pt idx="474">
                  <c:v>0.86666667</c:v>
                </c:pt>
                <c:pt idx="475">
                  <c:v>0.86666667</c:v>
                </c:pt>
                <c:pt idx="476">
                  <c:v>0.86666667</c:v>
                </c:pt>
                <c:pt idx="477">
                  <c:v>0.86666667</c:v>
                </c:pt>
                <c:pt idx="478">
                  <c:v>0.86666667</c:v>
                </c:pt>
                <c:pt idx="479">
                  <c:v>0.86666667</c:v>
                </c:pt>
                <c:pt idx="480">
                  <c:v>0.86666667</c:v>
                </c:pt>
                <c:pt idx="481">
                  <c:v>0.86666667</c:v>
                </c:pt>
                <c:pt idx="482">
                  <c:v>0.86666667</c:v>
                </c:pt>
                <c:pt idx="483">
                  <c:v>0.86666667</c:v>
                </c:pt>
                <c:pt idx="484">
                  <c:v>0.86666667</c:v>
                </c:pt>
                <c:pt idx="485">
                  <c:v>0.86666667</c:v>
                </c:pt>
                <c:pt idx="486">
                  <c:v>0.9</c:v>
                </c:pt>
                <c:pt idx="487">
                  <c:v>0.9</c:v>
                </c:pt>
                <c:pt idx="488">
                  <c:v>0.9</c:v>
                </c:pt>
                <c:pt idx="489">
                  <c:v>0.9</c:v>
                </c:pt>
                <c:pt idx="490">
                  <c:v>0.9</c:v>
                </c:pt>
                <c:pt idx="491">
                  <c:v>0.9</c:v>
                </c:pt>
                <c:pt idx="492">
                  <c:v>0.9</c:v>
                </c:pt>
                <c:pt idx="493">
                  <c:v>0.9</c:v>
                </c:pt>
                <c:pt idx="494">
                  <c:v>0.9</c:v>
                </c:pt>
                <c:pt idx="495">
                  <c:v>0.9</c:v>
                </c:pt>
                <c:pt idx="496">
                  <c:v>0.9</c:v>
                </c:pt>
                <c:pt idx="497">
                  <c:v>0.9</c:v>
                </c:pt>
                <c:pt idx="498">
                  <c:v>0.9</c:v>
                </c:pt>
                <c:pt idx="499">
                  <c:v>0.9</c:v>
                </c:pt>
                <c:pt idx="500">
                  <c:v>0.9</c:v>
                </c:pt>
                <c:pt idx="501">
                  <c:v>0.9</c:v>
                </c:pt>
                <c:pt idx="502">
                  <c:v>0.9</c:v>
                </c:pt>
                <c:pt idx="503">
                  <c:v>0.9</c:v>
                </c:pt>
                <c:pt idx="504">
                  <c:v>0.9</c:v>
                </c:pt>
                <c:pt idx="505">
                  <c:v>0.9</c:v>
                </c:pt>
                <c:pt idx="506">
                  <c:v>0.9</c:v>
                </c:pt>
                <c:pt idx="507">
                  <c:v>0.9</c:v>
                </c:pt>
                <c:pt idx="508">
                  <c:v>0.9</c:v>
                </c:pt>
                <c:pt idx="509">
                  <c:v>0.9</c:v>
                </c:pt>
                <c:pt idx="510">
                  <c:v>0.9</c:v>
                </c:pt>
                <c:pt idx="511">
                  <c:v>0.9</c:v>
                </c:pt>
                <c:pt idx="512">
                  <c:v>0.9</c:v>
                </c:pt>
                <c:pt idx="513">
                  <c:v>0.9</c:v>
                </c:pt>
                <c:pt idx="514">
                  <c:v>0.9</c:v>
                </c:pt>
                <c:pt idx="515">
                  <c:v>0.9</c:v>
                </c:pt>
                <c:pt idx="516">
                  <c:v>0.9</c:v>
                </c:pt>
                <c:pt idx="517">
                  <c:v>0.9</c:v>
                </c:pt>
                <c:pt idx="518">
                  <c:v>0.9</c:v>
                </c:pt>
                <c:pt idx="519">
                  <c:v>0.9</c:v>
                </c:pt>
                <c:pt idx="520">
                  <c:v>0.9</c:v>
                </c:pt>
                <c:pt idx="521">
                  <c:v>0.9</c:v>
                </c:pt>
                <c:pt idx="522">
                  <c:v>0.9</c:v>
                </c:pt>
                <c:pt idx="523">
                  <c:v>0.9</c:v>
                </c:pt>
                <c:pt idx="524">
                  <c:v>0.9</c:v>
                </c:pt>
                <c:pt idx="525">
                  <c:v>0.9</c:v>
                </c:pt>
                <c:pt idx="526">
                  <c:v>0.9</c:v>
                </c:pt>
                <c:pt idx="527">
                  <c:v>0.9</c:v>
                </c:pt>
                <c:pt idx="528">
                  <c:v>0.9</c:v>
                </c:pt>
                <c:pt idx="529">
                  <c:v>0.9</c:v>
                </c:pt>
                <c:pt idx="530">
                  <c:v>0.9</c:v>
                </c:pt>
                <c:pt idx="531">
                  <c:v>0.9</c:v>
                </c:pt>
                <c:pt idx="532">
                  <c:v>0.9</c:v>
                </c:pt>
                <c:pt idx="533">
                  <c:v>0.9</c:v>
                </c:pt>
                <c:pt idx="534">
                  <c:v>0.9</c:v>
                </c:pt>
                <c:pt idx="535">
                  <c:v>0.9</c:v>
                </c:pt>
                <c:pt idx="536">
                  <c:v>0.9</c:v>
                </c:pt>
                <c:pt idx="537">
                  <c:v>0.9</c:v>
                </c:pt>
                <c:pt idx="538">
                  <c:v>0.93333333</c:v>
                </c:pt>
                <c:pt idx="539">
                  <c:v>0.93333333</c:v>
                </c:pt>
                <c:pt idx="540">
                  <c:v>0.93333333</c:v>
                </c:pt>
                <c:pt idx="541">
                  <c:v>0.93333333</c:v>
                </c:pt>
                <c:pt idx="542">
                  <c:v>0.93333333</c:v>
                </c:pt>
                <c:pt idx="543">
                  <c:v>0.93333333</c:v>
                </c:pt>
                <c:pt idx="544">
                  <c:v>0.93333333</c:v>
                </c:pt>
                <c:pt idx="545">
                  <c:v>0.93333333</c:v>
                </c:pt>
                <c:pt idx="546">
                  <c:v>0.93333333</c:v>
                </c:pt>
                <c:pt idx="547">
                  <c:v>0.93333333</c:v>
                </c:pt>
                <c:pt idx="548">
                  <c:v>0.93333333</c:v>
                </c:pt>
                <c:pt idx="549">
                  <c:v>0.93333333</c:v>
                </c:pt>
                <c:pt idx="550">
                  <c:v>0.93333333</c:v>
                </c:pt>
                <c:pt idx="551">
                  <c:v>0.93333333</c:v>
                </c:pt>
                <c:pt idx="552">
                  <c:v>0.93333333</c:v>
                </c:pt>
                <c:pt idx="553">
                  <c:v>0.93333333</c:v>
                </c:pt>
                <c:pt idx="554">
                  <c:v>0.93333333</c:v>
                </c:pt>
                <c:pt idx="555">
                  <c:v>0.93333333</c:v>
                </c:pt>
                <c:pt idx="556">
                  <c:v>0.93333333</c:v>
                </c:pt>
                <c:pt idx="557">
                  <c:v>0.93333333</c:v>
                </c:pt>
                <c:pt idx="558">
                  <c:v>0.93333333</c:v>
                </c:pt>
                <c:pt idx="559">
                  <c:v>0.93333333</c:v>
                </c:pt>
                <c:pt idx="560">
                  <c:v>0.93333333</c:v>
                </c:pt>
                <c:pt idx="561">
                  <c:v>0.93333333</c:v>
                </c:pt>
                <c:pt idx="562">
                  <c:v>0.93333333</c:v>
                </c:pt>
                <c:pt idx="563">
                  <c:v>0.93333333</c:v>
                </c:pt>
                <c:pt idx="564">
                  <c:v>0.93333333</c:v>
                </c:pt>
                <c:pt idx="565">
                  <c:v>0.93333333</c:v>
                </c:pt>
                <c:pt idx="566">
                  <c:v>0.93333333</c:v>
                </c:pt>
                <c:pt idx="567">
                  <c:v>0.93333333</c:v>
                </c:pt>
                <c:pt idx="568">
                  <c:v>0.93333333</c:v>
                </c:pt>
                <c:pt idx="569">
                  <c:v>0.93333333</c:v>
                </c:pt>
                <c:pt idx="570">
                  <c:v>0.93333333</c:v>
                </c:pt>
                <c:pt idx="571">
                  <c:v>0.93333333</c:v>
                </c:pt>
                <c:pt idx="572">
                  <c:v>0.93333333</c:v>
                </c:pt>
                <c:pt idx="573">
                  <c:v>0.93333333</c:v>
                </c:pt>
                <c:pt idx="574">
                  <c:v>0.93333333</c:v>
                </c:pt>
                <c:pt idx="575">
                  <c:v>0.93333333</c:v>
                </c:pt>
                <c:pt idx="576">
                  <c:v>0.93333333</c:v>
                </c:pt>
                <c:pt idx="577">
                  <c:v>0.93333333</c:v>
                </c:pt>
                <c:pt idx="578">
                  <c:v>0.93333333</c:v>
                </c:pt>
                <c:pt idx="579">
                  <c:v>0.93333333</c:v>
                </c:pt>
                <c:pt idx="580">
                  <c:v>0.93333333</c:v>
                </c:pt>
                <c:pt idx="581">
                  <c:v>0.93333333</c:v>
                </c:pt>
                <c:pt idx="582">
                  <c:v>0.93333333</c:v>
                </c:pt>
                <c:pt idx="583">
                  <c:v>0.93333333</c:v>
                </c:pt>
                <c:pt idx="584">
                  <c:v>0.93333333</c:v>
                </c:pt>
                <c:pt idx="585">
                  <c:v>0.93333333</c:v>
                </c:pt>
                <c:pt idx="586">
                  <c:v>0.93333333</c:v>
                </c:pt>
                <c:pt idx="587">
                  <c:v>0.93333333</c:v>
                </c:pt>
                <c:pt idx="588">
                  <c:v>0.93333333</c:v>
                </c:pt>
                <c:pt idx="589">
                  <c:v>0.93333333</c:v>
                </c:pt>
                <c:pt idx="590">
                  <c:v>0.96666667</c:v>
                </c:pt>
                <c:pt idx="591">
                  <c:v>0.96666667</c:v>
                </c:pt>
                <c:pt idx="592">
                  <c:v>0.96666667</c:v>
                </c:pt>
                <c:pt idx="593">
                  <c:v>0.96666667</c:v>
                </c:pt>
                <c:pt idx="594">
                  <c:v>0.96666667</c:v>
                </c:pt>
                <c:pt idx="595">
                  <c:v>0.96666667</c:v>
                </c:pt>
                <c:pt idx="596">
                  <c:v>0.96666667</c:v>
                </c:pt>
                <c:pt idx="597">
                  <c:v>0.96666667</c:v>
                </c:pt>
                <c:pt idx="598">
                  <c:v>0.96666667</c:v>
                </c:pt>
                <c:pt idx="599">
                  <c:v>0.96666667</c:v>
                </c:pt>
                <c:pt idx="600">
                  <c:v>0.96666667</c:v>
                </c:pt>
                <c:pt idx="601">
                  <c:v>0.96666667</c:v>
                </c:pt>
                <c:pt idx="602">
                  <c:v>0.96666667</c:v>
                </c:pt>
                <c:pt idx="603">
                  <c:v>0.96666667</c:v>
                </c:pt>
                <c:pt idx="604">
                  <c:v>0.96666667</c:v>
                </c:pt>
                <c:pt idx="605">
                  <c:v>0.96666667</c:v>
                </c:pt>
                <c:pt idx="606">
                  <c:v>0.96666667</c:v>
                </c:pt>
                <c:pt idx="607">
                  <c:v>0.96666667</c:v>
                </c:pt>
                <c:pt idx="608">
                  <c:v>0.96666667</c:v>
                </c:pt>
                <c:pt idx="609">
                  <c:v>0.96666667</c:v>
                </c:pt>
                <c:pt idx="610">
                  <c:v>0.96666667</c:v>
                </c:pt>
                <c:pt idx="611">
                  <c:v>0.96666667</c:v>
                </c:pt>
                <c:pt idx="612">
                  <c:v>0.96666667</c:v>
                </c:pt>
                <c:pt idx="613">
                  <c:v>0.96666667</c:v>
                </c:pt>
                <c:pt idx="614">
                  <c:v>0.96666667</c:v>
                </c:pt>
                <c:pt idx="615">
                  <c:v>0.96666667</c:v>
                </c:pt>
                <c:pt idx="616">
                  <c:v>0.96666667</c:v>
                </c:pt>
                <c:pt idx="617">
                  <c:v>0.96666667</c:v>
                </c:pt>
                <c:pt idx="618">
                  <c:v>0.96666667</c:v>
                </c:pt>
                <c:pt idx="619">
                  <c:v>0.96666667</c:v>
                </c:pt>
                <c:pt idx="620">
                  <c:v>0.96666667</c:v>
                </c:pt>
                <c:pt idx="621">
                  <c:v>0.96666667</c:v>
                </c:pt>
                <c:pt idx="622">
                  <c:v>0.96666667</c:v>
                </c:pt>
                <c:pt idx="623">
                  <c:v>0.96666667</c:v>
                </c:pt>
                <c:pt idx="624">
                  <c:v>0.96666667</c:v>
                </c:pt>
                <c:pt idx="625">
                  <c:v>0.96666667</c:v>
                </c:pt>
                <c:pt idx="626">
                  <c:v>0.96666667</c:v>
                </c:pt>
                <c:pt idx="627">
                  <c:v>0.96666667</c:v>
                </c:pt>
                <c:pt idx="628">
                  <c:v>0.96666667</c:v>
                </c:pt>
                <c:pt idx="629">
                  <c:v>0.96666667</c:v>
                </c:pt>
                <c:pt idx="630">
                  <c:v>0.96666667</c:v>
                </c:pt>
                <c:pt idx="631">
                  <c:v>0.96666667</c:v>
                </c:pt>
                <c:pt idx="632">
                  <c:v>0.96666667</c:v>
                </c:pt>
                <c:pt idx="633">
                  <c:v>0.96666667</c:v>
                </c:pt>
                <c:pt idx="634">
                  <c:v>0.96666667</c:v>
                </c:pt>
                <c:pt idx="635">
                  <c:v>0.96666667</c:v>
                </c:pt>
                <c:pt idx="636">
                  <c:v>0.96666667</c:v>
                </c:pt>
                <c:pt idx="637">
                  <c:v>0.96666667</c:v>
                </c:pt>
                <c:pt idx="638">
                  <c:v>0.96666667</c:v>
                </c:pt>
                <c:pt idx="639">
                  <c:v>0.96666667</c:v>
                </c:pt>
                <c:pt idx="640">
                  <c:v>0.96666667</c:v>
                </c:pt>
                <c:pt idx="641">
                  <c:v>0.96666667</c:v>
                </c:pt>
                <c:pt idx="642">
                  <c:v>0.96666667</c:v>
                </c:pt>
                <c:pt idx="643">
                  <c:v>0.96666667</c:v>
                </c:pt>
                <c:pt idx="644">
                  <c:v>0.96666667</c:v>
                </c:pt>
                <c:pt idx="645">
                  <c:v>0.96666667</c:v>
                </c:pt>
                <c:pt idx="646">
                  <c:v>0.96666667</c:v>
                </c:pt>
                <c:pt idx="647">
                  <c:v>0.96666667</c:v>
                </c:pt>
                <c:pt idx="648">
                  <c:v>0.96666667</c:v>
                </c:pt>
                <c:pt idx="649">
                  <c:v>0.96666667</c:v>
                </c:pt>
                <c:pt idx="650">
                  <c:v>0.96666667</c:v>
                </c:pt>
                <c:pt idx="651">
                  <c:v>0.96666667</c:v>
                </c:pt>
                <c:pt idx="652">
                  <c:v>0.96666667</c:v>
                </c:pt>
                <c:pt idx="653">
                  <c:v>0.96666667</c:v>
                </c:pt>
                <c:pt idx="654">
                  <c:v>0.96666667</c:v>
                </c:pt>
                <c:pt idx="655">
                  <c:v>0.96666667</c:v>
                </c:pt>
                <c:pt idx="656">
                  <c:v>0.96666667</c:v>
                </c:pt>
                <c:pt idx="657">
                  <c:v>0.96666667</c:v>
                </c:pt>
                <c:pt idx="658">
                  <c:v>0.96666667</c:v>
                </c:pt>
                <c:pt idx="659">
                  <c:v>0.96666667</c:v>
                </c:pt>
                <c:pt idx="660">
                  <c:v>0.96666667</c:v>
                </c:pt>
                <c:pt idx="661">
                  <c:v>0.96666667</c:v>
                </c:pt>
                <c:pt idx="662">
                  <c:v>0.96666667</c:v>
                </c:pt>
                <c:pt idx="663">
                  <c:v>0.96666667</c:v>
                </c:pt>
                <c:pt idx="664">
                  <c:v>0.96666667</c:v>
                </c:pt>
                <c:pt idx="665">
                  <c:v>0.96666667</c:v>
                </c:pt>
                <c:pt idx="666">
                  <c:v>0.96666667</c:v>
                </c:pt>
                <c:pt idx="667">
                  <c:v>0.96666667</c:v>
                </c:pt>
                <c:pt idx="668">
                  <c:v>0.96666667</c:v>
                </c:pt>
                <c:pt idx="669">
                  <c:v>0.96666667</c:v>
                </c:pt>
                <c:pt idx="670">
                  <c:v>0.96666667</c:v>
                </c:pt>
                <c:pt idx="671">
                  <c:v>0.96666667</c:v>
                </c:pt>
                <c:pt idx="672">
                  <c:v>0.96666667</c:v>
                </c:pt>
                <c:pt idx="673">
                  <c:v>0.96666667</c:v>
                </c:pt>
                <c:pt idx="674">
                  <c:v>0.96666667</c:v>
                </c:pt>
                <c:pt idx="675">
                  <c:v>0.96666667</c:v>
                </c:pt>
                <c:pt idx="676">
                  <c:v>0.96666667</c:v>
                </c:pt>
                <c:pt idx="677">
                  <c:v>0.96666667</c:v>
                </c:pt>
                <c:pt idx="678">
                  <c:v>0.96666667</c:v>
                </c:pt>
                <c:pt idx="679">
                  <c:v>0.96666667</c:v>
                </c:pt>
                <c:pt idx="680">
                  <c:v>0.96666667</c:v>
                </c:pt>
                <c:pt idx="681">
                  <c:v>0.96666667</c:v>
                </c:pt>
                <c:pt idx="682">
                  <c:v>0.96666667</c:v>
                </c:pt>
                <c:pt idx="683">
                  <c:v>0.96666667</c:v>
                </c:pt>
                <c:pt idx="684">
                  <c:v>0.96666667</c:v>
                </c:pt>
                <c:pt idx="685">
                  <c:v>0.96666667</c:v>
                </c:pt>
                <c:pt idx="686">
                  <c:v>0.96666667</c:v>
                </c:pt>
                <c:pt idx="687">
                  <c:v>0.96666667</c:v>
                </c:pt>
                <c:pt idx="688">
                  <c:v>0.96666667</c:v>
                </c:pt>
                <c:pt idx="689">
                  <c:v>0.96666667</c:v>
                </c:pt>
                <c:pt idx="690">
                  <c:v>0.96666667</c:v>
                </c:pt>
                <c:pt idx="691">
                  <c:v>0.96666667</c:v>
                </c:pt>
                <c:pt idx="692">
                  <c:v>0.96666667</c:v>
                </c:pt>
                <c:pt idx="693">
                  <c:v>0.96666667</c:v>
                </c:pt>
                <c:pt idx="694">
                  <c:v>0.96666667</c:v>
                </c:pt>
                <c:pt idx="695">
                  <c:v>0.96666667</c:v>
                </c:pt>
                <c:pt idx="696">
                  <c:v>0.96666667</c:v>
                </c:pt>
                <c:pt idx="697">
                  <c:v>0.96666667</c:v>
                </c:pt>
                <c:pt idx="698">
                  <c:v>0.96666667</c:v>
                </c:pt>
                <c:pt idx="699">
                  <c:v>0.96666667</c:v>
                </c:pt>
                <c:pt idx="700">
                  <c:v>1</c:v>
                </c:pt>
                <c:pt idx="701">
                  <c:v>1</c:v>
                </c:pt>
                <c:pt idx="702">
                  <c:v>1</c:v>
                </c:pt>
                <c:pt idx="703">
                  <c:v>1</c:v>
                </c:pt>
                <c:pt idx="704">
                  <c:v>1</c:v>
                </c:pt>
                <c:pt idx="705">
                  <c:v>1</c:v>
                </c:pt>
                <c:pt idx="706">
                  <c:v>1</c:v>
                </c:pt>
                <c:pt idx="707">
                  <c:v>1</c:v>
                </c:pt>
                <c:pt idx="708">
                  <c:v>1</c:v>
                </c:pt>
                <c:pt idx="709">
                  <c:v>1</c:v>
                </c:pt>
                <c:pt idx="710">
                  <c:v>1</c:v>
                </c:pt>
                <c:pt idx="711">
                  <c:v>1</c:v>
                </c:pt>
                <c:pt idx="712">
                  <c:v>1</c:v>
                </c:pt>
                <c:pt idx="713">
                  <c:v>1</c:v>
                </c:pt>
                <c:pt idx="714">
                  <c:v>1</c:v>
                </c:pt>
                <c:pt idx="715">
                  <c:v>1</c:v>
                </c:pt>
                <c:pt idx="716">
                  <c:v>1</c:v>
                </c:pt>
                <c:pt idx="717">
                  <c:v>1</c:v>
                </c:pt>
                <c:pt idx="718">
                  <c:v>1</c:v>
                </c:pt>
                <c:pt idx="719">
                  <c:v>1</c:v>
                </c:pt>
                <c:pt idx="720">
                  <c:v>1</c:v>
                </c:pt>
                <c:pt idx="721">
                  <c:v>1</c:v>
                </c:pt>
                <c:pt idx="722">
                  <c:v>1</c:v>
                </c:pt>
                <c:pt idx="723">
                  <c:v>1</c:v>
                </c:pt>
                <c:pt idx="724">
                  <c:v>1</c:v>
                </c:pt>
                <c:pt idx="725">
                  <c:v>1</c:v>
                </c:pt>
                <c:pt idx="726">
                  <c:v>1</c:v>
                </c:pt>
                <c:pt idx="727">
                  <c:v>1</c:v>
                </c:pt>
                <c:pt idx="728">
                  <c:v>1</c:v>
                </c:pt>
                <c:pt idx="729">
                  <c:v>1</c:v>
                </c:pt>
                <c:pt idx="730">
                  <c:v>1</c:v>
                </c:pt>
                <c:pt idx="731">
                  <c:v>1</c:v>
                </c:pt>
                <c:pt idx="732">
                  <c:v>1</c:v>
                </c:pt>
                <c:pt idx="733">
                  <c:v>1</c:v>
                </c:pt>
                <c:pt idx="734">
                  <c:v>1</c:v>
                </c:pt>
                <c:pt idx="735">
                  <c:v>1</c:v>
                </c:pt>
                <c:pt idx="736">
                  <c:v>1</c:v>
                </c:pt>
                <c:pt idx="737">
                  <c:v>1</c:v>
                </c:pt>
                <c:pt idx="738">
                  <c:v>1</c:v>
                </c:pt>
                <c:pt idx="739">
                  <c:v>1</c:v>
                </c:pt>
                <c:pt idx="740">
                  <c:v>1</c:v>
                </c:pt>
                <c:pt idx="741">
                  <c:v>1</c:v>
                </c:pt>
                <c:pt idx="742">
                  <c:v>1</c:v>
                </c:pt>
                <c:pt idx="743">
                  <c:v>1</c:v>
                </c:pt>
                <c:pt idx="744">
                  <c:v>1</c:v>
                </c:pt>
                <c:pt idx="745">
                  <c:v>1</c:v>
                </c:pt>
                <c:pt idx="746">
                  <c:v>1</c:v>
                </c:pt>
                <c:pt idx="747">
                  <c:v>1</c:v>
                </c:pt>
                <c:pt idx="748">
                  <c:v>1</c:v>
                </c:pt>
                <c:pt idx="749">
                  <c:v>1</c:v>
                </c:pt>
                <c:pt idx="750">
                  <c:v>1</c:v>
                </c:pt>
                <c:pt idx="751">
                  <c:v>1</c:v>
                </c:pt>
                <c:pt idx="752">
                  <c:v>1</c:v>
                </c:pt>
                <c:pt idx="753">
                  <c:v>1</c:v>
                </c:pt>
                <c:pt idx="754">
                  <c:v>1</c:v>
                </c:pt>
                <c:pt idx="755">
                  <c:v>1</c:v>
                </c:pt>
                <c:pt idx="756">
                  <c:v>1</c:v>
                </c:pt>
                <c:pt idx="757">
                  <c:v>1</c:v>
                </c:pt>
                <c:pt idx="758">
                  <c:v>1</c:v>
                </c:pt>
                <c:pt idx="759">
                  <c:v>1</c:v>
                </c:pt>
                <c:pt idx="760">
                  <c:v>1</c:v>
                </c:pt>
                <c:pt idx="761">
                  <c:v>1</c:v>
                </c:pt>
                <c:pt idx="762">
                  <c:v>1</c:v>
                </c:pt>
                <c:pt idx="763">
                  <c:v>1</c:v>
                </c:pt>
                <c:pt idx="764">
                  <c:v>1</c:v>
                </c:pt>
                <c:pt idx="765">
                  <c:v>1</c:v>
                </c:pt>
                <c:pt idx="766">
                  <c:v>1</c:v>
                </c:pt>
                <c:pt idx="767">
                  <c:v>1</c:v>
                </c:pt>
                <c:pt idx="768">
                  <c:v>1</c:v>
                </c:pt>
                <c:pt idx="769">
                  <c:v>1</c:v>
                </c:pt>
                <c:pt idx="770">
                  <c:v>1</c:v>
                </c:pt>
                <c:pt idx="771">
                  <c:v>1</c:v>
                </c:pt>
                <c:pt idx="772">
                  <c:v>1</c:v>
                </c:pt>
                <c:pt idx="773">
                  <c:v>1</c:v>
                </c:pt>
                <c:pt idx="774">
                  <c:v>1</c:v>
                </c:pt>
                <c:pt idx="775">
                  <c:v>1</c:v>
                </c:pt>
                <c:pt idx="776">
                  <c:v>1</c:v>
                </c:pt>
                <c:pt idx="777">
                  <c:v>1</c:v>
                </c:pt>
                <c:pt idx="778">
                  <c:v>1</c:v>
                </c:pt>
                <c:pt idx="779">
                  <c:v>1</c:v>
                </c:pt>
                <c:pt idx="780">
                  <c:v>1</c:v>
                </c:pt>
                <c:pt idx="781">
                  <c:v>1</c:v>
                </c:pt>
                <c:pt idx="782">
                  <c:v>1</c:v>
                </c:pt>
                <c:pt idx="783">
                  <c:v>1</c:v>
                </c:pt>
                <c:pt idx="784">
                  <c:v>1</c:v>
                </c:pt>
                <c:pt idx="785">
                  <c:v>1</c:v>
                </c:pt>
                <c:pt idx="786">
                  <c:v>1</c:v>
                </c:pt>
                <c:pt idx="787">
                  <c:v>1</c:v>
                </c:pt>
                <c:pt idx="788">
                  <c:v>1</c:v>
                </c:pt>
                <c:pt idx="789">
                  <c:v>1</c:v>
                </c:pt>
                <c:pt idx="790">
                  <c:v>1</c:v>
                </c:pt>
                <c:pt idx="791">
                  <c:v>1</c:v>
                </c:pt>
                <c:pt idx="792">
                  <c:v>1</c:v>
                </c:pt>
                <c:pt idx="793">
                  <c:v>1</c:v>
                </c:pt>
                <c:pt idx="794">
                  <c:v>1</c:v>
                </c:pt>
                <c:pt idx="795">
                  <c:v>1</c:v>
                </c:pt>
                <c:pt idx="796">
                  <c:v>1</c:v>
                </c:pt>
                <c:pt idx="797">
                  <c:v>1</c:v>
                </c:pt>
                <c:pt idx="798">
                  <c:v>1</c:v>
                </c:pt>
                <c:pt idx="799">
                  <c:v>1</c:v>
                </c:pt>
                <c:pt idx="800">
                  <c:v>1</c:v>
                </c:pt>
                <c:pt idx="801">
                  <c:v>1</c:v>
                </c:pt>
                <c:pt idx="802">
                  <c:v>1</c:v>
                </c:pt>
                <c:pt idx="803">
                  <c:v>1</c:v>
                </c:pt>
                <c:pt idx="804">
                  <c:v>1</c:v>
                </c:pt>
                <c:pt idx="805">
                  <c:v>1</c:v>
                </c:pt>
                <c:pt idx="806">
                  <c:v>1</c:v>
                </c:pt>
                <c:pt idx="807">
                  <c:v>1</c:v>
                </c:pt>
                <c:pt idx="808">
                  <c:v>1</c:v>
                </c:pt>
                <c:pt idx="809">
                  <c:v>1</c:v>
                </c:pt>
                <c:pt idx="810">
                  <c:v>1</c:v>
                </c:pt>
                <c:pt idx="811">
                  <c:v>1</c:v>
                </c:pt>
                <c:pt idx="812">
                  <c:v>1</c:v>
                </c:pt>
                <c:pt idx="813">
                  <c:v>1</c:v>
                </c:pt>
                <c:pt idx="814">
                  <c:v>1</c:v>
                </c:pt>
                <c:pt idx="815">
                  <c:v>1</c:v>
                </c:pt>
                <c:pt idx="816">
                  <c:v>1</c:v>
                </c:pt>
                <c:pt idx="817">
                  <c:v>1</c:v>
                </c:pt>
                <c:pt idx="818">
                  <c:v>1</c:v>
                </c:pt>
                <c:pt idx="819">
                  <c:v>1</c:v>
                </c:pt>
                <c:pt idx="820">
                  <c:v>1</c:v>
                </c:pt>
                <c:pt idx="821">
                  <c:v>1</c:v>
                </c:pt>
                <c:pt idx="822">
                  <c:v>1</c:v>
                </c:pt>
                <c:pt idx="823">
                  <c:v>1</c:v>
                </c:pt>
                <c:pt idx="824">
                  <c:v>1</c:v>
                </c:pt>
                <c:pt idx="825">
                  <c:v>1</c:v>
                </c:pt>
                <c:pt idx="826">
                  <c:v>1</c:v>
                </c:pt>
                <c:pt idx="827">
                  <c:v>1</c:v>
                </c:pt>
                <c:pt idx="828">
                  <c:v>1</c:v>
                </c:pt>
                <c:pt idx="829">
                  <c:v>1</c:v>
                </c:pt>
                <c:pt idx="830">
                  <c:v>1</c:v>
                </c:pt>
                <c:pt idx="831">
                  <c:v>1</c:v>
                </c:pt>
                <c:pt idx="832">
                  <c:v>1</c:v>
                </c:pt>
                <c:pt idx="833">
                  <c:v>1</c:v>
                </c:pt>
                <c:pt idx="834">
                  <c:v>1</c:v>
                </c:pt>
                <c:pt idx="835">
                  <c:v>1</c:v>
                </c:pt>
                <c:pt idx="836">
                  <c:v>1</c:v>
                </c:pt>
                <c:pt idx="837">
                  <c:v>1</c:v>
                </c:pt>
                <c:pt idx="838">
                  <c:v>1</c:v>
                </c:pt>
                <c:pt idx="839">
                  <c:v>1</c:v>
                </c:pt>
                <c:pt idx="840">
                  <c:v>1</c:v>
                </c:pt>
                <c:pt idx="841">
                  <c:v>1</c:v>
                </c:pt>
                <c:pt idx="842">
                  <c:v>1</c:v>
                </c:pt>
                <c:pt idx="843">
                  <c:v>1</c:v>
                </c:pt>
                <c:pt idx="844">
                  <c:v>1</c:v>
                </c:pt>
                <c:pt idx="845">
                  <c:v>1</c:v>
                </c:pt>
                <c:pt idx="846">
                  <c:v>1</c:v>
                </c:pt>
                <c:pt idx="847">
                  <c:v>1</c:v>
                </c:pt>
                <c:pt idx="848">
                  <c:v>1</c:v>
                </c:pt>
                <c:pt idx="849">
                  <c:v>1</c:v>
                </c:pt>
                <c:pt idx="850">
                  <c:v>1</c:v>
                </c:pt>
                <c:pt idx="851">
                  <c:v>1</c:v>
                </c:pt>
                <c:pt idx="852">
                  <c:v>1</c:v>
                </c:pt>
                <c:pt idx="853">
                  <c:v>1</c:v>
                </c:pt>
                <c:pt idx="854">
                  <c:v>1</c:v>
                </c:pt>
                <c:pt idx="855">
                  <c:v>1</c:v>
                </c:pt>
                <c:pt idx="856">
                  <c:v>1</c:v>
                </c:pt>
                <c:pt idx="857">
                  <c:v>1</c:v>
                </c:pt>
                <c:pt idx="858">
                  <c:v>1</c:v>
                </c:pt>
                <c:pt idx="859">
                  <c:v>1</c:v>
                </c:pt>
                <c:pt idx="860">
                  <c:v>1</c:v>
                </c:pt>
                <c:pt idx="861">
                  <c:v>1</c:v>
                </c:pt>
                <c:pt idx="862">
                  <c:v>1</c:v>
                </c:pt>
                <c:pt idx="863">
                  <c:v>1</c:v>
                </c:pt>
                <c:pt idx="864">
                  <c:v>1</c:v>
                </c:pt>
                <c:pt idx="865">
                  <c:v>1</c:v>
                </c:pt>
                <c:pt idx="866">
                  <c:v>1</c:v>
                </c:pt>
                <c:pt idx="867">
                  <c:v>1</c:v>
                </c:pt>
                <c:pt idx="868">
                  <c:v>1</c:v>
                </c:pt>
                <c:pt idx="869">
                  <c:v>1</c:v>
                </c:pt>
                <c:pt idx="870">
                  <c:v>1</c:v>
                </c:pt>
                <c:pt idx="871">
                  <c:v>1</c:v>
                </c:pt>
                <c:pt idx="872">
                  <c:v>1</c:v>
                </c:pt>
                <c:pt idx="873">
                  <c:v>1</c:v>
                </c:pt>
                <c:pt idx="874">
                  <c:v>1</c:v>
                </c:pt>
                <c:pt idx="875">
                  <c:v>1</c:v>
                </c:pt>
                <c:pt idx="876">
                  <c:v>1</c:v>
                </c:pt>
                <c:pt idx="877">
                  <c:v>1</c:v>
                </c:pt>
                <c:pt idx="878">
                  <c:v>1</c:v>
                </c:pt>
                <c:pt idx="879">
                  <c:v>1</c:v>
                </c:pt>
                <c:pt idx="880">
                  <c:v>1</c:v>
                </c:pt>
                <c:pt idx="881">
                  <c:v>1</c:v>
                </c:pt>
                <c:pt idx="882">
                  <c:v>1</c:v>
                </c:pt>
                <c:pt idx="883">
                  <c:v>1</c:v>
                </c:pt>
                <c:pt idx="884">
                  <c:v>1</c:v>
                </c:pt>
                <c:pt idx="885">
                  <c:v>1</c:v>
                </c:pt>
                <c:pt idx="886">
                  <c:v>1</c:v>
                </c:pt>
                <c:pt idx="887">
                  <c:v>1</c:v>
                </c:pt>
                <c:pt idx="888">
                  <c:v>1</c:v>
                </c:pt>
                <c:pt idx="889">
                  <c:v>1</c:v>
                </c:pt>
                <c:pt idx="890">
                  <c:v>1</c:v>
                </c:pt>
                <c:pt idx="891">
                  <c:v>1</c:v>
                </c:pt>
                <c:pt idx="892">
                  <c:v>1</c:v>
                </c:pt>
                <c:pt idx="893">
                  <c:v>1</c:v>
                </c:pt>
                <c:pt idx="894">
                  <c:v>1</c:v>
                </c:pt>
                <c:pt idx="895">
                  <c:v>1</c:v>
                </c:pt>
                <c:pt idx="896">
                  <c:v>1</c:v>
                </c:pt>
                <c:pt idx="897">
                  <c:v>1</c:v>
                </c:pt>
                <c:pt idx="898">
                  <c:v>1</c:v>
                </c:pt>
                <c:pt idx="899">
                  <c:v>1</c:v>
                </c:pt>
                <c:pt idx="900">
                  <c:v>1</c:v>
                </c:pt>
                <c:pt idx="901">
                  <c:v>1</c:v>
                </c:pt>
                <c:pt idx="902">
                  <c:v>1</c:v>
                </c:pt>
                <c:pt idx="903">
                  <c:v>1</c:v>
                </c:pt>
                <c:pt idx="904">
                  <c:v>1</c:v>
                </c:pt>
                <c:pt idx="905">
                  <c:v>1</c:v>
                </c:pt>
                <c:pt idx="906">
                  <c:v>1</c:v>
                </c:pt>
                <c:pt idx="907">
                  <c:v>1</c:v>
                </c:pt>
                <c:pt idx="908">
                  <c:v>1</c:v>
                </c:pt>
                <c:pt idx="909">
                  <c:v>1</c:v>
                </c:pt>
                <c:pt idx="910">
                  <c:v>1</c:v>
                </c:pt>
                <c:pt idx="911">
                  <c:v>1</c:v>
                </c:pt>
                <c:pt idx="912">
                  <c:v>1</c:v>
                </c:pt>
                <c:pt idx="913">
                  <c:v>1</c:v>
                </c:pt>
                <c:pt idx="914">
                  <c:v>1</c:v>
                </c:pt>
                <c:pt idx="915">
                  <c:v>1</c:v>
                </c:pt>
                <c:pt idx="916">
                  <c:v>1</c:v>
                </c:pt>
                <c:pt idx="917">
                  <c:v>1</c:v>
                </c:pt>
                <c:pt idx="918">
                  <c:v>1</c:v>
                </c:pt>
                <c:pt idx="919">
                  <c:v>1</c:v>
                </c:pt>
                <c:pt idx="920">
                  <c:v>1</c:v>
                </c:pt>
                <c:pt idx="921">
                  <c:v>1</c:v>
                </c:pt>
                <c:pt idx="922">
                  <c:v>1</c:v>
                </c:pt>
                <c:pt idx="923">
                  <c:v>1</c:v>
                </c:pt>
                <c:pt idx="924">
                  <c:v>1</c:v>
                </c:pt>
                <c:pt idx="925">
                  <c:v>1</c:v>
                </c:pt>
                <c:pt idx="926">
                  <c:v>1</c:v>
                </c:pt>
                <c:pt idx="927">
                  <c:v>1</c:v>
                </c:pt>
                <c:pt idx="928">
                  <c:v>1</c:v>
                </c:pt>
                <c:pt idx="929">
                  <c:v>1</c:v>
                </c:pt>
                <c:pt idx="930">
                  <c:v>1</c:v>
                </c:pt>
                <c:pt idx="931">
                  <c:v>1</c:v>
                </c:pt>
                <c:pt idx="932">
                  <c:v>1</c:v>
                </c:pt>
                <c:pt idx="933">
                  <c:v>1</c:v>
                </c:pt>
                <c:pt idx="934">
                  <c:v>1</c:v>
                </c:pt>
                <c:pt idx="935">
                  <c:v>1</c:v>
                </c:pt>
                <c:pt idx="936">
                  <c:v>1</c:v>
                </c:pt>
                <c:pt idx="937">
                  <c:v>1</c:v>
                </c:pt>
                <c:pt idx="938">
                  <c:v>1</c:v>
                </c:pt>
                <c:pt idx="939">
                  <c:v>1</c:v>
                </c:pt>
                <c:pt idx="940">
                  <c:v>1</c:v>
                </c:pt>
                <c:pt idx="941">
                  <c:v>1</c:v>
                </c:pt>
                <c:pt idx="942">
                  <c:v>1</c:v>
                </c:pt>
                <c:pt idx="943">
                  <c:v>1</c:v>
                </c:pt>
                <c:pt idx="944">
                  <c:v>1</c:v>
                </c:pt>
                <c:pt idx="945">
                  <c:v>1</c:v>
                </c:pt>
                <c:pt idx="946">
                  <c:v>1</c:v>
                </c:pt>
                <c:pt idx="947">
                  <c:v>1</c:v>
                </c:pt>
                <c:pt idx="948">
                  <c:v>1</c:v>
                </c:pt>
                <c:pt idx="949">
                  <c:v>1</c:v>
                </c:pt>
                <c:pt idx="950">
                  <c:v>1</c:v>
                </c:pt>
                <c:pt idx="951">
                  <c:v>1</c:v>
                </c:pt>
                <c:pt idx="952">
                  <c:v>1</c:v>
                </c:pt>
                <c:pt idx="953">
                  <c:v>1</c:v>
                </c:pt>
                <c:pt idx="954">
                  <c:v>1</c:v>
                </c:pt>
                <c:pt idx="955">
                  <c:v>1</c:v>
                </c:pt>
                <c:pt idx="956">
                  <c:v>1</c:v>
                </c:pt>
                <c:pt idx="957">
                  <c:v>1</c:v>
                </c:pt>
                <c:pt idx="958">
                  <c:v>1</c:v>
                </c:pt>
                <c:pt idx="959">
                  <c:v>1</c:v>
                </c:pt>
                <c:pt idx="960">
                  <c:v>1</c:v>
                </c:pt>
                <c:pt idx="961">
                  <c:v>1</c:v>
                </c:pt>
                <c:pt idx="962">
                  <c:v>1</c:v>
                </c:pt>
                <c:pt idx="963">
                  <c:v>1</c:v>
                </c:pt>
                <c:pt idx="964">
                  <c:v>1</c:v>
                </c:pt>
                <c:pt idx="965">
                  <c:v>1</c:v>
                </c:pt>
                <c:pt idx="966">
                  <c:v>1</c:v>
                </c:pt>
                <c:pt idx="967">
                  <c:v>1</c:v>
                </c:pt>
                <c:pt idx="968">
                  <c:v>1</c:v>
                </c:pt>
                <c:pt idx="969">
                  <c:v>1</c:v>
                </c:pt>
                <c:pt idx="970">
                  <c:v>1</c:v>
                </c:pt>
                <c:pt idx="971">
                  <c:v>1</c:v>
                </c:pt>
                <c:pt idx="972">
                  <c:v>1</c:v>
                </c:pt>
                <c:pt idx="973">
                  <c:v>1</c:v>
                </c:pt>
                <c:pt idx="974">
                  <c:v>1</c:v>
                </c:pt>
                <c:pt idx="975">
                  <c:v>1</c:v>
                </c:pt>
                <c:pt idx="976">
                  <c:v>1</c:v>
                </c:pt>
                <c:pt idx="977">
                  <c:v>1</c:v>
                </c:pt>
                <c:pt idx="978">
                  <c:v>1</c:v>
                </c:pt>
                <c:pt idx="979">
                  <c:v>1</c:v>
                </c:pt>
                <c:pt idx="980">
                  <c:v>1</c:v>
                </c:pt>
                <c:pt idx="981">
                  <c:v>1</c:v>
                </c:pt>
                <c:pt idx="982">
                  <c:v>1</c:v>
                </c:pt>
                <c:pt idx="983">
                  <c:v>1</c:v>
                </c:pt>
                <c:pt idx="984">
                  <c:v>1</c:v>
                </c:pt>
                <c:pt idx="985">
                  <c:v>1</c:v>
                </c:pt>
                <c:pt idx="986">
                  <c:v>1</c:v>
                </c:pt>
                <c:pt idx="987">
                  <c:v>1</c:v>
                </c:pt>
                <c:pt idx="988">
                  <c:v>1</c:v>
                </c:pt>
                <c:pt idx="989">
                  <c:v>1</c:v>
                </c:pt>
                <c:pt idx="990">
                  <c:v>1</c:v>
                </c:pt>
                <c:pt idx="991">
                  <c:v>1</c:v>
                </c:pt>
                <c:pt idx="992">
                  <c:v>1</c:v>
                </c:pt>
                <c:pt idx="993">
                  <c:v>1</c:v>
                </c:pt>
                <c:pt idx="994">
                  <c:v>1</c:v>
                </c:pt>
                <c:pt idx="995">
                  <c:v>1</c:v>
                </c:pt>
                <c:pt idx="996">
                  <c:v>1</c:v>
                </c:pt>
                <c:pt idx="997">
                  <c:v>1</c:v>
                </c:pt>
                <c:pt idx="998">
                  <c:v>1</c:v>
                </c:pt>
                <c:pt idx="999">
                  <c:v>1</c:v>
                </c:pt>
                <c:pt idx="1000">
                  <c:v>1</c:v>
                </c:pt>
                <c:pt idx="1001">
                  <c:v>1</c:v>
                </c:pt>
                <c:pt idx="1002">
                  <c:v>1</c:v>
                </c:pt>
                <c:pt idx="1003">
                  <c:v>1</c:v>
                </c:pt>
                <c:pt idx="1004">
                  <c:v>1</c:v>
                </c:pt>
                <c:pt idx="1005">
                  <c:v>1</c:v>
                </c:pt>
                <c:pt idx="1006">
                  <c:v>1</c:v>
                </c:pt>
                <c:pt idx="1007">
                  <c:v>1</c:v>
                </c:pt>
                <c:pt idx="1008">
                  <c:v>1</c:v>
                </c:pt>
                <c:pt idx="1009">
                  <c:v>1</c:v>
                </c:pt>
                <c:pt idx="1010">
                  <c:v>1</c:v>
                </c:pt>
                <c:pt idx="1011">
                  <c:v>1</c:v>
                </c:pt>
                <c:pt idx="1012">
                  <c:v>1</c:v>
                </c:pt>
                <c:pt idx="1013">
                  <c:v>1</c:v>
                </c:pt>
                <c:pt idx="1014">
                  <c:v>1</c:v>
                </c:pt>
                <c:pt idx="1015">
                  <c:v>1</c:v>
                </c:pt>
                <c:pt idx="1016">
                  <c:v>1</c:v>
                </c:pt>
                <c:pt idx="1017">
                  <c:v>1</c:v>
                </c:pt>
                <c:pt idx="1018">
                  <c:v>1</c:v>
                </c:pt>
                <c:pt idx="1019">
                  <c:v>1</c:v>
                </c:pt>
                <c:pt idx="1020">
                  <c:v>1</c:v>
                </c:pt>
                <c:pt idx="1021">
                  <c:v>1</c:v>
                </c:pt>
                <c:pt idx="1022">
                  <c:v>1</c:v>
                </c:pt>
                <c:pt idx="1023">
                  <c:v>1</c:v>
                </c:pt>
                <c:pt idx="1024">
                  <c:v>1</c:v>
                </c:pt>
                <c:pt idx="1025">
                  <c:v>1</c:v>
                </c:pt>
                <c:pt idx="1026">
                  <c:v>1</c:v>
                </c:pt>
                <c:pt idx="1027">
                  <c:v>1</c:v>
                </c:pt>
                <c:pt idx="1028">
                  <c:v>1</c:v>
                </c:pt>
                <c:pt idx="1029">
                  <c:v>1</c:v>
                </c:pt>
                <c:pt idx="1030">
                  <c:v>1</c:v>
                </c:pt>
                <c:pt idx="1031">
                  <c:v>1</c:v>
                </c:pt>
                <c:pt idx="1032">
                  <c:v>1</c:v>
                </c:pt>
                <c:pt idx="1033">
                  <c:v>1</c:v>
                </c:pt>
                <c:pt idx="1034">
                  <c:v>1</c:v>
                </c:pt>
                <c:pt idx="1035">
                  <c:v>1</c:v>
                </c:pt>
                <c:pt idx="1036">
                  <c:v>1</c:v>
                </c:pt>
                <c:pt idx="1037">
                  <c:v>1</c:v>
                </c:pt>
                <c:pt idx="1038">
                  <c:v>1</c:v>
                </c:pt>
                <c:pt idx="1039">
                  <c:v>1</c:v>
                </c:pt>
                <c:pt idx="1040">
                  <c:v>1</c:v>
                </c:pt>
                <c:pt idx="1041">
                  <c:v>1</c:v>
                </c:pt>
                <c:pt idx="1042">
                  <c:v>1</c:v>
                </c:pt>
                <c:pt idx="1043">
                  <c:v>1</c:v>
                </c:pt>
                <c:pt idx="1044">
                  <c:v>1</c:v>
                </c:pt>
                <c:pt idx="1045">
                  <c:v>1</c:v>
                </c:pt>
                <c:pt idx="1046">
                  <c:v>1</c:v>
                </c:pt>
                <c:pt idx="1047">
                  <c:v>1</c:v>
                </c:pt>
                <c:pt idx="1048">
                  <c:v>1</c:v>
                </c:pt>
                <c:pt idx="1049">
                  <c:v>1</c:v>
                </c:pt>
                <c:pt idx="1050">
                  <c:v>1</c:v>
                </c:pt>
                <c:pt idx="1051">
                  <c:v>1</c:v>
                </c:pt>
                <c:pt idx="1052">
                  <c:v>1</c:v>
                </c:pt>
                <c:pt idx="1053">
                  <c:v>1</c:v>
                </c:pt>
                <c:pt idx="1054">
                  <c:v>1</c:v>
                </c:pt>
                <c:pt idx="1055">
                  <c:v>1</c:v>
                </c:pt>
                <c:pt idx="1056">
                  <c:v>1</c:v>
                </c:pt>
                <c:pt idx="1057">
                  <c:v>1</c:v>
                </c:pt>
                <c:pt idx="1058">
                  <c:v>1</c:v>
                </c:pt>
                <c:pt idx="1059">
                  <c:v>1</c:v>
                </c:pt>
                <c:pt idx="1060">
                  <c:v>1</c:v>
                </c:pt>
                <c:pt idx="1061">
                  <c:v>1</c:v>
                </c:pt>
                <c:pt idx="1062">
                  <c:v>1</c:v>
                </c:pt>
                <c:pt idx="1063">
                  <c:v>1</c:v>
                </c:pt>
                <c:pt idx="1064">
                  <c:v>1</c:v>
                </c:pt>
                <c:pt idx="1065">
                  <c:v>1</c:v>
                </c:pt>
                <c:pt idx="1066">
                  <c:v>1</c:v>
                </c:pt>
                <c:pt idx="1067">
                  <c:v>1</c:v>
                </c:pt>
                <c:pt idx="1068">
                  <c:v>1</c:v>
                </c:pt>
                <c:pt idx="1069">
                  <c:v>1</c:v>
                </c:pt>
                <c:pt idx="1070">
                  <c:v>1</c:v>
                </c:pt>
                <c:pt idx="1071">
                  <c:v>1</c:v>
                </c:pt>
                <c:pt idx="1072">
                  <c:v>1</c:v>
                </c:pt>
                <c:pt idx="1073">
                  <c:v>1</c:v>
                </c:pt>
                <c:pt idx="1074">
                  <c:v>1</c:v>
                </c:pt>
                <c:pt idx="1075">
                  <c:v>1</c:v>
                </c:pt>
                <c:pt idx="1076">
                  <c:v>1</c:v>
                </c:pt>
                <c:pt idx="1077">
                  <c:v>1</c:v>
                </c:pt>
                <c:pt idx="1078">
                  <c:v>1</c:v>
                </c:pt>
                <c:pt idx="1079">
                  <c:v>1</c:v>
                </c:pt>
                <c:pt idx="1080">
                  <c:v>1</c:v>
                </c:pt>
                <c:pt idx="1081">
                  <c:v>1</c:v>
                </c:pt>
                <c:pt idx="1082">
                  <c:v>1</c:v>
                </c:pt>
                <c:pt idx="1083">
                  <c:v>1</c:v>
                </c:pt>
                <c:pt idx="1084">
                  <c:v>1</c:v>
                </c:pt>
                <c:pt idx="1085">
                  <c:v>1</c:v>
                </c:pt>
                <c:pt idx="1086">
                  <c:v>1</c:v>
                </c:pt>
                <c:pt idx="1087">
                  <c:v>1</c:v>
                </c:pt>
                <c:pt idx="1088">
                  <c:v>1</c:v>
                </c:pt>
                <c:pt idx="1089">
                  <c:v>1</c:v>
                </c:pt>
                <c:pt idx="1090">
                  <c:v>1</c:v>
                </c:pt>
                <c:pt idx="1091">
                  <c:v>1</c:v>
                </c:pt>
                <c:pt idx="1092">
                  <c:v>1</c:v>
                </c:pt>
                <c:pt idx="1093">
                  <c:v>1</c:v>
                </c:pt>
                <c:pt idx="1094">
                  <c:v>1</c:v>
                </c:pt>
                <c:pt idx="1095">
                  <c:v>1</c:v>
                </c:pt>
                <c:pt idx="1096">
                  <c:v>1</c:v>
                </c:pt>
                <c:pt idx="1097">
                  <c:v>1</c:v>
                </c:pt>
                <c:pt idx="1098">
                  <c:v>1</c:v>
                </c:pt>
                <c:pt idx="1099">
                  <c:v>1</c:v>
                </c:pt>
                <c:pt idx="1100">
                  <c:v>1</c:v>
                </c:pt>
                <c:pt idx="1101">
                  <c:v>1</c:v>
                </c:pt>
                <c:pt idx="1102">
                  <c:v>1</c:v>
                </c:pt>
                <c:pt idx="1103">
                  <c:v>1</c:v>
                </c:pt>
                <c:pt idx="1104">
                  <c:v>1</c:v>
                </c:pt>
                <c:pt idx="1105">
                  <c:v>1</c:v>
                </c:pt>
                <c:pt idx="1106">
                  <c:v>1</c:v>
                </c:pt>
                <c:pt idx="1107">
                  <c:v>1</c:v>
                </c:pt>
                <c:pt idx="1108">
                  <c:v>1</c:v>
                </c:pt>
                <c:pt idx="1109">
                  <c:v>1</c:v>
                </c:pt>
                <c:pt idx="1110">
                  <c:v>1</c:v>
                </c:pt>
                <c:pt idx="1111">
                  <c:v>1</c:v>
                </c:pt>
                <c:pt idx="1112">
                  <c:v>1</c:v>
                </c:pt>
                <c:pt idx="1113">
                  <c:v>1</c:v>
                </c:pt>
                <c:pt idx="1114">
                  <c:v>1</c:v>
                </c:pt>
                <c:pt idx="1115">
                  <c:v>1</c:v>
                </c:pt>
                <c:pt idx="1116">
                  <c:v>1</c:v>
                </c:pt>
                <c:pt idx="1117">
                  <c:v>1</c:v>
                </c:pt>
                <c:pt idx="1118">
                  <c:v>1</c:v>
                </c:pt>
                <c:pt idx="1119">
                  <c:v>1</c:v>
                </c:pt>
                <c:pt idx="1120">
                  <c:v>1</c:v>
                </c:pt>
                <c:pt idx="1121">
                  <c:v>1</c:v>
                </c:pt>
                <c:pt idx="1122">
                  <c:v>1</c:v>
                </c:pt>
                <c:pt idx="1123">
                  <c:v>1</c:v>
                </c:pt>
                <c:pt idx="1124">
                  <c:v>1</c:v>
                </c:pt>
                <c:pt idx="1125">
                  <c:v>1</c:v>
                </c:pt>
                <c:pt idx="1126">
                  <c:v>1</c:v>
                </c:pt>
                <c:pt idx="1127">
                  <c:v>1</c:v>
                </c:pt>
                <c:pt idx="1128">
                  <c:v>1</c:v>
                </c:pt>
                <c:pt idx="1129">
                  <c:v>1</c:v>
                </c:pt>
                <c:pt idx="1130">
                  <c:v>1</c:v>
                </c:pt>
                <c:pt idx="1131">
                  <c:v>1</c:v>
                </c:pt>
                <c:pt idx="1132">
                  <c:v>1</c:v>
                </c:pt>
                <c:pt idx="1133">
                  <c:v>1</c:v>
                </c:pt>
                <c:pt idx="1134">
                  <c:v>1</c:v>
                </c:pt>
                <c:pt idx="1135">
                  <c:v>1</c:v>
                </c:pt>
                <c:pt idx="1136">
                  <c:v>1</c:v>
                </c:pt>
                <c:pt idx="1137">
                  <c:v>1</c:v>
                </c:pt>
                <c:pt idx="1138">
                  <c:v>1</c:v>
                </c:pt>
                <c:pt idx="1139">
                  <c:v>1</c:v>
                </c:pt>
                <c:pt idx="1140">
                  <c:v>1</c:v>
                </c:pt>
                <c:pt idx="1141">
                  <c:v>1</c:v>
                </c:pt>
                <c:pt idx="1142">
                  <c:v>1</c:v>
                </c:pt>
                <c:pt idx="1143">
                  <c:v>1</c:v>
                </c:pt>
                <c:pt idx="1144">
                  <c:v>1</c:v>
                </c:pt>
                <c:pt idx="1145">
                  <c:v>1</c:v>
                </c:pt>
                <c:pt idx="1146">
                  <c:v>1</c:v>
                </c:pt>
                <c:pt idx="1147">
                  <c:v>1</c:v>
                </c:pt>
                <c:pt idx="1148">
                  <c:v>1</c:v>
                </c:pt>
                <c:pt idx="1149">
                  <c:v>1</c:v>
                </c:pt>
                <c:pt idx="1150">
                  <c:v>1</c:v>
                </c:pt>
                <c:pt idx="1151">
                  <c:v>1</c:v>
                </c:pt>
                <c:pt idx="1152">
                  <c:v>1</c:v>
                </c:pt>
                <c:pt idx="1153">
                  <c:v>1</c:v>
                </c:pt>
                <c:pt idx="1154">
                  <c:v>1</c:v>
                </c:pt>
                <c:pt idx="1155">
                  <c:v>1</c:v>
                </c:pt>
                <c:pt idx="1156">
                  <c:v>1</c:v>
                </c:pt>
                <c:pt idx="1157">
                  <c:v>1</c:v>
                </c:pt>
                <c:pt idx="1158">
                  <c:v>1</c:v>
                </c:pt>
                <c:pt idx="1159">
                  <c:v>1</c:v>
                </c:pt>
                <c:pt idx="1160">
                  <c:v>1</c:v>
                </c:pt>
                <c:pt idx="1161">
                  <c:v>1</c:v>
                </c:pt>
                <c:pt idx="1162">
                  <c:v>1</c:v>
                </c:pt>
                <c:pt idx="1163">
                  <c:v>1</c:v>
                </c:pt>
                <c:pt idx="1164">
                  <c:v>1</c:v>
                </c:pt>
                <c:pt idx="1165">
                  <c:v>1</c:v>
                </c:pt>
                <c:pt idx="1166">
                  <c:v>1</c:v>
                </c:pt>
                <c:pt idx="1167">
                  <c:v>1</c:v>
                </c:pt>
                <c:pt idx="1168">
                  <c:v>1</c:v>
                </c:pt>
                <c:pt idx="1169">
                  <c:v>1</c:v>
                </c:pt>
                <c:pt idx="1170">
                  <c:v>1</c:v>
                </c:pt>
                <c:pt idx="1171">
                  <c:v>1</c:v>
                </c:pt>
                <c:pt idx="1172">
                  <c:v>1</c:v>
                </c:pt>
                <c:pt idx="1173">
                  <c:v>1</c:v>
                </c:pt>
                <c:pt idx="1174">
                  <c:v>1</c:v>
                </c:pt>
                <c:pt idx="1175">
                  <c:v>1</c:v>
                </c:pt>
                <c:pt idx="1176">
                  <c:v>1</c:v>
                </c:pt>
                <c:pt idx="1177">
                  <c:v>1</c:v>
                </c:pt>
                <c:pt idx="1178">
                  <c:v>1</c:v>
                </c:pt>
                <c:pt idx="1179">
                  <c:v>1</c:v>
                </c:pt>
                <c:pt idx="1180">
                  <c:v>1</c:v>
                </c:pt>
                <c:pt idx="1181">
                  <c:v>1</c:v>
                </c:pt>
                <c:pt idx="1182">
                  <c:v>1</c:v>
                </c:pt>
                <c:pt idx="1183">
                  <c:v>1</c:v>
                </c:pt>
                <c:pt idx="1184">
                  <c:v>1</c:v>
                </c:pt>
                <c:pt idx="1185">
                  <c:v>1</c:v>
                </c:pt>
                <c:pt idx="1186">
                  <c:v>1</c:v>
                </c:pt>
                <c:pt idx="1187">
                  <c:v>1</c:v>
                </c:pt>
                <c:pt idx="1188">
                  <c:v>1</c:v>
                </c:pt>
                <c:pt idx="1189">
                  <c:v>1</c:v>
                </c:pt>
                <c:pt idx="1190">
                  <c:v>1</c:v>
                </c:pt>
                <c:pt idx="1191">
                  <c:v>1</c:v>
                </c:pt>
                <c:pt idx="1192">
                  <c:v>1</c:v>
                </c:pt>
                <c:pt idx="1193">
                  <c:v>1</c:v>
                </c:pt>
                <c:pt idx="1194">
                  <c:v>1</c:v>
                </c:pt>
                <c:pt idx="1195">
                  <c:v>1</c:v>
                </c:pt>
                <c:pt idx="1196">
                  <c:v>1</c:v>
                </c:pt>
                <c:pt idx="1197">
                  <c:v>1</c:v>
                </c:pt>
                <c:pt idx="1198">
                  <c:v>1</c:v>
                </c:pt>
                <c:pt idx="1199">
                  <c:v>1</c:v>
                </c:pt>
                <c:pt idx="1200">
                  <c:v>1</c:v>
                </c:pt>
                <c:pt idx="1201">
                  <c:v>1</c:v>
                </c:pt>
                <c:pt idx="1202">
                  <c:v>1</c:v>
                </c:pt>
                <c:pt idx="1203">
                  <c:v>1</c:v>
                </c:pt>
                <c:pt idx="1204">
                  <c:v>1</c:v>
                </c:pt>
                <c:pt idx="1205">
                  <c:v>1</c:v>
                </c:pt>
                <c:pt idx="1206">
                  <c:v>1</c:v>
                </c:pt>
                <c:pt idx="1207">
                  <c:v>1</c:v>
                </c:pt>
                <c:pt idx="1208">
                  <c:v>1</c:v>
                </c:pt>
                <c:pt idx="1209">
                  <c:v>1</c:v>
                </c:pt>
                <c:pt idx="1210">
                  <c:v>1</c:v>
                </c:pt>
                <c:pt idx="1211">
                  <c:v>1</c:v>
                </c:pt>
                <c:pt idx="1212">
                  <c:v>1</c:v>
                </c:pt>
                <c:pt idx="1213">
                  <c:v>1</c:v>
                </c:pt>
                <c:pt idx="1214">
                  <c:v>1</c:v>
                </c:pt>
                <c:pt idx="1215">
                  <c:v>1</c:v>
                </c:pt>
                <c:pt idx="1216">
                  <c:v>1</c:v>
                </c:pt>
                <c:pt idx="1217">
                  <c:v>1</c:v>
                </c:pt>
                <c:pt idx="1218">
                  <c:v>1</c:v>
                </c:pt>
                <c:pt idx="1219">
                  <c:v>1</c:v>
                </c:pt>
                <c:pt idx="1220">
                  <c:v>1</c:v>
                </c:pt>
                <c:pt idx="1221">
                  <c:v>1</c:v>
                </c:pt>
                <c:pt idx="1222">
                  <c:v>1</c:v>
                </c:pt>
                <c:pt idx="1223">
                  <c:v>1</c:v>
                </c:pt>
                <c:pt idx="1224">
                  <c:v>1</c:v>
                </c:pt>
                <c:pt idx="1225">
                  <c:v>1</c:v>
                </c:pt>
                <c:pt idx="1226">
                  <c:v>1</c:v>
                </c:pt>
                <c:pt idx="1227">
                  <c:v>1</c:v>
                </c:pt>
                <c:pt idx="1228">
                  <c:v>1</c:v>
                </c:pt>
                <c:pt idx="1229">
                  <c:v>1</c:v>
                </c:pt>
                <c:pt idx="1230">
                  <c:v>1</c:v>
                </c:pt>
                <c:pt idx="1231">
                  <c:v>1</c:v>
                </c:pt>
                <c:pt idx="1232">
                  <c:v>1</c:v>
                </c:pt>
                <c:pt idx="1233">
                  <c:v>1</c:v>
                </c:pt>
                <c:pt idx="1234">
                  <c:v>1</c:v>
                </c:pt>
                <c:pt idx="1235">
                  <c:v>1</c:v>
                </c:pt>
                <c:pt idx="1236">
                  <c:v>1</c:v>
                </c:pt>
                <c:pt idx="1237">
                  <c:v>1</c:v>
                </c:pt>
                <c:pt idx="1238">
                  <c:v>1</c:v>
                </c:pt>
                <c:pt idx="1239">
                  <c:v>1</c:v>
                </c:pt>
                <c:pt idx="1240">
                  <c:v>1</c:v>
                </c:pt>
                <c:pt idx="1241">
                  <c:v>1</c:v>
                </c:pt>
                <c:pt idx="1242">
                  <c:v>1</c:v>
                </c:pt>
                <c:pt idx="1243">
                  <c:v>1</c:v>
                </c:pt>
                <c:pt idx="1244">
                  <c:v>1</c:v>
                </c:pt>
                <c:pt idx="1245">
                  <c:v>1</c:v>
                </c:pt>
                <c:pt idx="1246">
                  <c:v>1</c:v>
                </c:pt>
                <c:pt idx="1247">
                  <c:v>1</c:v>
                </c:pt>
                <c:pt idx="1248">
                  <c:v>1</c:v>
                </c:pt>
                <c:pt idx="1249">
                  <c:v>1</c:v>
                </c:pt>
                <c:pt idx="1250">
                  <c:v>1</c:v>
                </c:pt>
                <c:pt idx="1251">
                  <c:v>1</c:v>
                </c:pt>
                <c:pt idx="1252">
                  <c:v>1</c:v>
                </c:pt>
                <c:pt idx="1253">
                  <c:v>1</c:v>
                </c:pt>
                <c:pt idx="1254">
                  <c:v>1</c:v>
                </c:pt>
                <c:pt idx="1255">
                  <c:v>1</c:v>
                </c:pt>
                <c:pt idx="1256">
                  <c:v>1</c:v>
                </c:pt>
                <c:pt idx="1257">
                  <c:v>1</c:v>
                </c:pt>
                <c:pt idx="1258">
                  <c:v>1</c:v>
                </c:pt>
                <c:pt idx="1259">
                  <c:v>1</c:v>
                </c:pt>
                <c:pt idx="1260">
                  <c:v>1</c:v>
                </c:pt>
                <c:pt idx="1261">
                  <c:v>1</c:v>
                </c:pt>
                <c:pt idx="1262">
                  <c:v>1</c:v>
                </c:pt>
                <c:pt idx="1263">
                  <c:v>1</c:v>
                </c:pt>
                <c:pt idx="1264">
                  <c:v>1</c:v>
                </c:pt>
                <c:pt idx="1265">
                  <c:v>1</c:v>
                </c:pt>
                <c:pt idx="1266">
                  <c:v>1</c:v>
                </c:pt>
                <c:pt idx="1267">
                  <c:v>1</c:v>
                </c:pt>
                <c:pt idx="1268">
                  <c:v>1</c:v>
                </c:pt>
                <c:pt idx="1269">
                  <c:v>1</c:v>
                </c:pt>
                <c:pt idx="1270">
                  <c:v>1</c:v>
                </c:pt>
                <c:pt idx="1271">
                  <c:v>1</c:v>
                </c:pt>
                <c:pt idx="1272">
                  <c:v>1</c:v>
                </c:pt>
                <c:pt idx="1273">
                  <c:v>1</c:v>
                </c:pt>
                <c:pt idx="1274">
                  <c:v>1</c:v>
                </c:pt>
                <c:pt idx="1275">
                  <c:v>1</c:v>
                </c:pt>
                <c:pt idx="1276">
                  <c:v>1</c:v>
                </c:pt>
                <c:pt idx="1277">
                  <c:v>1</c:v>
                </c:pt>
                <c:pt idx="1278">
                  <c:v>1</c:v>
                </c:pt>
                <c:pt idx="1279">
                  <c:v>1</c:v>
                </c:pt>
                <c:pt idx="1280">
                  <c:v>1</c:v>
                </c:pt>
                <c:pt idx="1281">
                  <c:v>1</c:v>
                </c:pt>
                <c:pt idx="1282">
                  <c:v>1</c:v>
                </c:pt>
                <c:pt idx="1283">
                  <c:v>1</c:v>
                </c:pt>
                <c:pt idx="1284">
                  <c:v>1</c:v>
                </c:pt>
                <c:pt idx="1285">
                  <c:v>1</c:v>
                </c:pt>
                <c:pt idx="1286">
                  <c:v>1</c:v>
                </c:pt>
                <c:pt idx="1287">
                  <c:v>1</c:v>
                </c:pt>
                <c:pt idx="1288">
                  <c:v>1</c:v>
                </c:pt>
                <c:pt idx="1289">
                  <c:v>1</c:v>
                </c:pt>
                <c:pt idx="1290">
                  <c:v>1</c:v>
                </c:pt>
                <c:pt idx="1291">
                  <c:v>1</c:v>
                </c:pt>
                <c:pt idx="1292">
                  <c:v>1</c:v>
                </c:pt>
                <c:pt idx="1293">
                  <c:v>1</c:v>
                </c:pt>
                <c:pt idx="1294">
                  <c:v>1</c:v>
                </c:pt>
                <c:pt idx="1295">
                  <c:v>1</c:v>
                </c:pt>
                <c:pt idx="1296">
                  <c:v>1</c:v>
                </c:pt>
                <c:pt idx="1297">
                  <c:v>1</c:v>
                </c:pt>
                <c:pt idx="1298">
                  <c:v>1</c:v>
                </c:pt>
                <c:pt idx="1299">
                  <c:v>1</c:v>
                </c:pt>
                <c:pt idx="1300">
                  <c:v>1</c:v>
                </c:pt>
                <c:pt idx="1301">
                  <c:v>1</c:v>
                </c:pt>
                <c:pt idx="1302">
                  <c:v>1</c:v>
                </c:pt>
                <c:pt idx="1303">
                  <c:v>1</c:v>
                </c:pt>
                <c:pt idx="1304">
                  <c:v>1</c:v>
                </c:pt>
                <c:pt idx="1305">
                  <c:v>1</c:v>
                </c:pt>
                <c:pt idx="1306">
                  <c:v>1</c:v>
                </c:pt>
                <c:pt idx="1307">
                  <c:v>1</c:v>
                </c:pt>
                <c:pt idx="1308">
                  <c:v>1</c:v>
                </c:pt>
                <c:pt idx="1309">
                  <c:v>1</c:v>
                </c:pt>
                <c:pt idx="1310">
                  <c:v>1</c:v>
                </c:pt>
                <c:pt idx="1311">
                  <c:v>1</c:v>
                </c:pt>
                <c:pt idx="1312">
                  <c:v>1</c:v>
                </c:pt>
                <c:pt idx="1313">
                  <c:v>1</c:v>
                </c:pt>
                <c:pt idx="1314">
                  <c:v>1</c:v>
                </c:pt>
                <c:pt idx="1315">
                  <c:v>1</c:v>
                </c:pt>
                <c:pt idx="1316">
                  <c:v>1</c:v>
                </c:pt>
                <c:pt idx="1317">
                  <c:v>1</c:v>
                </c:pt>
                <c:pt idx="1318">
                  <c:v>1</c:v>
                </c:pt>
                <c:pt idx="1319">
                  <c:v>1</c:v>
                </c:pt>
                <c:pt idx="1320">
                  <c:v>1</c:v>
                </c:pt>
                <c:pt idx="1321">
                  <c:v>1</c:v>
                </c:pt>
                <c:pt idx="1322">
                  <c:v>1</c:v>
                </c:pt>
                <c:pt idx="1323">
                  <c:v>1</c:v>
                </c:pt>
                <c:pt idx="1324">
                  <c:v>1</c:v>
                </c:pt>
                <c:pt idx="1325">
                  <c:v>1</c:v>
                </c:pt>
                <c:pt idx="1326">
                  <c:v>1</c:v>
                </c:pt>
                <c:pt idx="1327">
                  <c:v>1</c:v>
                </c:pt>
                <c:pt idx="1328">
                  <c:v>1</c:v>
                </c:pt>
                <c:pt idx="1329">
                  <c:v>1</c:v>
                </c:pt>
                <c:pt idx="1330">
                  <c:v>1</c:v>
                </c:pt>
                <c:pt idx="1331">
                  <c:v>1</c:v>
                </c:pt>
                <c:pt idx="1332">
                  <c:v>1</c:v>
                </c:pt>
                <c:pt idx="1333">
                  <c:v>1</c:v>
                </c:pt>
                <c:pt idx="1334">
                  <c:v>1</c:v>
                </c:pt>
                <c:pt idx="1335">
                  <c:v>1</c:v>
                </c:pt>
                <c:pt idx="1336">
                  <c:v>1</c:v>
                </c:pt>
                <c:pt idx="1337">
                  <c:v>1</c:v>
                </c:pt>
                <c:pt idx="1338">
                  <c:v>1</c:v>
                </c:pt>
                <c:pt idx="1339">
                  <c:v>1</c:v>
                </c:pt>
                <c:pt idx="1340">
                  <c:v>1</c:v>
                </c:pt>
                <c:pt idx="1341">
                  <c:v>1</c:v>
                </c:pt>
                <c:pt idx="1342">
                  <c:v>1</c:v>
                </c:pt>
                <c:pt idx="1343">
                  <c:v>1</c:v>
                </c:pt>
                <c:pt idx="1344">
                  <c:v>1</c:v>
                </c:pt>
                <c:pt idx="1345">
                  <c:v>1</c:v>
                </c:pt>
                <c:pt idx="1346">
                  <c:v>1</c:v>
                </c:pt>
                <c:pt idx="1347">
                  <c:v>1</c:v>
                </c:pt>
                <c:pt idx="1348">
                  <c:v>1</c:v>
                </c:pt>
                <c:pt idx="1349">
                  <c:v>1</c:v>
                </c:pt>
                <c:pt idx="1350">
                  <c:v>1</c:v>
                </c:pt>
                <c:pt idx="1351">
                  <c:v>1</c:v>
                </c:pt>
                <c:pt idx="1352">
                  <c:v>1</c:v>
                </c:pt>
                <c:pt idx="1353">
                  <c:v>1</c:v>
                </c:pt>
                <c:pt idx="1354">
                  <c:v>1</c:v>
                </c:pt>
                <c:pt idx="1355">
                  <c:v>1</c:v>
                </c:pt>
                <c:pt idx="1356">
                  <c:v>1</c:v>
                </c:pt>
                <c:pt idx="1357">
                  <c:v>1</c:v>
                </c:pt>
                <c:pt idx="1358">
                  <c:v>1</c:v>
                </c:pt>
                <c:pt idx="1359">
                  <c:v>1</c:v>
                </c:pt>
                <c:pt idx="1360">
                  <c:v>1</c:v>
                </c:pt>
                <c:pt idx="1361">
                  <c:v>1</c:v>
                </c:pt>
                <c:pt idx="1362">
                  <c:v>1</c:v>
                </c:pt>
                <c:pt idx="1363">
                  <c:v>1</c:v>
                </c:pt>
                <c:pt idx="1364">
                  <c:v>1</c:v>
                </c:pt>
                <c:pt idx="1365">
                  <c:v>1</c:v>
                </c:pt>
                <c:pt idx="1366">
                  <c:v>1</c:v>
                </c:pt>
                <c:pt idx="1367">
                  <c:v>1</c:v>
                </c:pt>
                <c:pt idx="1368">
                  <c:v>1</c:v>
                </c:pt>
                <c:pt idx="1369">
                  <c:v>1</c:v>
                </c:pt>
                <c:pt idx="1370">
                  <c:v>1</c:v>
                </c:pt>
                <c:pt idx="1371">
                  <c:v>1</c:v>
                </c:pt>
                <c:pt idx="1372">
                  <c:v>1</c:v>
                </c:pt>
                <c:pt idx="1373">
                  <c:v>1</c:v>
                </c:pt>
                <c:pt idx="1374">
                  <c:v>1</c:v>
                </c:pt>
                <c:pt idx="1375">
                  <c:v>1</c:v>
                </c:pt>
                <c:pt idx="1376">
                  <c:v>1</c:v>
                </c:pt>
                <c:pt idx="1377">
                  <c:v>1</c:v>
                </c:pt>
                <c:pt idx="1378">
                  <c:v>1</c:v>
                </c:pt>
                <c:pt idx="1379">
                  <c:v>1</c:v>
                </c:pt>
                <c:pt idx="1380">
                  <c:v>1</c:v>
                </c:pt>
                <c:pt idx="1381">
                  <c:v>1</c:v>
                </c:pt>
                <c:pt idx="1382">
                  <c:v>1</c:v>
                </c:pt>
                <c:pt idx="1383">
                  <c:v>1</c:v>
                </c:pt>
                <c:pt idx="1384">
                  <c:v>1</c:v>
                </c:pt>
                <c:pt idx="1385">
                  <c:v>1</c:v>
                </c:pt>
                <c:pt idx="1386">
                  <c:v>1</c:v>
                </c:pt>
                <c:pt idx="1387">
                  <c:v>1</c:v>
                </c:pt>
                <c:pt idx="1388">
                  <c:v>1</c:v>
                </c:pt>
                <c:pt idx="1389">
                  <c:v>1</c:v>
                </c:pt>
                <c:pt idx="1390">
                  <c:v>1</c:v>
                </c:pt>
                <c:pt idx="1391">
                  <c:v>1</c:v>
                </c:pt>
                <c:pt idx="1392">
                  <c:v>1</c:v>
                </c:pt>
                <c:pt idx="1393">
                  <c:v>1</c:v>
                </c:pt>
                <c:pt idx="1394">
                  <c:v>1</c:v>
                </c:pt>
                <c:pt idx="1395">
                  <c:v>1</c:v>
                </c:pt>
                <c:pt idx="1396">
                  <c:v>1</c:v>
                </c:pt>
                <c:pt idx="1397">
                  <c:v>1</c:v>
                </c:pt>
                <c:pt idx="1398">
                  <c:v>1</c:v>
                </c:pt>
                <c:pt idx="1399">
                  <c:v>1</c:v>
                </c:pt>
                <c:pt idx="1400">
                  <c:v>1</c:v>
                </c:pt>
                <c:pt idx="1401">
                  <c:v>1</c:v>
                </c:pt>
                <c:pt idx="1402">
                  <c:v>1</c:v>
                </c:pt>
                <c:pt idx="1403">
                  <c:v>1</c:v>
                </c:pt>
                <c:pt idx="1404">
                  <c:v>1</c:v>
                </c:pt>
                <c:pt idx="1405">
                  <c:v>1</c:v>
                </c:pt>
                <c:pt idx="1406">
                  <c:v>1</c:v>
                </c:pt>
                <c:pt idx="1407">
                  <c:v>1</c:v>
                </c:pt>
                <c:pt idx="1408">
                  <c:v>1</c:v>
                </c:pt>
                <c:pt idx="1409">
                  <c:v>1</c:v>
                </c:pt>
                <c:pt idx="1410">
                  <c:v>1</c:v>
                </c:pt>
                <c:pt idx="1411">
                  <c:v>1</c:v>
                </c:pt>
                <c:pt idx="1412">
                  <c:v>1</c:v>
                </c:pt>
                <c:pt idx="1413">
                  <c:v>1</c:v>
                </c:pt>
                <c:pt idx="1414">
                  <c:v>1</c:v>
                </c:pt>
                <c:pt idx="1415">
                  <c:v>1</c:v>
                </c:pt>
                <c:pt idx="1416">
                  <c:v>1</c:v>
                </c:pt>
                <c:pt idx="1417">
                  <c:v>1</c:v>
                </c:pt>
                <c:pt idx="1418">
                  <c:v>1</c:v>
                </c:pt>
                <c:pt idx="1419">
                  <c:v>1</c:v>
                </c:pt>
                <c:pt idx="1420">
                  <c:v>1</c:v>
                </c:pt>
                <c:pt idx="1421">
                  <c:v>1</c:v>
                </c:pt>
                <c:pt idx="1422">
                  <c:v>1</c:v>
                </c:pt>
                <c:pt idx="1423">
                  <c:v>1</c:v>
                </c:pt>
                <c:pt idx="1424">
                  <c:v>1</c:v>
                </c:pt>
                <c:pt idx="1425">
                  <c:v>1</c:v>
                </c:pt>
                <c:pt idx="1426">
                  <c:v>1</c:v>
                </c:pt>
                <c:pt idx="1427">
                  <c:v>1</c:v>
                </c:pt>
                <c:pt idx="1428">
                  <c:v>1</c:v>
                </c:pt>
                <c:pt idx="1429">
                  <c:v>1</c:v>
                </c:pt>
                <c:pt idx="1430">
                  <c:v>1</c:v>
                </c:pt>
                <c:pt idx="1431">
                  <c:v>1</c:v>
                </c:pt>
                <c:pt idx="1432">
                  <c:v>1</c:v>
                </c:pt>
                <c:pt idx="1433">
                  <c:v>1</c:v>
                </c:pt>
                <c:pt idx="1434">
                  <c:v>1</c:v>
                </c:pt>
                <c:pt idx="1435">
                  <c:v>1</c:v>
                </c:pt>
                <c:pt idx="1436">
                  <c:v>1</c:v>
                </c:pt>
                <c:pt idx="1437">
                  <c:v>1</c:v>
                </c:pt>
                <c:pt idx="1438">
                  <c:v>1</c:v>
                </c:pt>
                <c:pt idx="1439">
                  <c:v>1</c:v>
                </c:pt>
                <c:pt idx="1440">
                  <c:v>1</c:v>
                </c:pt>
                <c:pt idx="1441">
                  <c:v>1</c:v>
                </c:pt>
                <c:pt idx="1442">
                  <c:v>1</c:v>
                </c:pt>
                <c:pt idx="1443">
                  <c:v>1</c:v>
                </c:pt>
                <c:pt idx="1444">
                  <c:v>1</c:v>
                </c:pt>
                <c:pt idx="1445">
                  <c:v>1</c:v>
                </c:pt>
                <c:pt idx="1446">
                  <c:v>1</c:v>
                </c:pt>
                <c:pt idx="1447">
                  <c:v>1</c:v>
                </c:pt>
                <c:pt idx="1448">
                  <c:v>1</c:v>
                </c:pt>
                <c:pt idx="1449">
                  <c:v>1</c:v>
                </c:pt>
                <c:pt idx="1450">
                  <c:v>1</c:v>
                </c:pt>
                <c:pt idx="1451">
                  <c:v>1</c:v>
                </c:pt>
                <c:pt idx="1452">
                  <c:v>1</c:v>
                </c:pt>
                <c:pt idx="1453">
                  <c:v>1</c:v>
                </c:pt>
                <c:pt idx="1454">
                  <c:v>1</c:v>
                </c:pt>
                <c:pt idx="1455">
                  <c:v>1</c:v>
                </c:pt>
                <c:pt idx="1456">
                  <c:v>1</c:v>
                </c:pt>
                <c:pt idx="1457">
                  <c:v>1</c:v>
                </c:pt>
                <c:pt idx="1458">
                  <c:v>1</c:v>
                </c:pt>
                <c:pt idx="1459">
                  <c:v>1</c:v>
                </c:pt>
                <c:pt idx="1460">
                  <c:v>1</c:v>
                </c:pt>
                <c:pt idx="1461">
                  <c:v>1</c:v>
                </c:pt>
                <c:pt idx="1462">
                  <c:v>1</c:v>
                </c:pt>
                <c:pt idx="1463">
                  <c:v>1</c:v>
                </c:pt>
                <c:pt idx="1464">
                  <c:v>1</c:v>
                </c:pt>
                <c:pt idx="1465">
                  <c:v>1</c:v>
                </c:pt>
                <c:pt idx="1466">
                  <c:v>1</c:v>
                </c:pt>
                <c:pt idx="1467">
                  <c:v>1</c:v>
                </c:pt>
                <c:pt idx="1468">
                  <c:v>1</c:v>
                </c:pt>
                <c:pt idx="1469">
                  <c:v>1</c:v>
                </c:pt>
                <c:pt idx="1470">
                  <c:v>1</c:v>
                </c:pt>
                <c:pt idx="1471">
                  <c:v>1</c:v>
                </c:pt>
                <c:pt idx="1472">
                  <c:v>1</c:v>
                </c:pt>
                <c:pt idx="1473">
                  <c:v>1</c:v>
                </c:pt>
                <c:pt idx="1474">
                  <c:v>1</c:v>
                </c:pt>
                <c:pt idx="1475">
                  <c:v>1</c:v>
                </c:pt>
                <c:pt idx="1476">
                  <c:v>1</c:v>
                </c:pt>
                <c:pt idx="1477">
                  <c:v>1</c:v>
                </c:pt>
                <c:pt idx="1478">
                  <c:v>1</c:v>
                </c:pt>
                <c:pt idx="1479">
                  <c:v>1</c:v>
                </c:pt>
                <c:pt idx="1480">
                  <c:v>1</c:v>
                </c:pt>
                <c:pt idx="1481">
                  <c:v>1</c:v>
                </c:pt>
                <c:pt idx="1482">
                  <c:v>1</c:v>
                </c:pt>
                <c:pt idx="1483">
                  <c:v>1</c:v>
                </c:pt>
                <c:pt idx="1484">
                  <c:v>1</c:v>
                </c:pt>
                <c:pt idx="1485">
                  <c:v>1</c:v>
                </c:pt>
                <c:pt idx="1486">
                  <c:v>1</c:v>
                </c:pt>
                <c:pt idx="1487">
                  <c:v>1</c:v>
                </c:pt>
                <c:pt idx="1488">
                  <c:v>1</c:v>
                </c:pt>
                <c:pt idx="1489">
                  <c:v>1</c:v>
                </c:pt>
                <c:pt idx="1490">
                  <c:v>1</c:v>
                </c:pt>
                <c:pt idx="1491">
                  <c:v>1</c:v>
                </c:pt>
                <c:pt idx="1492">
                  <c:v>1</c:v>
                </c:pt>
                <c:pt idx="1493">
                  <c:v>1</c:v>
                </c:pt>
                <c:pt idx="1494">
                  <c:v>1</c:v>
                </c:pt>
                <c:pt idx="1495">
                  <c:v>1</c:v>
                </c:pt>
                <c:pt idx="1496">
                  <c:v>1</c:v>
                </c:pt>
                <c:pt idx="1497">
                  <c:v>1</c:v>
                </c:pt>
                <c:pt idx="1498">
                  <c:v>1</c:v>
                </c:pt>
                <c:pt idx="1499">
                  <c:v>1</c:v>
                </c:pt>
                <c:pt idx="1500">
                  <c:v>1</c:v>
                </c:pt>
                <c:pt idx="1501">
                  <c:v>1</c:v>
                </c:pt>
                <c:pt idx="1502">
                  <c:v>1</c:v>
                </c:pt>
                <c:pt idx="1503">
                  <c:v>1</c:v>
                </c:pt>
                <c:pt idx="1504">
                  <c:v>1</c:v>
                </c:pt>
                <c:pt idx="1505">
                  <c:v>1</c:v>
                </c:pt>
                <c:pt idx="1506">
                  <c:v>1</c:v>
                </c:pt>
                <c:pt idx="1507">
                  <c:v>1</c:v>
                </c:pt>
                <c:pt idx="1508">
                  <c:v>1</c:v>
                </c:pt>
                <c:pt idx="1509">
                  <c:v>1</c:v>
                </c:pt>
                <c:pt idx="1510">
                  <c:v>1</c:v>
                </c:pt>
                <c:pt idx="1511">
                  <c:v>1</c:v>
                </c:pt>
                <c:pt idx="1512">
                  <c:v>1</c:v>
                </c:pt>
                <c:pt idx="1513">
                  <c:v>1</c:v>
                </c:pt>
                <c:pt idx="1514">
                  <c:v>1</c:v>
                </c:pt>
                <c:pt idx="1515">
                  <c:v>1</c:v>
                </c:pt>
                <c:pt idx="1516">
                  <c:v>1</c:v>
                </c:pt>
                <c:pt idx="1517">
                  <c:v>1</c:v>
                </c:pt>
                <c:pt idx="1518">
                  <c:v>1</c:v>
                </c:pt>
                <c:pt idx="1519">
                  <c:v>1</c:v>
                </c:pt>
                <c:pt idx="1520">
                  <c:v>1</c:v>
                </c:pt>
                <c:pt idx="1521">
                  <c:v>1</c:v>
                </c:pt>
                <c:pt idx="1522">
                  <c:v>1</c:v>
                </c:pt>
                <c:pt idx="1523">
                  <c:v>1</c:v>
                </c:pt>
                <c:pt idx="1524">
                  <c:v>1</c:v>
                </c:pt>
                <c:pt idx="1525">
                  <c:v>1</c:v>
                </c:pt>
                <c:pt idx="1526">
                  <c:v>1</c:v>
                </c:pt>
                <c:pt idx="1527">
                  <c:v>1</c:v>
                </c:pt>
                <c:pt idx="1528">
                  <c:v>1</c:v>
                </c:pt>
                <c:pt idx="1529">
                  <c:v>1</c:v>
                </c:pt>
                <c:pt idx="1530">
                  <c:v>1</c:v>
                </c:pt>
                <c:pt idx="1531">
                  <c:v>1</c:v>
                </c:pt>
                <c:pt idx="1532">
                  <c:v>1</c:v>
                </c:pt>
                <c:pt idx="1533">
                  <c:v>1</c:v>
                </c:pt>
                <c:pt idx="1534">
                  <c:v>1</c:v>
                </c:pt>
                <c:pt idx="1535">
                  <c:v>1</c:v>
                </c:pt>
                <c:pt idx="1536">
                  <c:v>1</c:v>
                </c:pt>
                <c:pt idx="1537">
                  <c:v>1</c:v>
                </c:pt>
                <c:pt idx="1538">
                  <c:v>1</c:v>
                </c:pt>
                <c:pt idx="1539">
                  <c:v>1</c:v>
                </c:pt>
                <c:pt idx="1540">
                  <c:v>1</c:v>
                </c:pt>
                <c:pt idx="1541">
                  <c:v>1</c:v>
                </c:pt>
                <c:pt idx="1542">
                  <c:v>1</c:v>
                </c:pt>
                <c:pt idx="1543">
                  <c:v>1</c:v>
                </c:pt>
                <c:pt idx="1544">
                  <c:v>1</c:v>
                </c:pt>
                <c:pt idx="1545">
                  <c:v>1</c:v>
                </c:pt>
                <c:pt idx="1546">
                  <c:v>1</c:v>
                </c:pt>
                <c:pt idx="1547">
                  <c:v>1</c:v>
                </c:pt>
                <c:pt idx="1548">
                  <c:v>1</c:v>
                </c:pt>
                <c:pt idx="1549">
                  <c:v>1</c:v>
                </c:pt>
                <c:pt idx="1550">
                  <c:v>1</c:v>
                </c:pt>
                <c:pt idx="1551">
                  <c:v>1</c:v>
                </c:pt>
                <c:pt idx="1552">
                  <c:v>1</c:v>
                </c:pt>
                <c:pt idx="1553">
                  <c:v>1</c:v>
                </c:pt>
                <c:pt idx="1554">
                  <c:v>1</c:v>
                </c:pt>
                <c:pt idx="1555">
                  <c:v>1</c:v>
                </c:pt>
                <c:pt idx="1556">
                  <c:v>1</c:v>
                </c:pt>
                <c:pt idx="1557">
                  <c:v>1</c:v>
                </c:pt>
                <c:pt idx="1558">
                  <c:v>1</c:v>
                </c:pt>
                <c:pt idx="1559">
                  <c:v>1</c:v>
                </c:pt>
                <c:pt idx="1560">
                  <c:v>1</c:v>
                </c:pt>
                <c:pt idx="1561">
                  <c:v>1</c:v>
                </c:pt>
                <c:pt idx="1562">
                  <c:v>1</c:v>
                </c:pt>
                <c:pt idx="1563">
                  <c:v>1</c:v>
                </c:pt>
                <c:pt idx="1564">
                  <c:v>1</c:v>
                </c:pt>
                <c:pt idx="1565">
                  <c:v>1</c:v>
                </c:pt>
                <c:pt idx="1566">
                  <c:v>1</c:v>
                </c:pt>
                <c:pt idx="1567">
                  <c:v>1</c:v>
                </c:pt>
                <c:pt idx="1568">
                  <c:v>1</c:v>
                </c:pt>
                <c:pt idx="1569">
                  <c:v>1</c:v>
                </c:pt>
                <c:pt idx="1570">
                  <c:v>1</c:v>
                </c:pt>
                <c:pt idx="1571">
                  <c:v>1</c:v>
                </c:pt>
                <c:pt idx="1572">
                  <c:v>1</c:v>
                </c:pt>
                <c:pt idx="1573">
                  <c:v>1</c:v>
                </c:pt>
                <c:pt idx="1574">
                  <c:v>1</c:v>
                </c:pt>
                <c:pt idx="1575">
                  <c:v>1</c:v>
                </c:pt>
                <c:pt idx="1576">
                  <c:v>1</c:v>
                </c:pt>
                <c:pt idx="1577">
                  <c:v>1</c:v>
                </c:pt>
                <c:pt idx="1578">
                  <c:v>1</c:v>
                </c:pt>
                <c:pt idx="1579">
                  <c:v>1</c:v>
                </c:pt>
                <c:pt idx="1580">
                  <c:v>1</c:v>
                </c:pt>
                <c:pt idx="1581">
                  <c:v>1</c:v>
                </c:pt>
                <c:pt idx="1582">
                  <c:v>1</c:v>
                </c:pt>
                <c:pt idx="1583">
                  <c:v>1</c:v>
                </c:pt>
                <c:pt idx="1584">
                  <c:v>1</c:v>
                </c:pt>
                <c:pt idx="1585">
                  <c:v>1</c:v>
                </c:pt>
                <c:pt idx="1586">
                  <c:v>1</c:v>
                </c:pt>
                <c:pt idx="1587">
                  <c:v>1</c:v>
                </c:pt>
                <c:pt idx="1588">
                  <c:v>1</c:v>
                </c:pt>
                <c:pt idx="1589">
                  <c:v>1</c:v>
                </c:pt>
                <c:pt idx="1590">
                  <c:v>1</c:v>
                </c:pt>
                <c:pt idx="1591">
                  <c:v>1</c:v>
                </c:pt>
                <c:pt idx="1592">
                  <c:v>1</c:v>
                </c:pt>
                <c:pt idx="1593">
                  <c:v>1</c:v>
                </c:pt>
                <c:pt idx="1594">
                  <c:v>1</c:v>
                </c:pt>
                <c:pt idx="1595">
                  <c:v>1</c:v>
                </c:pt>
                <c:pt idx="1596">
                  <c:v>1</c:v>
                </c:pt>
                <c:pt idx="1597">
                  <c:v>1</c:v>
                </c:pt>
                <c:pt idx="1598">
                  <c:v>1</c:v>
                </c:pt>
                <c:pt idx="1599">
                  <c:v>1</c:v>
                </c:pt>
                <c:pt idx="1600">
                  <c:v>1</c:v>
                </c:pt>
                <c:pt idx="1601">
                  <c:v>1</c:v>
                </c:pt>
                <c:pt idx="1602">
                  <c:v>1</c:v>
                </c:pt>
                <c:pt idx="1603">
                  <c:v>1</c:v>
                </c:pt>
                <c:pt idx="1604">
                  <c:v>1</c:v>
                </c:pt>
                <c:pt idx="1605">
                  <c:v>1</c:v>
                </c:pt>
                <c:pt idx="1606">
                  <c:v>1</c:v>
                </c:pt>
                <c:pt idx="1607">
                  <c:v>1</c:v>
                </c:pt>
                <c:pt idx="1608">
                  <c:v>1</c:v>
                </c:pt>
                <c:pt idx="1609">
                  <c:v>1</c:v>
                </c:pt>
                <c:pt idx="1610">
                  <c:v>1</c:v>
                </c:pt>
                <c:pt idx="1611">
                  <c:v>1</c:v>
                </c:pt>
                <c:pt idx="1612">
                  <c:v>1</c:v>
                </c:pt>
                <c:pt idx="1613">
                  <c:v>1</c:v>
                </c:pt>
                <c:pt idx="1614">
                  <c:v>1</c:v>
                </c:pt>
                <c:pt idx="1615">
                  <c:v>1</c:v>
                </c:pt>
                <c:pt idx="1616">
                  <c:v>1</c:v>
                </c:pt>
                <c:pt idx="1617">
                  <c:v>1</c:v>
                </c:pt>
                <c:pt idx="1618">
                  <c:v>1</c:v>
                </c:pt>
                <c:pt idx="1619">
                  <c:v>1</c:v>
                </c:pt>
                <c:pt idx="1620">
                  <c:v>1</c:v>
                </c:pt>
                <c:pt idx="1621">
                  <c:v>1</c:v>
                </c:pt>
                <c:pt idx="1622">
                  <c:v>1</c:v>
                </c:pt>
                <c:pt idx="1623">
                  <c:v>1</c:v>
                </c:pt>
                <c:pt idx="1624">
                  <c:v>1</c:v>
                </c:pt>
                <c:pt idx="1625">
                  <c:v>1</c:v>
                </c:pt>
                <c:pt idx="1626">
                  <c:v>1</c:v>
                </c:pt>
                <c:pt idx="1627">
                  <c:v>1</c:v>
                </c:pt>
                <c:pt idx="1628">
                  <c:v>1</c:v>
                </c:pt>
                <c:pt idx="1629">
                  <c:v>1</c:v>
                </c:pt>
                <c:pt idx="1630">
                  <c:v>1</c:v>
                </c:pt>
                <c:pt idx="1631">
                  <c:v>1</c:v>
                </c:pt>
                <c:pt idx="1632">
                  <c:v>1</c:v>
                </c:pt>
                <c:pt idx="1633">
                  <c:v>1</c:v>
                </c:pt>
                <c:pt idx="1634">
                  <c:v>1</c:v>
                </c:pt>
                <c:pt idx="1635">
                  <c:v>1</c:v>
                </c:pt>
                <c:pt idx="1636">
                  <c:v>1</c:v>
                </c:pt>
                <c:pt idx="1637">
                  <c:v>1</c:v>
                </c:pt>
                <c:pt idx="1638">
                  <c:v>1</c:v>
                </c:pt>
                <c:pt idx="1639">
                  <c:v>1</c:v>
                </c:pt>
                <c:pt idx="1640">
                  <c:v>1</c:v>
                </c:pt>
                <c:pt idx="1641">
                  <c:v>1</c:v>
                </c:pt>
                <c:pt idx="1642">
                  <c:v>1</c:v>
                </c:pt>
                <c:pt idx="1643">
                  <c:v>1</c:v>
                </c:pt>
                <c:pt idx="1644">
                  <c:v>1</c:v>
                </c:pt>
                <c:pt idx="1645">
                  <c:v>1</c:v>
                </c:pt>
                <c:pt idx="1646">
                  <c:v>1</c:v>
                </c:pt>
                <c:pt idx="1647">
                  <c:v>1</c:v>
                </c:pt>
                <c:pt idx="1648">
                  <c:v>1</c:v>
                </c:pt>
                <c:pt idx="1649">
                  <c:v>1</c:v>
                </c:pt>
                <c:pt idx="1650">
                  <c:v>1</c:v>
                </c:pt>
                <c:pt idx="1651">
                  <c:v>1</c:v>
                </c:pt>
                <c:pt idx="1652">
                  <c:v>1</c:v>
                </c:pt>
                <c:pt idx="1653">
                  <c:v>1</c:v>
                </c:pt>
                <c:pt idx="1654">
                  <c:v>1</c:v>
                </c:pt>
                <c:pt idx="1655">
                  <c:v>1</c:v>
                </c:pt>
                <c:pt idx="1656">
                  <c:v>1</c:v>
                </c:pt>
                <c:pt idx="1657">
                  <c:v>1</c:v>
                </c:pt>
                <c:pt idx="1658">
                  <c:v>1</c:v>
                </c:pt>
                <c:pt idx="1659">
                  <c:v>1</c:v>
                </c:pt>
                <c:pt idx="1660">
                  <c:v>1</c:v>
                </c:pt>
                <c:pt idx="1661">
                  <c:v>1</c:v>
                </c:pt>
                <c:pt idx="1662">
                  <c:v>1</c:v>
                </c:pt>
                <c:pt idx="1663">
                  <c:v>1</c:v>
                </c:pt>
                <c:pt idx="1664">
                  <c:v>1</c:v>
                </c:pt>
                <c:pt idx="1665">
                  <c:v>1</c:v>
                </c:pt>
                <c:pt idx="1666">
                  <c:v>1</c:v>
                </c:pt>
                <c:pt idx="1667">
                  <c:v>1</c:v>
                </c:pt>
                <c:pt idx="1668">
                  <c:v>1</c:v>
                </c:pt>
                <c:pt idx="1669">
                  <c:v>1</c:v>
                </c:pt>
                <c:pt idx="1670">
                  <c:v>1</c:v>
                </c:pt>
                <c:pt idx="1671">
                  <c:v>1</c:v>
                </c:pt>
                <c:pt idx="1672">
                  <c:v>1</c:v>
                </c:pt>
                <c:pt idx="1673">
                  <c:v>1</c:v>
                </c:pt>
                <c:pt idx="1674">
                  <c:v>1</c:v>
                </c:pt>
                <c:pt idx="1675">
                  <c:v>1</c:v>
                </c:pt>
                <c:pt idx="1676">
                  <c:v>1</c:v>
                </c:pt>
                <c:pt idx="1677">
                  <c:v>1</c:v>
                </c:pt>
                <c:pt idx="1678">
                  <c:v>1</c:v>
                </c:pt>
                <c:pt idx="1679">
                  <c:v>1</c:v>
                </c:pt>
                <c:pt idx="1680">
                  <c:v>1</c:v>
                </c:pt>
                <c:pt idx="1681">
                  <c:v>1</c:v>
                </c:pt>
                <c:pt idx="1682">
                  <c:v>1</c:v>
                </c:pt>
                <c:pt idx="1683">
                  <c:v>1</c:v>
                </c:pt>
                <c:pt idx="1684">
                  <c:v>1</c:v>
                </c:pt>
                <c:pt idx="1685">
                  <c:v>1</c:v>
                </c:pt>
                <c:pt idx="1686">
                  <c:v>1</c:v>
                </c:pt>
                <c:pt idx="1687">
                  <c:v>1</c:v>
                </c:pt>
                <c:pt idx="1688">
                  <c:v>1</c:v>
                </c:pt>
                <c:pt idx="1689">
                  <c:v>1</c:v>
                </c:pt>
                <c:pt idx="1690">
                  <c:v>1</c:v>
                </c:pt>
                <c:pt idx="1691">
                  <c:v>1</c:v>
                </c:pt>
                <c:pt idx="1692">
                  <c:v>1</c:v>
                </c:pt>
                <c:pt idx="1693">
                  <c:v>1</c:v>
                </c:pt>
                <c:pt idx="1694">
                  <c:v>1</c:v>
                </c:pt>
                <c:pt idx="1695">
                  <c:v>1</c:v>
                </c:pt>
                <c:pt idx="1696">
                  <c:v>1</c:v>
                </c:pt>
                <c:pt idx="1697">
                  <c:v>1</c:v>
                </c:pt>
                <c:pt idx="1698">
                  <c:v>1</c:v>
                </c:pt>
                <c:pt idx="1699">
                  <c:v>1</c:v>
                </c:pt>
                <c:pt idx="1700">
                  <c:v>1</c:v>
                </c:pt>
                <c:pt idx="1701">
                  <c:v>1</c:v>
                </c:pt>
                <c:pt idx="1702">
                  <c:v>1</c:v>
                </c:pt>
                <c:pt idx="1703">
                  <c:v>1</c:v>
                </c:pt>
                <c:pt idx="1704">
                  <c:v>1</c:v>
                </c:pt>
                <c:pt idx="1705">
                  <c:v>1</c:v>
                </c:pt>
                <c:pt idx="1706">
                  <c:v>1</c:v>
                </c:pt>
                <c:pt idx="1707">
                  <c:v>1</c:v>
                </c:pt>
                <c:pt idx="1708">
                  <c:v>1</c:v>
                </c:pt>
                <c:pt idx="1709">
                  <c:v>1</c:v>
                </c:pt>
                <c:pt idx="1710">
                  <c:v>1</c:v>
                </c:pt>
                <c:pt idx="1711">
                  <c:v>1</c:v>
                </c:pt>
                <c:pt idx="1712">
                  <c:v>1</c:v>
                </c:pt>
                <c:pt idx="1713">
                  <c:v>1</c:v>
                </c:pt>
                <c:pt idx="1714">
                  <c:v>1</c:v>
                </c:pt>
                <c:pt idx="1715">
                  <c:v>1</c:v>
                </c:pt>
                <c:pt idx="1716">
                  <c:v>1</c:v>
                </c:pt>
                <c:pt idx="1717">
                  <c:v>1</c:v>
                </c:pt>
                <c:pt idx="1718">
                  <c:v>1</c:v>
                </c:pt>
                <c:pt idx="1719">
                  <c:v>1</c:v>
                </c:pt>
                <c:pt idx="1720">
                  <c:v>1</c:v>
                </c:pt>
                <c:pt idx="1721">
                  <c:v>1</c:v>
                </c:pt>
                <c:pt idx="1722">
                  <c:v>1</c:v>
                </c:pt>
                <c:pt idx="1723">
                  <c:v>1</c:v>
                </c:pt>
                <c:pt idx="1724">
                  <c:v>1</c:v>
                </c:pt>
                <c:pt idx="1725">
                  <c:v>1</c:v>
                </c:pt>
                <c:pt idx="1726">
                  <c:v>1</c:v>
                </c:pt>
                <c:pt idx="1727">
                  <c:v>1</c:v>
                </c:pt>
                <c:pt idx="1728">
                  <c:v>1</c:v>
                </c:pt>
                <c:pt idx="1729">
                  <c:v>1</c:v>
                </c:pt>
                <c:pt idx="1730">
                  <c:v>1</c:v>
                </c:pt>
                <c:pt idx="1731">
                  <c:v>1</c:v>
                </c:pt>
                <c:pt idx="1732">
                  <c:v>1</c:v>
                </c:pt>
                <c:pt idx="1733">
                  <c:v>1</c:v>
                </c:pt>
                <c:pt idx="1734">
                  <c:v>1</c:v>
                </c:pt>
                <c:pt idx="1735">
                  <c:v>1</c:v>
                </c:pt>
                <c:pt idx="1736">
                  <c:v>1</c:v>
                </c:pt>
                <c:pt idx="1737">
                  <c:v>1</c:v>
                </c:pt>
                <c:pt idx="1738">
                  <c:v>1</c:v>
                </c:pt>
                <c:pt idx="1739">
                  <c:v>1</c:v>
                </c:pt>
                <c:pt idx="1740">
                  <c:v>1</c:v>
                </c:pt>
                <c:pt idx="1741">
                  <c:v>1</c:v>
                </c:pt>
                <c:pt idx="1742">
                  <c:v>1</c:v>
                </c:pt>
                <c:pt idx="1743">
                  <c:v>1</c:v>
                </c:pt>
                <c:pt idx="1744">
                  <c:v>1</c:v>
                </c:pt>
                <c:pt idx="1745">
                  <c:v>1</c:v>
                </c:pt>
                <c:pt idx="1746">
                  <c:v>1</c:v>
                </c:pt>
                <c:pt idx="1747">
                  <c:v>1</c:v>
                </c:pt>
                <c:pt idx="1748">
                  <c:v>1</c:v>
                </c:pt>
                <c:pt idx="1749">
                  <c:v>1</c:v>
                </c:pt>
                <c:pt idx="1750">
                  <c:v>1</c:v>
                </c:pt>
                <c:pt idx="1751">
                  <c:v>1</c:v>
                </c:pt>
                <c:pt idx="1752">
                  <c:v>1</c:v>
                </c:pt>
                <c:pt idx="1753">
                  <c:v>1</c:v>
                </c:pt>
                <c:pt idx="1754">
                  <c:v>1</c:v>
                </c:pt>
                <c:pt idx="1755">
                  <c:v>1</c:v>
                </c:pt>
                <c:pt idx="1756">
                  <c:v>1</c:v>
                </c:pt>
                <c:pt idx="1757">
                  <c:v>1</c:v>
                </c:pt>
                <c:pt idx="1758">
                  <c:v>1</c:v>
                </c:pt>
                <c:pt idx="1759">
                  <c:v>1</c:v>
                </c:pt>
                <c:pt idx="1760">
                  <c:v>1</c:v>
                </c:pt>
                <c:pt idx="1761">
                  <c:v>1</c:v>
                </c:pt>
                <c:pt idx="1762">
                  <c:v>1</c:v>
                </c:pt>
                <c:pt idx="1763">
                  <c:v>1</c:v>
                </c:pt>
                <c:pt idx="1764">
                  <c:v>1</c:v>
                </c:pt>
                <c:pt idx="1765">
                  <c:v>1</c:v>
                </c:pt>
                <c:pt idx="1766">
                  <c:v>1</c:v>
                </c:pt>
                <c:pt idx="1767">
                  <c:v>1</c:v>
                </c:pt>
                <c:pt idx="1768">
                  <c:v>1</c:v>
                </c:pt>
                <c:pt idx="1769">
                  <c:v>1</c:v>
                </c:pt>
                <c:pt idx="1770">
                  <c:v>1</c:v>
                </c:pt>
                <c:pt idx="1771">
                  <c:v>1</c:v>
                </c:pt>
                <c:pt idx="1772">
                  <c:v>1</c:v>
                </c:pt>
                <c:pt idx="1773">
                  <c:v>1</c:v>
                </c:pt>
                <c:pt idx="1774">
                  <c:v>1</c:v>
                </c:pt>
                <c:pt idx="1775">
                  <c:v>1</c:v>
                </c:pt>
                <c:pt idx="1776">
                  <c:v>1</c:v>
                </c:pt>
                <c:pt idx="1777">
                  <c:v>1</c:v>
                </c:pt>
                <c:pt idx="1778">
                  <c:v>1</c:v>
                </c:pt>
                <c:pt idx="1779">
                  <c:v>1</c:v>
                </c:pt>
                <c:pt idx="1780">
                  <c:v>1</c:v>
                </c:pt>
                <c:pt idx="1781">
                  <c:v>1</c:v>
                </c:pt>
                <c:pt idx="1782">
                  <c:v>1</c:v>
                </c:pt>
                <c:pt idx="1783">
                  <c:v>1</c:v>
                </c:pt>
                <c:pt idx="1784">
                  <c:v>1</c:v>
                </c:pt>
                <c:pt idx="1785">
                  <c:v>1</c:v>
                </c:pt>
                <c:pt idx="1786">
                  <c:v>1</c:v>
                </c:pt>
                <c:pt idx="1787">
                  <c:v>1</c:v>
                </c:pt>
                <c:pt idx="1788">
                  <c:v>1</c:v>
                </c:pt>
                <c:pt idx="1789">
                  <c:v>1</c:v>
                </c:pt>
                <c:pt idx="1790">
                  <c:v>1</c:v>
                </c:pt>
                <c:pt idx="1791">
                  <c:v>1</c:v>
                </c:pt>
                <c:pt idx="1792">
                  <c:v>1</c:v>
                </c:pt>
                <c:pt idx="1793">
                  <c:v>1</c:v>
                </c:pt>
                <c:pt idx="1794">
                  <c:v>1</c:v>
                </c:pt>
                <c:pt idx="1795">
                  <c:v>1</c:v>
                </c:pt>
                <c:pt idx="1796">
                  <c:v>1</c:v>
                </c:pt>
                <c:pt idx="1797">
                  <c:v>1</c:v>
                </c:pt>
                <c:pt idx="1798">
                  <c:v>1</c:v>
                </c:pt>
                <c:pt idx="1799">
                  <c:v>1</c:v>
                </c:pt>
                <c:pt idx="1800">
                  <c:v>1</c:v>
                </c:pt>
                <c:pt idx="1801">
                  <c:v>1</c:v>
                </c:pt>
                <c:pt idx="1802">
                  <c:v>1</c:v>
                </c:pt>
                <c:pt idx="1803">
                  <c:v>1</c:v>
                </c:pt>
                <c:pt idx="1804">
                  <c:v>1</c:v>
                </c:pt>
                <c:pt idx="1805">
                  <c:v>1</c:v>
                </c:pt>
                <c:pt idx="1806">
                  <c:v>1</c:v>
                </c:pt>
                <c:pt idx="1807">
                  <c:v>1</c:v>
                </c:pt>
                <c:pt idx="1808">
                  <c:v>1</c:v>
                </c:pt>
                <c:pt idx="1809">
                  <c:v>1</c:v>
                </c:pt>
                <c:pt idx="1810">
                  <c:v>1</c:v>
                </c:pt>
                <c:pt idx="1811">
                  <c:v>1</c:v>
                </c:pt>
                <c:pt idx="1812">
                  <c:v>1</c:v>
                </c:pt>
                <c:pt idx="1813">
                  <c:v>1</c:v>
                </c:pt>
                <c:pt idx="1814">
                  <c:v>1</c:v>
                </c:pt>
                <c:pt idx="1815">
                  <c:v>1</c:v>
                </c:pt>
                <c:pt idx="1816">
                  <c:v>1</c:v>
                </c:pt>
                <c:pt idx="1817">
                  <c:v>1</c:v>
                </c:pt>
                <c:pt idx="1818">
                  <c:v>1</c:v>
                </c:pt>
                <c:pt idx="1819">
                  <c:v>1</c:v>
                </c:pt>
                <c:pt idx="1820">
                  <c:v>1</c:v>
                </c:pt>
                <c:pt idx="1821">
                  <c:v>1</c:v>
                </c:pt>
                <c:pt idx="1822">
                  <c:v>1</c:v>
                </c:pt>
                <c:pt idx="1823">
                  <c:v>1</c:v>
                </c:pt>
                <c:pt idx="1824">
                  <c:v>1</c:v>
                </c:pt>
                <c:pt idx="1825">
                  <c:v>1</c:v>
                </c:pt>
                <c:pt idx="1826">
                  <c:v>1</c:v>
                </c:pt>
                <c:pt idx="1827">
                  <c:v>1</c:v>
                </c:pt>
                <c:pt idx="1828">
                  <c:v>1</c:v>
                </c:pt>
                <c:pt idx="1829">
                  <c:v>1</c:v>
                </c:pt>
                <c:pt idx="1830">
                  <c:v>1</c:v>
                </c:pt>
                <c:pt idx="1831">
                  <c:v>1</c:v>
                </c:pt>
                <c:pt idx="1832">
                  <c:v>1</c:v>
                </c:pt>
                <c:pt idx="1833">
                  <c:v>1</c:v>
                </c:pt>
                <c:pt idx="1834">
                  <c:v>1</c:v>
                </c:pt>
                <c:pt idx="1835">
                  <c:v>1</c:v>
                </c:pt>
                <c:pt idx="1836">
                  <c:v>1</c:v>
                </c:pt>
                <c:pt idx="1837">
                  <c:v>1</c:v>
                </c:pt>
                <c:pt idx="1838">
                  <c:v>1</c:v>
                </c:pt>
                <c:pt idx="1839">
                  <c:v>1</c:v>
                </c:pt>
                <c:pt idx="1840">
                  <c:v>1</c:v>
                </c:pt>
                <c:pt idx="1841">
                  <c:v>1</c:v>
                </c:pt>
                <c:pt idx="1842">
                  <c:v>1</c:v>
                </c:pt>
                <c:pt idx="1843">
                  <c:v>1</c:v>
                </c:pt>
                <c:pt idx="1844">
                  <c:v>1</c:v>
                </c:pt>
                <c:pt idx="1845">
                  <c:v>1</c:v>
                </c:pt>
                <c:pt idx="1846">
                  <c:v>1</c:v>
                </c:pt>
                <c:pt idx="1847">
                  <c:v>1</c:v>
                </c:pt>
                <c:pt idx="1848">
                  <c:v>1</c:v>
                </c:pt>
                <c:pt idx="1849">
                  <c:v>1</c:v>
                </c:pt>
                <c:pt idx="1850">
                  <c:v>1</c:v>
                </c:pt>
                <c:pt idx="1851">
                  <c:v>1</c:v>
                </c:pt>
                <c:pt idx="1852">
                  <c:v>1</c:v>
                </c:pt>
                <c:pt idx="1853">
                  <c:v>1</c:v>
                </c:pt>
                <c:pt idx="1854">
                  <c:v>1</c:v>
                </c:pt>
                <c:pt idx="1855">
                  <c:v>1</c:v>
                </c:pt>
                <c:pt idx="1856">
                  <c:v>1</c:v>
                </c:pt>
                <c:pt idx="1857">
                  <c:v>1</c:v>
                </c:pt>
                <c:pt idx="1858">
                  <c:v>1</c:v>
                </c:pt>
                <c:pt idx="1859">
                  <c:v>1</c:v>
                </c:pt>
                <c:pt idx="1860">
                  <c:v>1</c:v>
                </c:pt>
                <c:pt idx="1861">
                  <c:v>1</c:v>
                </c:pt>
                <c:pt idx="1862">
                  <c:v>1</c:v>
                </c:pt>
                <c:pt idx="1863">
                  <c:v>1</c:v>
                </c:pt>
                <c:pt idx="1864">
                  <c:v>1</c:v>
                </c:pt>
                <c:pt idx="1865">
                  <c:v>1</c:v>
                </c:pt>
                <c:pt idx="1866">
                  <c:v>1</c:v>
                </c:pt>
                <c:pt idx="1867">
                  <c:v>1</c:v>
                </c:pt>
                <c:pt idx="1868">
                  <c:v>1</c:v>
                </c:pt>
                <c:pt idx="1869">
                  <c:v>1</c:v>
                </c:pt>
                <c:pt idx="1870">
                  <c:v>1</c:v>
                </c:pt>
                <c:pt idx="1871">
                  <c:v>1</c:v>
                </c:pt>
                <c:pt idx="1872">
                  <c:v>1</c:v>
                </c:pt>
                <c:pt idx="1873">
                  <c:v>1</c:v>
                </c:pt>
                <c:pt idx="1874">
                  <c:v>1</c:v>
                </c:pt>
                <c:pt idx="1875">
                  <c:v>1</c:v>
                </c:pt>
                <c:pt idx="1876">
                  <c:v>1</c:v>
                </c:pt>
                <c:pt idx="1877">
                  <c:v>1</c:v>
                </c:pt>
                <c:pt idx="1878">
                  <c:v>1</c:v>
                </c:pt>
                <c:pt idx="1879">
                  <c:v>1</c:v>
                </c:pt>
                <c:pt idx="1880">
                  <c:v>1</c:v>
                </c:pt>
                <c:pt idx="1881">
                  <c:v>1</c:v>
                </c:pt>
                <c:pt idx="1882">
                  <c:v>1</c:v>
                </c:pt>
                <c:pt idx="1883">
                  <c:v>1</c:v>
                </c:pt>
                <c:pt idx="1884">
                  <c:v>1</c:v>
                </c:pt>
                <c:pt idx="1885">
                  <c:v>1</c:v>
                </c:pt>
                <c:pt idx="1886">
                  <c:v>1</c:v>
                </c:pt>
                <c:pt idx="1887">
                  <c:v>1</c:v>
                </c:pt>
                <c:pt idx="1888">
                  <c:v>1</c:v>
                </c:pt>
                <c:pt idx="1889">
                  <c:v>1</c:v>
                </c:pt>
                <c:pt idx="1890">
                  <c:v>1</c:v>
                </c:pt>
                <c:pt idx="1891">
                  <c:v>1</c:v>
                </c:pt>
                <c:pt idx="1892">
                  <c:v>1</c:v>
                </c:pt>
                <c:pt idx="1893">
                  <c:v>1</c:v>
                </c:pt>
                <c:pt idx="1894">
                  <c:v>1</c:v>
                </c:pt>
                <c:pt idx="1895">
                  <c:v>1</c:v>
                </c:pt>
                <c:pt idx="1896">
                  <c:v>1</c:v>
                </c:pt>
                <c:pt idx="1897">
                  <c:v>1</c:v>
                </c:pt>
                <c:pt idx="1898">
                  <c:v>1</c:v>
                </c:pt>
                <c:pt idx="1899">
                  <c:v>1</c:v>
                </c:pt>
                <c:pt idx="1900">
                  <c:v>1</c:v>
                </c:pt>
                <c:pt idx="1901">
                  <c:v>1</c:v>
                </c:pt>
                <c:pt idx="1902">
                  <c:v>1</c:v>
                </c:pt>
                <c:pt idx="1903">
                  <c:v>1</c:v>
                </c:pt>
                <c:pt idx="1904">
                  <c:v>1</c:v>
                </c:pt>
                <c:pt idx="1905">
                  <c:v>1</c:v>
                </c:pt>
                <c:pt idx="1906">
                  <c:v>1</c:v>
                </c:pt>
                <c:pt idx="1907">
                  <c:v>1</c:v>
                </c:pt>
                <c:pt idx="1908">
                  <c:v>1</c:v>
                </c:pt>
                <c:pt idx="1909">
                  <c:v>1</c:v>
                </c:pt>
                <c:pt idx="1910">
                  <c:v>1</c:v>
                </c:pt>
                <c:pt idx="1911">
                  <c:v>1</c:v>
                </c:pt>
                <c:pt idx="1912">
                  <c:v>1</c:v>
                </c:pt>
                <c:pt idx="1913">
                  <c:v>1</c:v>
                </c:pt>
                <c:pt idx="1914">
                  <c:v>1</c:v>
                </c:pt>
                <c:pt idx="1915">
                  <c:v>1</c:v>
                </c:pt>
                <c:pt idx="1916">
                  <c:v>1</c:v>
                </c:pt>
                <c:pt idx="1917">
                  <c:v>1</c:v>
                </c:pt>
                <c:pt idx="1918">
                  <c:v>1</c:v>
                </c:pt>
                <c:pt idx="1919">
                  <c:v>1</c:v>
                </c:pt>
                <c:pt idx="1920">
                  <c:v>1</c:v>
                </c:pt>
                <c:pt idx="1921">
                  <c:v>1</c:v>
                </c:pt>
                <c:pt idx="1922">
                  <c:v>1</c:v>
                </c:pt>
                <c:pt idx="1923">
                  <c:v>1</c:v>
                </c:pt>
                <c:pt idx="1924">
                  <c:v>1</c:v>
                </c:pt>
                <c:pt idx="1925">
                  <c:v>1</c:v>
                </c:pt>
                <c:pt idx="1926">
                  <c:v>1</c:v>
                </c:pt>
                <c:pt idx="1927">
                  <c:v>1</c:v>
                </c:pt>
                <c:pt idx="1928">
                  <c:v>1</c:v>
                </c:pt>
                <c:pt idx="1929">
                  <c:v>1</c:v>
                </c:pt>
                <c:pt idx="1930">
                  <c:v>1</c:v>
                </c:pt>
                <c:pt idx="1931">
                  <c:v>1</c:v>
                </c:pt>
                <c:pt idx="1932">
                  <c:v>1</c:v>
                </c:pt>
                <c:pt idx="1933">
                  <c:v>1</c:v>
                </c:pt>
                <c:pt idx="1934">
                  <c:v>1</c:v>
                </c:pt>
                <c:pt idx="1935">
                  <c:v>1</c:v>
                </c:pt>
                <c:pt idx="1936">
                  <c:v>1</c:v>
                </c:pt>
                <c:pt idx="1937">
                  <c:v>1</c:v>
                </c:pt>
                <c:pt idx="1938">
                  <c:v>1</c:v>
                </c:pt>
                <c:pt idx="1939">
                  <c:v>1</c:v>
                </c:pt>
                <c:pt idx="1940">
                  <c:v>1</c:v>
                </c:pt>
                <c:pt idx="1941">
                  <c:v>1</c:v>
                </c:pt>
                <c:pt idx="1942">
                  <c:v>1</c:v>
                </c:pt>
                <c:pt idx="1943">
                  <c:v>1</c:v>
                </c:pt>
                <c:pt idx="1944">
                  <c:v>1</c:v>
                </c:pt>
                <c:pt idx="1945">
                  <c:v>1</c:v>
                </c:pt>
                <c:pt idx="1946">
                  <c:v>1</c:v>
                </c:pt>
                <c:pt idx="1947">
                  <c:v>1</c:v>
                </c:pt>
                <c:pt idx="1948">
                  <c:v>1</c:v>
                </c:pt>
                <c:pt idx="1949">
                  <c:v>1</c:v>
                </c:pt>
                <c:pt idx="1950">
                  <c:v>1</c:v>
                </c:pt>
                <c:pt idx="1951">
                  <c:v>1</c:v>
                </c:pt>
                <c:pt idx="1952">
                  <c:v>1</c:v>
                </c:pt>
                <c:pt idx="1953">
                  <c:v>1</c:v>
                </c:pt>
                <c:pt idx="1954">
                  <c:v>1</c:v>
                </c:pt>
                <c:pt idx="1955">
                  <c:v>1</c:v>
                </c:pt>
                <c:pt idx="1956">
                  <c:v>1</c:v>
                </c:pt>
                <c:pt idx="1957">
                  <c:v>1</c:v>
                </c:pt>
                <c:pt idx="1958">
                  <c:v>1</c:v>
                </c:pt>
                <c:pt idx="1959">
                  <c:v>1</c:v>
                </c:pt>
                <c:pt idx="1960">
                  <c:v>1</c:v>
                </c:pt>
                <c:pt idx="1961">
                  <c:v>1</c:v>
                </c:pt>
                <c:pt idx="1962">
                  <c:v>1</c:v>
                </c:pt>
                <c:pt idx="1963">
                  <c:v>1</c:v>
                </c:pt>
                <c:pt idx="1964">
                  <c:v>1</c:v>
                </c:pt>
                <c:pt idx="1965">
                  <c:v>1</c:v>
                </c:pt>
                <c:pt idx="1966">
                  <c:v>1</c:v>
                </c:pt>
                <c:pt idx="1967">
                  <c:v>1</c:v>
                </c:pt>
                <c:pt idx="1968">
                  <c:v>1</c:v>
                </c:pt>
                <c:pt idx="1969">
                  <c:v>1</c:v>
                </c:pt>
                <c:pt idx="1970">
                  <c:v>1</c:v>
                </c:pt>
                <c:pt idx="1971">
                  <c:v>1</c:v>
                </c:pt>
                <c:pt idx="1972">
                  <c:v>1</c:v>
                </c:pt>
                <c:pt idx="1973">
                  <c:v>1</c:v>
                </c:pt>
                <c:pt idx="1974">
                  <c:v>1</c:v>
                </c:pt>
                <c:pt idx="1975">
                  <c:v>1</c:v>
                </c:pt>
                <c:pt idx="1976">
                  <c:v>1</c:v>
                </c:pt>
                <c:pt idx="1977">
                  <c:v>1</c:v>
                </c:pt>
                <c:pt idx="1978">
                  <c:v>1</c:v>
                </c:pt>
                <c:pt idx="1979">
                  <c:v>1</c:v>
                </c:pt>
                <c:pt idx="1980">
                  <c:v>1</c:v>
                </c:pt>
                <c:pt idx="1981">
                  <c:v>1</c:v>
                </c:pt>
                <c:pt idx="1982">
                  <c:v>1</c:v>
                </c:pt>
                <c:pt idx="1983">
                  <c:v>1</c:v>
                </c:pt>
                <c:pt idx="1984">
                  <c:v>1</c:v>
                </c:pt>
                <c:pt idx="1985">
                  <c:v>1</c:v>
                </c:pt>
                <c:pt idx="1986">
                  <c:v>1</c:v>
                </c:pt>
                <c:pt idx="1987">
                  <c:v>1</c:v>
                </c:pt>
                <c:pt idx="1988">
                  <c:v>1</c:v>
                </c:pt>
                <c:pt idx="1989">
                  <c:v>1</c:v>
                </c:pt>
                <c:pt idx="1990">
                  <c:v>1</c:v>
                </c:pt>
                <c:pt idx="1991">
                  <c:v>1</c:v>
                </c:pt>
                <c:pt idx="1992">
                  <c:v>1</c:v>
                </c:pt>
                <c:pt idx="1993">
                  <c:v>1</c:v>
                </c:pt>
                <c:pt idx="1994">
                  <c:v>1</c:v>
                </c:pt>
                <c:pt idx="1995">
                  <c:v>1</c:v>
                </c:pt>
                <c:pt idx="1996">
                  <c:v>1</c:v>
                </c:pt>
                <c:pt idx="1997">
                  <c:v>1</c:v>
                </c:pt>
                <c:pt idx="1998">
                  <c:v>1</c:v>
                </c:pt>
                <c:pt idx="1999">
                  <c:v>1</c:v>
                </c:pt>
                <c:pt idx="2000">
                  <c:v>1</c:v>
                </c:pt>
                <c:pt idx="2001">
                  <c:v>1</c:v>
                </c:pt>
                <c:pt idx="2002">
                  <c:v>1</c:v>
                </c:pt>
                <c:pt idx="2003">
                  <c:v>1</c:v>
                </c:pt>
                <c:pt idx="2004">
                  <c:v>1</c:v>
                </c:pt>
                <c:pt idx="2005">
                  <c:v>1</c:v>
                </c:pt>
                <c:pt idx="2006">
                  <c:v>1</c:v>
                </c:pt>
                <c:pt idx="2007">
                  <c:v>1</c:v>
                </c:pt>
                <c:pt idx="2008">
                  <c:v>1</c:v>
                </c:pt>
                <c:pt idx="2009">
                  <c:v>1</c:v>
                </c:pt>
                <c:pt idx="2010">
                  <c:v>1</c:v>
                </c:pt>
                <c:pt idx="2011">
                  <c:v>1</c:v>
                </c:pt>
                <c:pt idx="2012">
                  <c:v>1</c:v>
                </c:pt>
                <c:pt idx="2013">
                  <c:v>1</c:v>
                </c:pt>
                <c:pt idx="2014">
                  <c:v>1</c:v>
                </c:pt>
                <c:pt idx="2015">
                  <c:v>1</c:v>
                </c:pt>
                <c:pt idx="2016">
                  <c:v>1</c:v>
                </c:pt>
                <c:pt idx="2017">
                  <c:v>1</c:v>
                </c:pt>
                <c:pt idx="2018">
                  <c:v>1</c:v>
                </c:pt>
                <c:pt idx="2019">
                  <c:v>1</c:v>
                </c:pt>
                <c:pt idx="2020">
                  <c:v>1</c:v>
                </c:pt>
                <c:pt idx="2021">
                  <c:v>1</c:v>
                </c:pt>
                <c:pt idx="2022">
                  <c:v>1</c:v>
                </c:pt>
                <c:pt idx="2023">
                  <c:v>1</c:v>
                </c:pt>
                <c:pt idx="2024">
                  <c:v>1</c:v>
                </c:pt>
                <c:pt idx="2025">
                  <c:v>1</c:v>
                </c:pt>
                <c:pt idx="2026">
                  <c:v>1</c:v>
                </c:pt>
                <c:pt idx="2027">
                  <c:v>1</c:v>
                </c:pt>
                <c:pt idx="2028">
                  <c:v>1</c:v>
                </c:pt>
                <c:pt idx="2029">
                  <c:v>1</c:v>
                </c:pt>
                <c:pt idx="2030">
                  <c:v>1</c:v>
                </c:pt>
                <c:pt idx="2031">
                  <c:v>1</c:v>
                </c:pt>
                <c:pt idx="2032">
                  <c:v>1</c:v>
                </c:pt>
                <c:pt idx="2033">
                  <c:v>1</c:v>
                </c:pt>
                <c:pt idx="2034">
                  <c:v>1</c:v>
                </c:pt>
                <c:pt idx="2035">
                  <c:v>1</c:v>
                </c:pt>
                <c:pt idx="2036">
                  <c:v>1</c:v>
                </c:pt>
                <c:pt idx="2037">
                  <c:v>1</c:v>
                </c:pt>
                <c:pt idx="2038">
                  <c:v>1</c:v>
                </c:pt>
                <c:pt idx="2039">
                  <c:v>1</c:v>
                </c:pt>
                <c:pt idx="2040">
                  <c:v>1</c:v>
                </c:pt>
                <c:pt idx="2041">
                  <c:v>1</c:v>
                </c:pt>
                <c:pt idx="2042">
                  <c:v>1</c:v>
                </c:pt>
                <c:pt idx="2043">
                  <c:v>1</c:v>
                </c:pt>
                <c:pt idx="2044">
                  <c:v>1</c:v>
                </c:pt>
                <c:pt idx="2045">
                  <c:v>1</c:v>
                </c:pt>
                <c:pt idx="2046">
                  <c:v>1</c:v>
                </c:pt>
                <c:pt idx="2047">
                  <c:v>1</c:v>
                </c:pt>
                <c:pt idx="2048">
                  <c:v>1</c:v>
                </c:pt>
                <c:pt idx="2049">
                  <c:v>1</c:v>
                </c:pt>
                <c:pt idx="2050">
                  <c:v>1</c:v>
                </c:pt>
                <c:pt idx="2051">
                  <c:v>1</c:v>
                </c:pt>
                <c:pt idx="2052">
                  <c:v>1</c:v>
                </c:pt>
                <c:pt idx="2053">
                  <c:v>1</c:v>
                </c:pt>
                <c:pt idx="2054">
                  <c:v>1</c:v>
                </c:pt>
                <c:pt idx="2055">
                  <c:v>1</c:v>
                </c:pt>
                <c:pt idx="2056">
                  <c:v>1</c:v>
                </c:pt>
                <c:pt idx="2057">
                  <c:v>1</c:v>
                </c:pt>
                <c:pt idx="2058">
                  <c:v>1</c:v>
                </c:pt>
                <c:pt idx="2059">
                  <c:v>1</c:v>
                </c:pt>
                <c:pt idx="2060">
                  <c:v>1</c:v>
                </c:pt>
                <c:pt idx="2061">
                  <c:v>1</c:v>
                </c:pt>
                <c:pt idx="2062">
                  <c:v>1</c:v>
                </c:pt>
                <c:pt idx="2063">
                  <c:v>1</c:v>
                </c:pt>
                <c:pt idx="2064">
                  <c:v>1</c:v>
                </c:pt>
                <c:pt idx="2065">
                  <c:v>1</c:v>
                </c:pt>
                <c:pt idx="2066">
                  <c:v>1</c:v>
                </c:pt>
                <c:pt idx="2067">
                  <c:v>1</c:v>
                </c:pt>
                <c:pt idx="2068">
                  <c:v>1</c:v>
                </c:pt>
                <c:pt idx="2069">
                  <c:v>1</c:v>
                </c:pt>
                <c:pt idx="2070">
                  <c:v>1</c:v>
                </c:pt>
                <c:pt idx="2071">
                  <c:v>1</c:v>
                </c:pt>
                <c:pt idx="2072">
                  <c:v>1</c:v>
                </c:pt>
                <c:pt idx="2073">
                  <c:v>1</c:v>
                </c:pt>
                <c:pt idx="2074">
                  <c:v>1</c:v>
                </c:pt>
                <c:pt idx="2075">
                  <c:v>1</c:v>
                </c:pt>
                <c:pt idx="2076">
                  <c:v>1</c:v>
                </c:pt>
                <c:pt idx="2077">
                  <c:v>1</c:v>
                </c:pt>
                <c:pt idx="2078">
                  <c:v>1</c:v>
                </c:pt>
                <c:pt idx="2079">
                  <c:v>1</c:v>
                </c:pt>
                <c:pt idx="2080">
                  <c:v>1</c:v>
                </c:pt>
                <c:pt idx="2081">
                  <c:v>1</c:v>
                </c:pt>
                <c:pt idx="2082">
                  <c:v>1</c:v>
                </c:pt>
                <c:pt idx="2083">
                  <c:v>1</c:v>
                </c:pt>
                <c:pt idx="2084">
                  <c:v>1</c:v>
                </c:pt>
                <c:pt idx="2085">
                  <c:v>1</c:v>
                </c:pt>
                <c:pt idx="2086">
                  <c:v>1</c:v>
                </c:pt>
                <c:pt idx="2087">
                  <c:v>1</c:v>
                </c:pt>
                <c:pt idx="2088">
                  <c:v>1</c:v>
                </c:pt>
                <c:pt idx="2089">
                  <c:v>1</c:v>
                </c:pt>
                <c:pt idx="2090">
                  <c:v>1</c:v>
                </c:pt>
                <c:pt idx="2091">
                  <c:v>1</c:v>
                </c:pt>
                <c:pt idx="2092">
                  <c:v>1</c:v>
                </c:pt>
                <c:pt idx="2093">
                  <c:v>1</c:v>
                </c:pt>
                <c:pt idx="2094">
                  <c:v>1</c:v>
                </c:pt>
                <c:pt idx="2095">
                  <c:v>1</c:v>
                </c:pt>
                <c:pt idx="2096">
                  <c:v>1</c:v>
                </c:pt>
                <c:pt idx="2097">
                  <c:v>1</c:v>
                </c:pt>
                <c:pt idx="2098">
                  <c:v>1</c:v>
                </c:pt>
                <c:pt idx="2099">
                  <c:v>1</c:v>
                </c:pt>
                <c:pt idx="2100">
                  <c:v>1</c:v>
                </c:pt>
                <c:pt idx="2101">
                  <c:v>1</c:v>
                </c:pt>
                <c:pt idx="2102">
                  <c:v>1</c:v>
                </c:pt>
                <c:pt idx="2103">
                  <c:v>1</c:v>
                </c:pt>
                <c:pt idx="2104">
                  <c:v>1</c:v>
                </c:pt>
                <c:pt idx="2105">
                  <c:v>1</c:v>
                </c:pt>
                <c:pt idx="2106">
                  <c:v>1</c:v>
                </c:pt>
                <c:pt idx="2107">
                  <c:v>1</c:v>
                </c:pt>
                <c:pt idx="2108">
                  <c:v>1</c:v>
                </c:pt>
                <c:pt idx="2109">
                  <c:v>1</c:v>
                </c:pt>
                <c:pt idx="2110">
                  <c:v>1</c:v>
                </c:pt>
                <c:pt idx="2111">
                  <c:v>1</c:v>
                </c:pt>
                <c:pt idx="2112">
                  <c:v>1</c:v>
                </c:pt>
                <c:pt idx="2113">
                  <c:v>1</c:v>
                </c:pt>
                <c:pt idx="2114">
                  <c:v>1</c:v>
                </c:pt>
                <c:pt idx="2115">
                  <c:v>1</c:v>
                </c:pt>
                <c:pt idx="2116">
                  <c:v>1</c:v>
                </c:pt>
                <c:pt idx="2117">
                  <c:v>1</c:v>
                </c:pt>
                <c:pt idx="2118">
                  <c:v>1</c:v>
                </c:pt>
                <c:pt idx="2119">
                  <c:v>1</c:v>
                </c:pt>
                <c:pt idx="2120">
                  <c:v>1</c:v>
                </c:pt>
                <c:pt idx="2121">
                  <c:v>1</c:v>
                </c:pt>
                <c:pt idx="2122">
                  <c:v>1</c:v>
                </c:pt>
                <c:pt idx="2123">
                  <c:v>1</c:v>
                </c:pt>
                <c:pt idx="2124">
                  <c:v>1</c:v>
                </c:pt>
                <c:pt idx="2125">
                  <c:v>1</c:v>
                </c:pt>
                <c:pt idx="2126">
                  <c:v>1</c:v>
                </c:pt>
                <c:pt idx="2127">
                  <c:v>1</c:v>
                </c:pt>
                <c:pt idx="2128">
                  <c:v>1</c:v>
                </c:pt>
                <c:pt idx="2129">
                  <c:v>1</c:v>
                </c:pt>
                <c:pt idx="2130">
                  <c:v>1</c:v>
                </c:pt>
                <c:pt idx="2131">
                  <c:v>1</c:v>
                </c:pt>
                <c:pt idx="2132">
                  <c:v>1</c:v>
                </c:pt>
                <c:pt idx="2133">
                  <c:v>1</c:v>
                </c:pt>
                <c:pt idx="2134">
                  <c:v>1</c:v>
                </c:pt>
                <c:pt idx="2135">
                  <c:v>1</c:v>
                </c:pt>
                <c:pt idx="2136">
                  <c:v>1</c:v>
                </c:pt>
                <c:pt idx="2137">
                  <c:v>1</c:v>
                </c:pt>
                <c:pt idx="2138">
                  <c:v>1</c:v>
                </c:pt>
                <c:pt idx="2139">
                  <c:v>1</c:v>
                </c:pt>
                <c:pt idx="2140">
                  <c:v>1</c:v>
                </c:pt>
                <c:pt idx="2141">
                  <c:v>1</c:v>
                </c:pt>
                <c:pt idx="2142">
                  <c:v>1</c:v>
                </c:pt>
                <c:pt idx="2143">
                  <c:v>1</c:v>
                </c:pt>
                <c:pt idx="2144">
                  <c:v>1</c:v>
                </c:pt>
                <c:pt idx="2145">
                  <c:v>1</c:v>
                </c:pt>
                <c:pt idx="2146">
                  <c:v>1</c:v>
                </c:pt>
                <c:pt idx="2147">
                  <c:v>1</c:v>
                </c:pt>
                <c:pt idx="2148">
                  <c:v>1</c:v>
                </c:pt>
                <c:pt idx="2149">
                  <c:v>1</c:v>
                </c:pt>
                <c:pt idx="2150">
                  <c:v>1</c:v>
                </c:pt>
                <c:pt idx="2151">
                  <c:v>1</c:v>
                </c:pt>
                <c:pt idx="2152">
                  <c:v>1</c:v>
                </c:pt>
                <c:pt idx="2153">
                  <c:v>1</c:v>
                </c:pt>
                <c:pt idx="2154">
                  <c:v>1</c:v>
                </c:pt>
                <c:pt idx="2155">
                  <c:v>1</c:v>
                </c:pt>
                <c:pt idx="2156">
                  <c:v>1</c:v>
                </c:pt>
                <c:pt idx="2157">
                  <c:v>1</c:v>
                </c:pt>
                <c:pt idx="2158">
                  <c:v>1</c:v>
                </c:pt>
                <c:pt idx="2159">
                  <c:v>1</c:v>
                </c:pt>
                <c:pt idx="2160">
                  <c:v>1</c:v>
                </c:pt>
                <c:pt idx="2161">
                  <c:v>1</c:v>
                </c:pt>
                <c:pt idx="2162">
                  <c:v>1</c:v>
                </c:pt>
                <c:pt idx="2163">
                  <c:v>1</c:v>
                </c:pt>
                <c:pt idx="2164">
                  <c:v>1</c:v>
                </c:pt>
                <c:pt idx="2165">
                  <c:v>1</c:v>
                </c:pt>
                <c:pt idx="2166">
                  <c:v>1</c:v>
                </c:pt>
                <c:pt idx="2167">
                  <c:v>1</c:v>
                </c:pt>
                <c:pt idx="2168">
                  <c:v>1</c:v>
                </c:pt>
                <c:pt idx="2169">
                  <c:v>1</c:v>
                </c:pt>
                <c:pt idx="2170">
                  <c:v>1</c:v>
                </c:pt>
                <c:pt idx="2171">
                  <c:v>1</c:v>
                </c:pt>
                <c:pt idx="2172">
                  <c:v>1</c:v>
                </c:pt>
                <c:pt idx="2173">
                  <c:v>1</c:v>
                </c:pt>
                <c:pt idx="2174">
                  <c:v>1</c:v>
                </c:pt>
                <c:pt idx="2175">
                  <c:v>1</c:v>
                </c:pt>
                <c:pt idx="2176">
                  <c:v>1</c:v>
                </c:pt>
                <c:pt idx="2177">
                  <c:v>1</c:v>
                </c:pt>
                <c:pt idx="2178">
                  <c:v>1</c:v>
                </c:pt>
                <c:pt idx="2179">
                  <c:v>1</c:v>
                </c:pt>
                <c:pt idx="2180">
                  <c:v>1</c:v>
                </c:pt>
                <c:pt idx="2181">
                  <c:v>1</c:v>
                </c:pt>
                <c:pt idx="2182">
                  <c:v>1</c:v>
                </c:pt>
                <c:pt idx="2183">
                  <c:v>1</c:v>
                </c:pt>
                <c:pt idx="2184">
                  <c:v>1</c:v>
                </c:pt>
                <c:pt idx="2185">
                  <c:v>1</c:v>
                </c:pt>
                <c:pt idx="2186">
                  <c:v>1</c:v>
                </c:pt>
                <c:pt idx="2187">
                  <c:v>1</c:v>
                </c:pt>
                <c:pt idx="2188">
                  <c:v>1</c:v>
                </c:pt>
                <c:pt idx="2189">
                  <c:v>1</c:v>
                </c:pt>
                <c:pt idx="2190">
                  <c:v>1</c:v>
                </c:pt>
                <c:pt idx="2191">
                  <c:v>1</c:v>
                </c:pt>
                <c:pt idx="2192">
                  <c:v>1</c:v>
                </c:pt>
                <c:pt idx="2193">
                  <c:v>1</c:v>
                </c:pt>
                <c:pt idx="2194">
                  <c:v>1</c:v>
                </c:pt>
                <c:pt idx="2195">
                  <c:v>1</c:v>
                </c:pt>
                <c:pt idx="2196">
                  <c:v>1</c:v>
                </c:pt>
                <c:pt idx="2197">
                  <c:v>1</c:v>
                </c:pt>
                <c:pt idx="2198">
                  <c:v>1</c:v>
                </c:pt>
                <c:pt idx="2199">
                  <c:v>1</c:v>
                </c:pt>
                <c:pt idx="2200">
                  <c:v>1</c:v>
                </c:pt>
                <c:pt idx="2201">
                  <c:v>1</c:v>
                </c:pt>
                <c:pt idx="2202">
                  <c:v>1</c:v>
                </c:pt>
                <c:pt idx="2203">
                  <c:v>1</c:v>
                </c:pt>
                <c:pt idx="2204">
                  <c:v>1</c:v>
                </c:pt>
                <c:pt idx="2205">
                  <c:v>1</c:v>
                </c:pt>
                <c:pt idx="2206">
                  <c:v>1</c:v>
                </c:pt>
                <c:pt idx="2207">
                  <c:v>1</c:v>
                </c:pt>
                <c:pt idx="2208">
                  <c:v>1</c:v>
                </c:pt>
                <c:pt idx="2209">
                  <c:v>1</c:v>
                </c:pt>
                <c:pt idx="2210">
                  <c:v>1</c:v>
                </c:pt>
                <c:pt idx="2211">
                  <c:v>1</c:v>
                </c:pt>
                <c:pt idx="2212">
                  <c:v>1</c:v>
                </c:pt>
                <c:pt idx="2213">
                  <c:v>1</c:v>
                </c:pt>
                <c:pt idx="2214">
                  <c:v>1</c:v>
                </c:pt>
                <c:pt idx="2215">
                  <c:v>1</c:v>
                </c:pt>
                <c:pt idx="2216">
                  <c:v>1</c:v>
                </c:pt>
                <c:pt idx="2217">
                  <c:v>1</c:v>
                </c:pt>
                <c:pt idx="2218">
                  <c:v>1</c:v>
                </c:pt>
                <c:pt idx="2219">
                  <c:v>1</c:v>
                </c:pt>
                <c:pt idx="2220">
                  <c:v>1</c:v>
                </c:pt>
                <c:pt idx="2221">
                  <c:v>1</c:v>
                </c:pt>
                <c:pt idx="2222">
                  <c:v>1</c:v>
                </c:pt>
                <c:pt idx="2223">
                  <c:v>1</c:v>
                </c:pt>
                <c:pt idx="2224">
                  <c:v>1</c:v>
                </c:pt>
                <c:pt idx="2225">
                  <c:v>1</c:v>
                </c:pt>
                <c:pt idx="2226">
                  <c:v>1</c:v>
                </c:pt>
                <c:pt idx="2227">
                  <c:v>1</c:v>
                </c:pt>
                <c:pt idx="2228">
                  <c:v>1</c:v>
                </c:pt>
                <c:pt idx="2229">
                  <c:v>1</c:v>
                </c:pt>
                <c:pt idx="2230">
                  <c:v>1</c:v>
                </c:pt>
                <c:pt idx="2231">
                  <c:v>1</c:v>
                </c:pt>
                <c:pt idx="2232">
                  <c:v>1</c:v>
                </c:pt>
                <c:pt idx="2233">
                  <c:v>1</c:v>
                </c:pt>
                <c:pt idx="2234">
                  <c:v>1</c:v>
                </c:pt>
                <c:pt idx="2235">
                  <c:v>1</c:v>
                </c:pt>
                <c:pt idx="2236">
                  <c:v>1</c:v>
                </c:pt>
                <c:pt idx="2237">
                  <c:v>1</c:v>
                </c:pt>
                <c:pt idx="2238">
                  <c:v>1</c:v>
                </c:pt>
                <c:pt idx="2239">
                  <c:v>1</c:v>
                </c:pt>
                <c:pt idx="2240">
                  <c:v>1</c:v>
                </c:pt>
                <c:pt idx="2241">
                  <c:v>1</c:v>
                </c:pt>
                <c:pt idx="2242">
                  <c:v>1</c:v>
                </c:pt>
                <c:pt idx="2243">
                  <c:v>1</c:v>
                </c:pt>
                <c:pt idx="2244">
                  <c:v>1</c:v>
                </c:pt>
                <c:pt idx="2245">
                  <c:v>1</c:v>
                </c:pt>
                <c:pt idx="2246">
                  <c:v>1</c:v>
                </c:pt>
                <c:pt idx="2247">
                  <c:v>1</c:v>
                </c:pt>
                <c:pt idx="2248">
                  <c:v>1</c:v>
                </c:pt>
                <c:pt idx="2249">
                  <c:v>1</c:v>
                </c:pt>
                <c:pt idx="2250">
                  <c:v>1</c:v>
                </c:pt>
                <c:pt idx="2251">
                  <c:v>1</c:v>
                </c:pt>
                <c:pt idx="2252">
                  <c:v>1</c:v>
                </c:pt>
                <c:pt idx="2253">
                  <c:v>1</c:v>
                </c:pt>
                <c:pt idx="2254">
                  <c:v>1</c:v>
                </c:pt>
                <c:pt idx="2255">
                  <c:v>1</c:v>
                </c:pt>
                <c:pt idx="2256">
                  <c:v>1</c:v>
                </c:pt>
                <c:pt idx="2257">
                  <c:v>1</c:v>
                </c:pt>
                <c:pt idx="2258">
                  <c:v>1</c:v>
                </c:pt>
                <c:pt idx="2259">
                  <c:v>1</c:v>
                </c:pt>
                <c:pt idx="2260">
                  <c:v>1</c:v>
                </c:pt>
                <c:pt idx="2261">
                  <c:v>1</c:v>
                </c:pt>
                <c:pt idx="2262">
                  <c:v>1</c:v>
                </c:pt>
                <c:pt idx="2263">
                  <c:v>1</c:v>
                </c:pt>
                <c:pt idx="2264">
                  <c:v>1</c:v>
                </c:pt>
                <c:pt idx="2265">
                  <c:v>1</c:v>
                </c:pt>
                <c:pt idx="2266">
                  <c:v>1</c:v>
                </c:pt>
                <c:pt idx="2267">
                  <c:v>1</c:v>
                </c:pt>
                <c:pt idx="2268">
                  <c:v>1</c:v>
                </c:pt>
                <c:pt idx="2269">
                  <c:v>1</c:v>
                </c:pt>
                <c:pt idx="2270">
                  <c:v>1</c:v>
                </c:pt>
                <c:pt idx="2271">
                  <c:v>1</c:v>
                </c:pt>
                <c:pt idx="2272">
                  <c:v>1</c:v>
                </c:pt>
                <c:pt idx="2273">
                  <c:v>1</c:v>
                </c:pt>
                <c:pt idx="2274">
                  <c:v>1</c:v>
                </c:pt>
                <c:pt idx="2275">
                  <c:v>1</c:v>
                </c:pt>
                <c:pt idx="2276">
                  <c:v>1</c:v>
                </c:pt>
                <c:pt idx="2277">
                  <c:v>1</c:v>
                </c:pt>
                <c:pt idx="2278">
                  <c:v>1</c:v>
                </c:pt>
                <c:pt idx="2279">
                  <c:v>1</c:v>
                </c:pt>
                <c:pt idx="2280">
                  <c:v>1</c:v>
                </c:pt>
                <c:pt idx="2281">
                  <c:v>1</c:v>
                </c:pt>
                <c:pt idx="2282">
                  <c:v>1</c:v>
                </c:pt>
                <c:pt idx="2283">
                  <c:v>1</c:v>
                </c:pt>
                <c:pt idx="2284">
                  <c:v>1</c:v>
                </c:pt>
                <c:pt idx="2285">
                  <c:v>1</c:v>
                </c:pt>
                <c:pt idx="2286">
                  <c:v>1</c:v>
                </c:pt>
                <c:pt idx="2287">
                  <c:v>1</c:v>
                </c:pt>
                <c:pt idx="2288">
                  <c:v>1</c:v>
                </c:pt>
                <c:pt idx="2289">
                  <c:v>1</c:v>
                </c:pt>
                <c:pt idx="2290">
                  <c:v>1</c:v>
                </c:pt>
                <c:pt idx="2291">
                  <c:v>1</c:v>
                </c:pt>
                <c:pt idx="2292">
                  <c:v>1</c:v>
                </c:pt>
                <c:pt idx="2293">
                  <c:v>1</c:v>
                </c:pt>
                <c:pt idx="2294">
                  <c:v>1</c:v>
                </c:pt>
                <c:pt idx="2295">
                  <c:v>1</c:v>
                </c:pt>
                <c:pt idx="2296">
                  <c:v>1</c:v>
                </c:pt>
                <c:pt idx="2297">
                  <c:v>1</c:v>
                </c:pt>
                <c:pt idx="2298">
                  <c:v>1</c:v>
                </c:pt>
                <c:pt idx="2299">
                  <c:v>1</c:v>
                </c:pt>
                <c:pt idx="2300">
                  <c:v>1</c:v>
                </c:pt>
                <c:pt idx="2301">
                  <c:v>1</c:v>
                </c:pt>
                <c:pt idx="2302">
                  <c:v>1</c:v>
                </c:pt>
                <c:pt idx="2303">
                  <c:v>1</c:v>
                </c:pt>
                <c:pt idx="2304">
                  <c:v>1</c:v>
                </c:pt>
                <c:pt idx="2305">
                  <c:v>1</c:v>
                </c:pt>
                <c:pt idx="2306">
                  <c:v>1</c:v>
                </c:pt>
                <c:pt idx="2307">
                  <c:v>1</c:v>
                </c:pt>
                <c:pt idx="2308">
                  <c:v>1</c:v>
                </c:pt>
                <c:pt idx="2309">
                  <c:v>1</c:v>
                </c:pt>
                <c:pt idx="2310">
                  <c:v>1</c:v>
                </c:pt>
                <c:pt idx="2311">
                  <c:v>1</c:v>
                </c:pt>
                <c:pt idx="2312">
                  <c:v>1</c:v>
                </c:pt>
                <c:pt idx="2313">
                  <c:v>1</c:v>
                </c:pt>
                <c:pt idx="2314">
                  <c:v>1</c:v>
                </c:pt>
                <c:pt idx="2315">
                  <c:v>1</c:v>
                </c:pt>
                <c:pt idx="2316">
                  <c:v>1</c:v>
                </c:pt>
                <c:pt idx="2317">
                  <c:v>1</c:v>
                </c:pt>
                <c:pt idx="2318">
                  <c:v>1</c:v>
                </c:pt>
                <c:pt idx="2319">
                  <c:v>1</c:v>
                </c:pt>
                <c:pt idx="2320">
                  <c:v>1</c:v>
                </c:pt>
                <c:pt idx="2321">
                  <c:v>1</c:v>
                </c:pt>
                <c:pt idx="2322">
                  <c:v>1</c:v>
                </c:pt>
                <c:pt idx="2323">
                  <c:v>1</c:v>
                </c:pt>
                <c:pt idx="2324">
                  <c:v>1</c:v>
                </c:pt>
                <c:pt idx="2325">
                  <c:v>1</c:v>
                </c:pt>
                <c:pt idx="2326">
                  <c:v>1</c:v>
                </c:pt>
                <c:pt idx="2327">
                  <c:v>1</c:v>
                </c:pt>
                <c:pt idx="2328">
                  <c:v>1</c:v>
                </c:pt>
                <c:pt idx="2329">
                  <c:v>1</c:v>
                </c:pt>
                <c:pt idx="2330">
                  <c:v>1</c:v>
                </c:pt>
                <c:pt idx="2331">
                  <c:v>1</c:v>
                </c:pt>
                <c:pt idx="2332">
                  <c:v>1</c:v>
                </c:pt>
                <c:pt idx="2333">
                  <c:v>1</c:v>
                </c:pt>
                <c:pt idx="2334">
                  <c:v>1</c:v>
                </c:pt>
                <c:pt idx="2335">
                  <c:v>1</c:v>
                </c:pt>
                <c:pt idx="2336">
                  <c:v>1</c:v>
                </c:pt>
                <c:pt idx="2337">
                  <c:v>1</c:v>
                </c:pt>
                <c:pt idx="2338">
                  <c:v>1</c:v>
                </c:pt>
                <c:pt idx="2339">
                  <c:v>1</c:v>
                </c:pt>
                <c:pt idx="2340">
                  <c:v>1</c:v>
                </c:pt>
                <c:pt idx="2341">
                  <c:v>1</c:v>
                </c:pt>
                <c:pt idx="2342">
                  <c:v>1</c:v>
                </c:pt>
                <c:pt idx="2343">
                  <c:v>1</c:v>
                </c:pt>
                <c:pt idx="2344">
                  <c:v>1</c:v>
                </c:pt>
                <c:pt idx="2345">
                  <c:v>1</c:v>
                </c:pt>
                <c:pt idx="2346">
                  <c:v>1</c:v>
                </c:pt>
                <c:pt idx="2347">
                  <c:v>1</c:v>
                </c:pt>
                <c:pt idx="2348">
                  <c:v>1</c:v>
                </c:pt>
                <c:pt idx="2349">
                  <c:v>1</c:v>
                </c:pt>
                <c:pt idx="2350">
                  <c:v>1</c:v>
                </c:pt>
                <c:pt idx="2351">
                  <c:v>1</c:v>
                </c:pt>
                <c:pt idx="2352">
                  <c:v>1</c:v>
                </c:pt>
                <c:pt idx="2353">
                  <c:v>1</c:v>
                </c:pt>
                <c:pt idx="2354">
                  <c:v>1</c:v>
                </c:pt>
                <c:pt idx="2355">
                  <c:v>1</c:v>
                </c:pt>
                <c:pt idx="2356">
                  <c:v>1</c:v>
                </c:pt>
                <c:pt idx="2357">
                  <c:v>1</c:v>
                </c:pt>
                <c:pt idx="2358">
                  <c:v>1</c:v>
                </c:pt>
                <c:pt idx="2359">
                  <c:v>1</c:v>
                </c:pt>
                <c:pt idx="2360">
                  <c:v>1</c:v>
                </c:pt>
                <c:pt idx="2361">
                  <c:v>1</c:v>
                </c:pt>
                <c:pt idx="2362">
                  <c:v>1</c:v>
                </c:pt>
                <c:pt idx="2363">
                  <c:v>1</c:v>
                </c:pt>
                <c:pt idx="2364">
                  <c:v>1</c:v>
                </c:pt>
                <c:pt idx="2365">
                  <c:v>1</c:v>
                </c:pt>
                <c:pt idx="2366">
                  <c:v>1</c:v>
                </c:pt>
                <c:pt idx="2367">
                  <c:v>1</c:v>
                </c:pt>
                <c:pt idx="2368">
                  <c:v>1</c:v>
                </c:pt>
                <c:pt idx="2369">
                  <c:v>1</c:v>
                </c:pt>
                <c:pt idx="2370">
                  <c:v>1</c:v>
                </c:pt>
                <c:pt idx="2371">
                  <c:v>1</c:v>
                </c:pt>
                <c:pt idx="2372">
                  <c:v>1</c:v>
                </c:pt>
                <c:pt idx="2373">
                  <c:v>1</c:v>
                </c:pt>
                <c:pt idx="2374">
                  <c:v>1</c:v>
                </c:pt>
                <c:pt idx="2375">
                  <c:v>1</c:v>
                </c:pt>
                <c:pt idx="2376">
                  <c:v>1</c:v>
                </c:pt>
                <c:pt idx="2377">
                  <c:v>1</c:v>
                </c:pt>
                <c:pt idx="2378">
                  <c:v>1</c:v>
                </c:pt>
                <c:pt idx="2379">
                  <c:v>1</c:v>
                </c:pt>
                <c:pt idx="2380">
                  <c:v>1</c:v>
                </c:pt>
                <c:pt idx="2381">
                  <c:v>1</c:v>
                </c:pt>
                <c:pt idx="2382">
                  <c:v>1</c:v>
                </c:pt>
                <c:pt idx="2383">
                  <c:v>1</c:v>
                </c:pt>
                <c:pt idx="2384">
                  <c:v>1</c:v>
                </c:pt>
                <c:pt idx="2385">
                  <c:v>1</c:v>
                </c:pt>
                <c:pt idx="2386">
                  <c:v>1</c:v>
                </c:pt>
                <c:pt idx="2387">
                  <c:v>1</c:v>
                </c:pt>
                <c:pt idx="2388">
                  <c:v>1</c:v>
                </c:pt>
                <c:pt idx="2389">
                  <c:v>1</c:v>
                </c:pt>
                <c:pt idx="2390">
                  <c:v>1</c:v>
                </c:pt>
                <c:pt idx="2391">
                  <c:v>1</c:v>
                </c:pt>
                <c:pt idx="2392">
                  <c:v>1</c:v>
                </c:pt>
                <c:pt idx="2393">
                  <c:v>1</c:v>
                </c:pt>
                <c:pt idx="2394">
                  <c:v>1</c:v>
                </c:pt>
                <c:pt idx="2395">
                  <c:v>1</c:v>
                </c:pt>
                <c:pt idx="2396">
                  <c:v>1</c:v>
                </c:pt>
                <c:pt idx="2397">
                  <c:v>1</c:v>
                </c:pt>
                <c:pt idx="2398">
                  <c:v>1</c:v>
                </c:pt>
                <c:pt idx="2399">
                  <c:v>1</c:v>
                </c:pt>
                <c:pt idx="2400">
                  <c:v>1</c:v>
                </c:pt>
              </c:numCache>
            </c:numRef>
          </c:yVal>
        </c:ser>
        <c:ser>
          <c:idx val="2"/>
          <c:order val="2"/>
          <c:tx>
            <c:v>Split 3</c:v>
          </c:tx>
          <c:spPr>
            <a:ln xmlns:a="http://schemas.openxmlformats.org/drawingml/2006/main" w="28575">
              <a:solidFill>
                <a:srgbClr val="253F50"/>
              </a:solidFill>
            </a:ln>
          </c:spPr>
          <c:marker>
            <c:symbol val="none"/>
          </c:marker>
          <c:xVal>
            <c:numRef>
              <c:f>'Chart Data'!$E$2:$E$2402</c:f>
              <c:numCache>
                <c:formatCode>General</c:formatCode>
                <c:ptCount val="2401"/>
                <c:pt idx="0">
                  <c:v>0</c:v>
                </c:pt>
                <c:pt idx="1">
                  <c:v>25</c:v>
                </c:pt>
                <c:pt idx="2">
                  <c:v>25</c:v>
                </c:pt>
                <c:pt idx="3">
                  <c:v>50</c:v>
                </c:pt>
                <c:pt idx="4">
                  <c:v>50</c:v>
                </c:pt>
                <c:pt idx="5">
                  <c:v>75</c:v>
                </c:pt>
                <c:pt idx="6">
                  <c:v>75</c:v>
                </c:pt>
                <c:pt idx="7">
                  <c:v>100</c:v>
                </c:pt>
                <c:pt idx="8">
                  <c:v>100</c:v>
                </c:pt>
                <c:pt idx="9">
                  <c:v>125</c:v>
                </c:pt>
                <c:pt idx="10">
                  <c:v>125</c:v>
                </c:pt>
                <c:pt idx="11">
                  <c:v>150</c:v>
                </c:pt>
                <c:pt idx="12">
                  <c:v>150</c:v>
                </c:pt>
                <c:pt idx="13">
                  <c:v>175</c:v>
                </c:pt>
                <c:pt idx="14">
                  <c:v>175</c:v>
                </c:pt>
                <c:pt idx="15">
                  <c:v>200</c:v>
                </c:pt>
                <c:pt idx="16">
                  <c:v>200</c:v>
                </c:pt>
                <c:pt idx="17">
                  <c:v>225</c:v>
                </c:pt>
                <c:pt idx="18">
                  <c:v>225</c:v>
                </c:pt>
                <c:pt idx="19">
                  <c:v>250</c:v>
                </c:pt>
                <c:pt idx="20">
                  <c:v>250</c:v>
                </c:pt>
                <c:pt idx="21">
                  <c:v>275</c:v>
                </c:pt>
                <c:pt idx="22">
                  <c:v>275</c:v>
                </c:pt>
                <c:pt idx="23">
                  <c:v>300</c:v>
                </c:pt>
                <c:pt idx="24">
                  <c:v>300</c:v>
                </c:pt>
                <c:pt idx="25">
                  <c:v>325</c:v>
                </c:pt>
                <c:pt idx="26">
                  <c:v>325</c:v>
                </c:pt>
                <c:pt idx="27">
                  <c:v>350</c:v>
                </c:pt>
                <c:pt idx="28">
                  <c:v>350</c:v>
                </c:pt>
                <c:pt idx="29">
                  <c:v>375</c:v>
                </c:pt>
                <c:pt idx="30">
                  <c:v>375</c:v>
                </c:pt>
                <c:pt idx="31">
                  <c:v>400</c:v>
                </c:pt>
                <c:pt idx="32">
                  <c:v>400</c:v>
                </c:pt>
                <c:pt idx="33">
                  <c:v>425</c:v>
                </c:pt>
                <c:pt idx="34">
                  <c:v>425</c:v>
                </c:pt>
                <c:pt idx="35">
                  <c:v>450</c:v>
                </c:pt>
                <c:pt idx="36">
                  <c:v>450</c:v>
                </c:pt>
                <c:pt idx="37">
                  <c:v>475</c:v>
                </c:pt>
                <c:pt idx="38">
                  <c:v>475</c:v>
                </c:pt>
                <c:pt idx="39">
                  <c:v>500</c:v>
                </c:pt>
                <c:pt idx="40">
                  <c:v>500</c:v>
                </c:pt>
                <c:pt idx="41">
                  <c:v>525</c:v>
                </c:pt>
                <c:pt idx="42">
                  <c:v>525</c:v>
                </c:pt>
                <c:pt idx="43">
                  <c:v>550</c:v>
                </c:pt>
                <c:pt idx="44">
                  <c:v>550</c:v>
                </c:pt>
                <c:pt idx="45">
                  <c:v>575</c:v>
                </c:pt>
                <c:pt idx="46">
                  <c:v>575</c:v>
                </c:pt>
                <c:pt idx="47">
                  <c:v>600</c:v>
                </c:pt>
                <c:pt idx="48">
                  <c:v>600</c:v>
                </c:pt>
                <c:pt idx="49">
                  <c:v>625</c:v>
                </c:pt>
                <c:pt idx="50">
                  <c:v>625</c:v>
                </c:pt>
                <c:pt idx="51">
                  <c:v>650</c:v>
                </c:pt>
                <c:pt idx="52">
                  <c:v>650</c:v>
                </c:pt>
                <c:pt idx="53">
                  <c:v>675</c:v>
                </c:pt>
                <c:pt idx="54">
                  <c:v>675</c:v>
                </c:pt>
                <c:pt idx="55">
                  <c:v>700</c:v>
                </c:pt>
                <c:pt idx="56">
                  <c:v>700</c:v>
                </c:pt>
                <c:pt idx="57">
                  <c:v>725</c:v>
                </c:pt>
                <c:pt idx="58">
                  <c:v>725</c:v>
                </c:pt>
                <c:pt idx="59">
                  <c:v>750</c:v>
                </c:pt>
                <c:pt idx="60">
                  <c:v>750</c:v>
                </c:pt>
                <c:pt idx="61">
                  <c:v>775</c:v>
                </c:pt>
                <c:pt idx="62">
                  <c:v>775</c:v>
                </c:pt>
                <c:pt idx="63">
                  <c:v>800</c:v>
                </c:pt>
                <c:pt idx="64">
                  <c:v>800</c:v>
                </c:pt>
                <c:pt idx="65">
                  <c:v>825</c:v>
                </c:pt>
                <c:pt idx="66">
                  <c:v>825</c:v>
                </c:pt>
                <c:pt idx="67">
                  <c:v>850</c:v>
                </c:pt>
                <c:pt idx="68">
                  <c:v>850</c:v>
                </c:pt>
                <c:pt idx="69">
                  <c:v>875</c:v>
                </c:pt>
                <c:pt idx="70">
                  <c:v>875</c:v>
                </c:pt>
                <c:pt idx="71">
                  <c:v>900</c:v>
                </c:pt>
                <c:pt idx="72">
                  <c:v>900</c:v>
                </c:pt>
                <c:pt idx="73">
                  <c:v>925</c:v>
                </c:pt>
                <c:pt idx="74">
                  <c:v>925</c:v>
                </c:pt>
                <c:pt idx="75">
                  <c:v>950</c:v>
                </c:pt>
                <c:pt idx="76">
                  <c:v>950</c:v>
                </c:pt>
                <c:pt idx="77">
                  <c:v>975</c:v>
                </c:pt>
                <c:pt idx="78">
                  <c:v>975</c:v>
                </c:pt>
                <c:pt idx="79">
                  <c:v>1000</c:v>
                </c:pt>
                <c:pt idx="80">
                  <c:v>1000</c:v>
                </c:pt>
                <c:pt idx="81">
                  <c:v>1025</c:v>
                </c:pt>
                <c:pt idx="82">
                  <c:v>1025</c:v>
                </c:pt>
                <c:pt idx="83">
                  <c:v>1050</c:v>
                </c:pt>
                <c:pt idx="84">
                  <c:v>1050</c:v>
                </c:pt>
                <c:pt idx="85">
                  <c:v>1075</c:v>
                </c:pt>
                <c:pt idx="86">
                  <c:v>1075</c:v>
                </c:pt>
                <c:pt idx="87">
                  <c:v>1100</c:v>
                </c:pt>
                <c:pt idx="88">
                  <c:v>1100</c:v>
                </c:pt>
                <c:pt idx="89">
                  <c:v>1125</c:v>
                </c:pt>
                <c:pt idx="90">
                  <c:v>1125</c:v>
                </c:pt>
                <c:pt idx="91">
                  <c:v>1150</c:v>
                </c:pt>
                <c:pt idx="92">
                  <c:v>1150</c:v>
                </c:pt>
                <c:pt idx="93">
                  <c:v>1175</c:v>
                </c:pt>
                <c:pt idx="94">
                  <c:v>1175</c:v>
                </c:pt>
                <c:pt idx="95">
                  <c:v>1200</c:v>
                </c:pt>
                <c:pt idx="96">
                  <c:v>1200</c:v>
                </c:pt>
                <c:pt idx="97">
                  <c:v>1225</c:v>
                </c:pt>
                <c:pt idx="98">
                  <c:v>1225</c:v>
                </c:pt>
                <c:pt idx="99">
                  <c:v>1250</c:v>
                </c:pt>
                <c:pt idx="100">
                  <c:v>1250</c:v>
                </c:pt>
                <c:pt idx="101">
                  <c:v>1275</c:v>
                </c:pt>
                <c:pt idx="102">
                  <c:v>1275</c:v>
                </c:pt>
                <c:pt idx="103">
                  <c:v>1300</c:v>
                </c:pt>
                <c:pt idx="104">
                  <c:v>1300</c:v>
                </c:pt>
                <c:pt idx="105">
                  <c:v>1325</c:v>
                </c:pt>
                <c:pt idx="106">
                  <c:v>1325</c:v>
                </c:pt>
                <c:pt idx="107">
                  <c:v>1350</c:v>
                </c:pt>
                <c:pt idx="108">
                  <c:v>1350</c:v>
                </c:pt>
                <c:pt idx="109">
                  <c:v>1375</c:v>
                </c:pt>
                <c:pt idx="110">
                  <c:v>1375</c:v>
                </c:pt>
                <c:pt idx="111">
                  <c:v>1400</c:v>
                </c:pt>
                <c:pt idx="112">
                  <c:v>1400</c:v>
                </c:pt>
                <c:pt idx="113">
                  <c:v>1425</c:v>
                </c:pt>
                <c:pt idx="114">
                  <c:v>1425</c:v>
                </c:pt>
                <c:pt idx="115">
                  <c:v>1450</c:v>
                </c:pt>
                <c:pt idx="116">
                  <c:v>1450</c:v>
                </c:pt>
                <c:pt idx="117">
                  <c:v>1475</c:v>
                </c:pt>
                <c:pt idx="118">
                  <c:v>1475</c:v>
                </c:pt>
                <c:pt idx="119">
                  <c:v>1500</c:v>
                </c:pt>
                <c:pt idx="120">
                  <c:v>1500</c:v>
                </c:pt>
                <c:pt idx="121">
                  <c:v>1525</c:v>
                </c:pt>
                <c:pt idx="122">
                  <c:v>1525</c:v>
                </c:pt>
                <c:pt idx="123">
                  <c:v>1550</c:v>
                </c:pt>
                <c:pt idx="124">
                  <c:v>1550</c:v>
                </c:pt>
                <c:pt idx="125">
                  <c:v>1575</c:v>
                </c:pt>
                <c:pt idx="126">
                  <c:v>1575</c:v>
                </c:pt>
                <c:pt idx="127">
                  <c:v>1600</c:v>
                </c:pt>
                <c:pt idx="128">
                  <c:v>1600</c:v>
                </c:pt>
                <c:pt idx="129">
                  <c:v>1625</c:v>
                </c:pt>
                <c:pt idx="130">
                  <c:v>1625</c:v>
                </c:pt>
                <c:pt idx="131">
                  <c:v>1650</c:v>
                </c:pt>
                <c:pt idx="132">
                  <c:v>1650</c:v>
                </c:pt>
                <c:pt idx="133">
                  <c:v>1675</c:v>
                </c:pt>
                <c:pt idx="134">
                  <c:v>1675</c:v>
                </c:pt>
                <c:pt idx="135">
                  <c:v>1700</c:v>
                </c:pt>
                <c:pt idx="136">
                  <c:v>1700</c:v>
                </c:pt>
                <c:pt idx="137">
                  <c:v>1725</c:v>
                </c:pt>
                <c:pt idx="138">
                  <c:v>1725</c:v>
                </c:pt>
                <c:pt idx="139">
                  <c:v>1750</c:v>
                </c:pt>
                <c:pt idx="140">
                  <c:v>1750</c:v>
                </c:pt>
                <c:pt idx="141">
                  <c:v>1775</c:v>
                </c:pt>
                <c:pt idx="142">
                  <c:v>1775</c:v>
                </c:pt>
                <c:pt idx="143">
                  <c:v>1800</c:v>
                </c:pt>
                <c:pt idx="144">
                  <c:v>1800</c:v>
                </c:pt>
                <c:pt idx="145">
                  <c:v>1825</c:v>
                </c:pt>
                <c:pt idx="146">
                  <c:v>1825</c:v>
                </c:pt>
                <c:pt idx="147">
                  <c:v>1850</c:v>
                </c:pt>
                <c:pt idx="148">
                  <c:v>1850</c:v>
                </c:pt>
                <c:pt idx="149">
                  <c:v>1875</c:v>
                </c:pt>
                <c:pt idx="150">
                  <c:v>1875</c:v>
                </c:pt>
                <c:pt idx="151">
                  <c:v>1900</c:v>
                </c:pt>
                <c:pt idx="152">
                  <c:v>1900</c:v>
                </c:pt>
                <c:pt idx="153">
                  <c:v>1925</c:v>
                </c:pt>
                <c:pt idx="154">
                  <c:v>1925</c:v>
                </c:pt>
                <c:pt idx="155">
                  <c:v>1950</c:v>
                </c:pt>
                <c:pt idx="156">
                  <c:v>1950</c:v>
                </c:pt>
                <c:pt idx="157">
                  <c:v>1975</c:v>
                </c:pt>
                <c:pt idx="158">
                  <c:v>1975</c:v>
                </c:pt>
                <c:pt idx="159">
                  <c:v>2000</c:v>
                </c:pt>
                <c:pt idx="160">
                  <c:v>2000</c:v>
                </c:pt>
                <c:pt idx="161">
                  <c:v>2025</c:v>
                </c:pt>
                <c:pt idx="162">
                  <c:v>2025</c:v>
                </c:pt>
                <c:pt idx="163">
                  <c:v>2050</c:v>
                </c:pt>
                <c:pt idx="164">
                  <c:v>2050</c:v>
                </c:pt>
                <c:pt idx="165">
                  <c:v>2075</c:v>
                </c:pt>
                <c:pt idx="166">
                  <c:v>2075</c:v>
                </c:pt>
                <c:pt idx="167">
                  <c:v>2100</c:v>
                </c:pt>
                <c:pt idx="168">
                  <c:v>2100</c:v>
                </c:pt>
                <c:pt idx="169">
                  <c:v>2125</c:v>
                </c:pt>
                <c:pt idx="170">
                  <c:v>2125</c:v>
                </c:pt>
                <c:pt idx="171">
                  <c:v>2150</c:v>
                </c:pt>
                <c:pt idx="172">
                  <c:v>2150</c:v>
                </c:pt>
                <c:pt idx="173">
                  <c:v>2175</c:v>
                </c:pt>
                <c:pt idx="174">
                  <c:v>2175</c:v>
                </c:pt>
                <c:pt idx="175">
                  <c:v>2200</c:v>
                </c:pt>
                <c:pt idx="176">
                  <c:v>2200</c:v>
                </c:pt>
                <c:pt idx="177">
                  <c:v>2225</c:v>
                </c:pt>
                <c:pt idx="178">
                  <c:v>2225</c:v>
                </c:pt>
                <c:pt idx="179">
                  <c:v>2250</c:v>
                </c:pt>
                <c:pt idx="180">
                  <c:v>2250</c:v>
                </c:pt>
                <c:pt idx="181">
                  <c:v>2275</c:v>
                </c:pt>
                <c:pt idx="182">
                  <c:v>2275</c:v>
                </c:pt>
                <c:pt idx="183">
                  <c:v>2300</c:v>
                </c:pt>
                <c:pt idx="184">
                  <c:v>2300</c:v>
                </c:pt>
                <c:pt idx="185">
                  <c:v>2325</c:v>
                </c:pt>
                <c:pt idx="186">
                  <c:v>2325</c:v>
                </c:pt>
                <c:pt idx="187">
                  <c:v>2350</c:v>
                </c:pt>
                <c:pt idx="188">
                  <c:v>2350</c:v>
                </c:pt>
                <c:pt idx="189">
                  <c:v>2375</c:v>
                </c:pt>
                <c:pt idx="190">
                  <c:v>2375</c:v>
                </c:pt>
                <c:pt idx="191">
                  <c:v>2400</c:v>
                </c:pt>
                <c:pt idx="192">
                  <c:v>2400</c:v>
                </c:pt>
                <c:pt idx="193">
                  <c:v>2425</c:v>
                </c:pt>
                <c:pt idx="194">
                  <c:v>2425</c:v>
                </c:pt>
                <c:pt idx="195">
                  <c:v>2450</c:v>
                </c:pt>
                <c:pt idx="196">
                  <c:v>2450</c:v>
                </c:pt>
                <c:pt idx="197">
                  <c:v>2475</c:v>
                </c:pt>
                <c:pt idx="198">
                  <c:v>2475</c:v>
                </c:pt>
                <c:pt idx="199">
                  <c:v>2500</c:v>
                </c:pt>
                <c:pt idx="200">
                  <c:v>2500</c:v>
                </c:pt>
                <c:pt idx="201">
                  <c:v>2525</c:v>
                </c:pt>
                <c:pt idx="202">
                  <c:v>2525</c:v>
                </c:pt>
                <c:pt idx="203">
                  <c:v>2550</c:v>
                </c:pt>
                <c:pt idx="204">
                  <c:v>2550</c:v>
                </c:pt>
                <c:pt idx="205">
                  <c:v>2575</c:v>
                </c:pt>
                <c:pt idx="206">
                  <c:v>2575</c:v>
                </c:pt>
                <c:pt idx="207">
                  <c:v>2600</c:v>
                </c:pt>
                <c:pt idx="208">
                  <c:v>2600</c:v>
                </c:pt>
                <c:pt idx="209">
                  <c:v>2625</c:v>
                </c:pt>
                <c:pt idx="210">
                  <c:v>2625</c:v>
                </c:pt>
                <c:pt idx="211">
                  <c:v>2650</c:v>
                </c:pt>
                <c:pt idx="212">
                  <c:v>2650</c:v>
                </c:pt>
                <c:pt idx="213">
                  <c:v>2675</c:v>
                </c:pt>
                <c:pt idx="214">
                  <c:v>2675</c:v>
                </c:pt>
                <c:pt idx="215">
                  <c:v>2700</c:v>
                </c:pt>
                <c:pt idx="216">
                  <c:v>2700</c:v>
                </c:pt>
                <c:pt idx="217">
                  <c:v>2725</c:v>
                </c:pt>
                <c:pt idx="218">
                  <c:v>2725</c:v>
                </c:pt>
                <c:pt idx="219">
                  <c:v>2750</c:v>
                </c:pt>
                <c:pt idx="220">
                  <c:v>2750</c:v>
                </c:pt>
                <c:pt idx="221">
                  <c:v>2775</c:v>
                </c:pt>
                <c:pt idx="222">
                  <c:v>2775</c:v>
                </c:pt>
                <c:pt idx="223">
                  <c:v>2800</c:v>
                </c:pt>
                <c:pt idx="224">
                  <c:v>2800</c:v>
                </c:pt>
                <c:pt idx="225">
                  <c:v>2825</c:v>
                </c:pt>
                <c:pt idx="226">
                  <c:v>2825</c:v>
                </c:pt>
                <c:pt idx="227">
                  <c:v>2850</c:v>
                </c:pt>
                <c:pt idx="228">
                  <c:v>2850</c:v>
                </c:pt>
                <c:pt idx="229">
                  <c:v>2875</c:v>
                </c:pt>
                <c:pt idx="230">
                  <c:v>2875</c:v>
                </c:pt>
                <c:pt idx="231">
                  <c:v>2900</c:v>
                </c:pt>
                <c:pt idx="232">
                  <c:v>2900</c:v>
                </c:pt>
                <c:pt idx="233">
                  <c:v>2925</c:v>
                </c:pt>
                <c:pt idx="234">
                  <c:v>2925</c:v>
                </c:pt>
                <c:pt idx="235">
                  <c:v>2950</c:v>
                </c:pt>
                <c:pt idx="236">
                  <c:v>2950</c:v>
                </c:pt>
                <c:pt idx="237">
                  <c:v>2975</c:v>
                </c:pt>
                <c:pt idx="238">
                  <c:v>2975</c:v>
                </c:pt>
                <c:pt idx="239">
                  <c:v>3000</c:v>
                </c:pt>
                <c:pt idx="240">
                  <c:v>3000</c:v>
                </c:pt>
                <c:pt idx="241">
                  <c:v>3025</c:v>
                </c:pt>
                <c:pt idx="242">
                  <c:v>3025</c:v>
                </c:pt>
                <c:pt idx="243">
                  <c:v>3050</c:v>
                </c:pt>
                <c:pt idx="244">
                  <c:v>3050</c:v>
                </c:pt>
                <c:pt idx="245">
                  <c:v>3075</c:v>
                </c:pt>
                <c:pt idx="246">
                  <c:v>3075</c:v>
                </c:pt>
                <c:pt idx="247">
                  <c:v>3100</c:v>
                </c:pt>
                <c:pt idx="248">
                  <c:v>3100</c:v>
                </c:pt>
                <c:pt idx="249">
                  <c:v>3125</c:v>
                </c:pt>
                <c:pt idx="250">
                  <c:v>3125</c:v>
                </c:pt>
                <c:pt idx="251">
                  <c:v>3150</c:v>
                </c:pt>
                <c:pt idx="252">
                  <c:v>3150</c:v>
                </c:pt>
                <c:pt idx="253">
                  <c:v>3175</c:v>
                </c:pt>
                <c:pt idx="254">
                  <c:v>3175</c:v>
                </c:pt>
                <c:pt idx="255">
                  <c:v>3200</c:v>
                </c:pt>
                <c:pt idx="256">
                  <c:v>3200</c:v>
                </c:pt>
                <c:pt idx="257">
                  <c:v>3225</c:v>
                </c:pt>
                <c:pt idx="258">
                  <c:v>3225</c:v>
                </c:pt>
                <c:pt idx="259">
                  <c:v>3250</c:v>
                </c:pt>
                <c:pt idx="260">
                  <c:v>3250</c:v>
                </c:pt>
                <c:pt idx="261">
                  <c:v>3275</c:v>
                </c:pt>
                <c:pt idx="262">
                  <c:v>3275</c:v>
                </c:pt>
                <c:pt idx="263">
                  <c:v>3300</c:v>
                </c:pt>
                <c:pt idx="264">
                  <c:v>3300</c:v>
                </c:pt>
                <c:pt idx="265">
                  <c:v>3325</c:v>
                </c:pt>
                <c:pt idx="266">
                  <c:v>3325</c:v>
                </c:pt>
                <c:pt idx="267">
                  <c:v>3350</c:v>
                </c:pt>
                <c:pt idx="268">
                  <c:v>3350</c:v>
                </c:pt>
                <c:pt idx="269">
                  <c:v>3375</c:v>
                </c:pt>
                <c:pt idx="270">
                  <c:v>3375</c:v>
                </c:pt>
                <c:pt idx="271">
                  <c:v>3400</c:v>
                </c:pt>
                <c:pt idx="272">
                  <c:v>3400</c:v>
                </c:pt>
                <c:pt idx="273">
                  <c:v>3425</c:v>
                </c:pt>
                <c:pt idx="274">
                  <c:v>3425</c:v>
                </c:pt>
                <c:pt idx="275">
                  <c:v>3450</c:v>
                </c:pt>
                <c:pt idx="276">
                  <c:v>3450</c:v>
                </c:pt>
                <c:pt idx="277">
                  <c:v>3475</c:v>
                </c:pt>
                <c:pt idx="278">
                  <c:v>3475</c:v>
                </c:pt>
                <c:pt idx="279">
                  <c:v>3500</c:v>
                </c:pt>
                <c:pt idx="280">
                  <c:v>3500</c:v>
                </c:pt>
                <c:pt idx="281">
                  <c:v>3525</c:v>
                </c:pt>
                <c:pt idx="282">
                  <c:v>3525</c:v>
                </c:pt>
                <c:pt idx="283">
                  <c:v>3550</c:v>
                </c:pt>
                <c:pt idx="284">
                  <c:v>3550</c:v>
                </c:pt>
                <c:pt idx="285">
                  <c:v>3575</c:v>
                </c:pt>
                <c:pt idx="286">
                  <c:v>3575</c:v>
                </c:pt>
                <c:pt idx="287">
                  <c:v>3600</c:v>
                </c:pt>
                <c:pt idx="288">
                  <c:v>3600</c:v>
                </c:pt>
                <c:pt idx="289">
                  <c:v>3625</c:v>
                </c:pt>
                <c:pt idx="290">
                  <c:v>3625</c:v>
                </c:pt>
                <c:pt idx="291">
                  <c:v>3650</c:v>
                </c:pt>
                <c:pt idx="292">
                  <c:v>3650</c:v>
                </c:pt>
                <c:pt idx="293">
                  <c:v>3675</c:v>
                </c:pt>
                <c:pt idx="294">
                  <c:v>3675</c:v>
                </c:pt>
                <c:pt idx="295">
                  <c:v>3700</c:v>
                </c:pt>
                <c:pt idx="296">
                  <c:v>3700</c:v>
                </c:pt>
                <c:pt idx="297">
                  <c:v>3725</c:v>
                </c:pt>
                <c:pt idx="298">
                  <c:v>3725</c:v>
                </c:pt>
                <c:pt idx="299">
                  <c:v>3750</c:v>
                </c:pt>
                <c:pt idx="300">
                  <c:v>3750</c:v>
                </c:pt>
                <c:pt idx="301">
                  <c:v>3775</c:v>
                </c:pt>
                <c:pt idx="302">
                  <c:v>3775</c:v>
                </c:pt>
                <c:pt idx="303">
                  <c:v>3800</c:v>
                </c:pt>
                <c:pt idx="304">
                  <c:v>3800</c:v>
                </c:pt>
                <c:pt idx="305">
                  <c:v>3825</c:v>
                </c:pt>
                <c:pt idx="306">
                  <c:v>3825</c:v>
                </c:pt>
                <c:pt idx="307">
                  <c:v>3850</c:v>
                </c:pt>
                <c:pt idx="308">
                  <c:v>3850</c:v>
                </c:pt>
                <c:pt idx="309">
                  <c:v>3875</c:v>
                </c:pt>
                <c:pt idx="310">
                  <c:v>3875</c:v>
                </c:pt>
                <c:pt idx="311">
                  <c:v>3900</c:v>
                </c:pt>
                <c:pt idx="312">
                  <c:v>3900</c:v>
                </c:pt>
                <c:pt idx="313">
                  <c:v>3925</c:v>
                </c:pt>
                <c:pt idx="314">
                  <c:v>3925</c:v>
                </c:pt>
                <c:pt idx="315">
                  <c:v>3950</c:v>
                </c:pt>
                <c:pt idx="316">
                  <c:v>3950</c:v>
                </c:pt>
                <c:pt idx="317">
                  <c:v>3975</c:v>
                </c:pt>
                <c:pt idx="318">
                  <c:v>3975</c:v>
                </c:pt>
                <c:pt idx="319">
                  <c:v>4000</c:v>
                </c:pt>
                <c:pt idx="320">
                  <c:v>4000</c:v>
                </c:pt>
                <c:pt idx="321">
                  <c:v>4025</c:v>
                </c:pt>
                <c:pt idx="322">
                  <c:v>4025</c:v>
                </c:pt>
                <c:pt idx="323">
                  <c:v>4050</c:v>
                </c:pt>
                <c:pt idx="324">
                  <c:v>4050</c:v>
                </c:pt>
                <c:pt idx="325">
                  <c:v>4075</c:v>
                </c:pt>
                <c:pt idx="326">
                  <c:v>4075</c:v>
                </c:pt>
                <c:pt idx="327">
                  <c:v>4100</c:v>
                </c:pt>
                <c:pt idx="328">
                  <c:v>4100</c:v>
                </c:pt>
                <c:pt idx="329">
                  <c:v>4125</c:v>
                </c:pt>
                <c:pt idx="330">
                  <c:v>4125</c:v>
                </c:pt>
                <c:pt idx="331">
                  <c:v>4150</c:v>
                </c:pt>
                <c:pt idx="332">
                  <c:v>4150</c:v>
                </c:pt>
                <c:pt idx="333">
                  <c:v>4175</c:v>
                </c:pt>
                <c:pt idx="334">
                  <c:v>4175</c:v>
                </c:pt>
                <c:pt idx="335">
                  <c:v>4200</c:v>
                </c:pt>
                <c:pt idx="336">
                  <c:v>4200</c:v>
                </c:pt>
                <c:pt idx="337">
                  <c:v>4225</c:v>
                </c:pt>
                <c:pt idx="338">
                  <c:v>4225</c:v>
                </c:pt>
                <c:pt idx="339">
                  <c:v>4250</c:v>
                </c:pt>
                <c:pt idx="340">
                  <c:v>4250</c:v>
                </c:pt>
                <c:pt idx="341">
                  <c:v>4275</c:v>
                </c:pt>
                <c:pt idx="342">
                  <c:v>4275</c:v>
                </c:pt>
                <c:pt idx="343">
                  <c:v>4300</c:v>
                </c:pt>
                <c:pt idx="344">
                  <c:v>4300</c:v>
                </c:pt>
                <c:pt idx="345">
                  <c:v>4325</c:v>
                </c:pt>
                <c:pt idx="346">
                  <c:v>4325</c:v>
                </c:pt>
                <c:pt idx="347">
                  <c:v>4350</c:v>
                </c:pt>
                <c:pt idx="348">
                  <c:v>4350</c:v>
                </c:pt>
                <c:pt idx="349">
                  <c:v>4375</c:v>
                </c:pt>
                <c:pt idx="350">
                  <c:v>4375</c:v>
                </c:pt>
                <c:pt idx="351">
                  <c:v>4400</c:v>
                </c:pt>
                <c:pt idx="352">
                  <c:v>4400</c:v>
                </c:pt>
                <c:pt idx="353">
                  <c:v>4425</c:v>
                </c:pt>
                <c:pt idx="354">
                  <c:v>4425</c:v>
                </c:pt>
                <c:pt idx="355">
                  <c:v>4450</c:v>
                </c:pt>
                <c:pt idx="356">
                  <c:v>4450</c:v>
                </c:pt>
                <c:pt idx="357">
                  <c:v>4475</c:v>
                </c:pt>
                <c:pt idx="358">
                  <c:v>4475</c:v>
                </c:pt>
                <c:pt idx="359">
                  <c:v>4500</c:v>
                </c:pt>
                <c:pt idx="360">
                  <c:v>4500</c:v>
                </c:pt>
                <c:pt idx="361">
                  <c:v>4525</c:v>
                </c:pt>
                <c:pt idx="362">
                  <c:v>4525</c:v>
                </c:pt>
                <c:pt idx="363">
                  <c:v>4550</c:v>
                </c:pt>
                <c:pt idx="364">
                  <c:v>4550</c:v>
                </c:pt>
                <c:pt idx="365">
                  <c:v>4575</c:v>
                </c:pt>
                <c:pt idx="366">
                  <c:v>4575</c:v>
                </c:pt>
                <c:pt idx="367">
                  <c:v>4600</c:v>
                </c:pt>
                <c:pt idx="368">
                  <c:v>4600</c:v>
                </c:pt>
                <c:pt idx="369">
                  <c:v>4625</c:v>
                </c:pt>
                <c:pt idx="370">
                  <c:v>4625</c:v>
                </c:pt>
                <c:pt idx="371">
                  <c:v>4650</c:v>
                </c:pt>
                <c:pt idx="372">
                  <c:v>4650</c:v>
                </c:pt>
                <c:pt idx="373">
                  <c:v>4675</c:v>
                </c:pt>
                <c:pt idx="374">
                  <c:v>4675</c:v>
                </c:pt>
                <c:pt idx="375">
                  <c:v>4700</c:v>
                </c:pt>
                <c:pt idx="376">
                  <c:v>4700</c:v>
                </c:pt>
                <c:pt idx="377">
                  <c:v>4725</c:v>
                </c:pt>
                <c:pt idx="378">
                  <c:v>4725</c:v>
                </c:pt>
                <c:pt idx="379">
                  <c:v>4750</c:v>
                </c:pt>
                <c:pt idx="380">
                  <c:v>4750</c:v>
                </c:pt>
                <c:pt idx="381">
                  <c:v>4775</c:v>
                </c:pt>
                <c:pt idx="382">
                  <c:v>4775</c:v>
                </c:pt>
                <c:pt idx="383">
                  <c:v>4800</c:v>
                </c:pt>
                <c:pt idx="384">
                  <c:v>4800</c:v>
                </c:pt>
                <c:pt idx="385">
                  <c:v>4825</c:v>
                </c:pt>
                <c:pt idx="386">
                  <c:v>4825</c:v>
                </c:pt>
                <c:pt idx="387">
                  <c:v>4850</c:v>
                </c:pt>
                <c:pt idx="388">
                  <c:v>4850</c:v>
                </c:pt>
                <c:pt idx="389">
                  <c:v>4875</c:v>
                </c:pt>
                <c:pt idx="390">
                  <c:v>4875</c:v>
                </c:pt>
                <c:pt idx="391">
                  <c:v>4900</c:v>
                </c:pt>
                <c:pt idx="392">
                  <c:v>4900</c:v>
                </c:pt>
                <c:pt idx="393">
                  <c:v>4925</c:v>
                </c:pt>
                <c:pt idx="394">
                  <c:v>4925</c:v>
                </c:pt>
                <c:pt idx="395">
                  <c:v>4950</c:v>
                </c:pt>
                <c:pt idx="396">
                  <c:v>4950</c:v>
                </c:pt>
                <c:pt idx="397">
                  <c:v>4975</c:v>
                </c:pt>
                <c:pt idx="398">
                  <c:v>4975</c:v>
                </c:pt>
                <c:pt idx="399">
                  <c:v>5000</c:v>
                </c:pt>
                <c:pt idx="400">
                  <c:v>5000</c:v>
                </c:pt>
                <c:pt idx="401">
                  <c:v>5025</c:v>
                </c:pt>
                <c:pt idx="402">
                  <c:v>5025</c:v>
                </c:pt>
                <c:pt idx="403">
                  <c:v>5050</c:v>
                </c:pt>
                <c:pt idx="404">
                  <c:v>5050</c:v>
                </c:pt>
                <c:pt idx="405">
                  <c:v>5075</c:v>
                </c:pt>
                <c:pt idx="406">
                  <c:v>5075</c:v>
                </c:pt>
                <c:pt idx="407">
                  <c:v>5100</c:v>
                </c:pt>
                <c:pt idx="408">
                  <c:v>5100</c:v>
                </c:pt>
                <c:pt idx="409">
                  <c:v>5125</c:v>
                </c:pt>
                <c:pt idx="410">
                  <c:v>5125</c:v>
                </c:pt>
                <c:pt idx="411">
                  <c:v>5150</c:v>
                </c:pt>
                <c:pt idx="412">
                  <c:v>5150</c:v>
                </c:pt>
                <c:pt idx="413">
                  <c:v>5175</c:v>
                </c:pt>
                <c:pt idx="414">
                  <c:v>5175</c:v>
                </c:pt>
                <c:pt idx="415">
                  <c:v>5200</c:v>
                </c:pt>
                <c:pt idx="416">
                  <c:v>5200</c:v>
                </c:pt>
                <c:pt idx="417">
                  <c:v>5225</c:v>
                </c:pt>
                <c:pt idx="418">
                  <c:v>5225</c:v>
                </c:pt>
                <c:pt idx="419">
                  <c:v>5250</c:v>
                </c:pt>
                <c:pt idx="420">
                  <c:v>5250</c:v>
                </c:pt>
                <c:pt idx="421">
                  <c:v>5275</c:v>
                </c:pt>
                <c:pt idx="422">
                  <c:v>5275</c:v>
                </c:pt>
                <c:pt idx="423">
                  <c:v>5300</c:v>
                </c:pt>
                <c:pt idx="424">
                  <c:v>5300</c:v>
                </c:pt>
                <c:pt idx="425">
                  <c:v>5325</c:v>
                </c:pt>
                <c:pt idx="426">
                  <c:v>5325</c:v>
                </c:pt>
                <c:pt idx="427">
                  <c:v>5350</c:v>
                </c:pt>
                <c:pt idx="428">
                  <c:v>5350</c:v>
                </c:pt>
                <c:pt idx="429">
                  <c:v>5375</c:v>
                </c:pt>
                <c:pt idx="430">
                  <c:v>5375</c:v>
                </c:pt>
                <c:pt idx="431">
                  <c:v>5400</c:v>
                </c:pt>
                <c:pt idx="432">
                  <c:v>5400</c:v>
                </c:pt>
                <c:pt idx="433">
                  <c:v>5425</c:v>
                </c:pt>
                <c:pt idx="434">
                  <c:v>5425</c:v>
                </c:pt>
                <c:pt idx="435">
                  <c:v>5450</c:v>
                </c:pt>
                <c:pt idx="436">
                  <c:v>5450</c:v>
                </c:pt>
                <c:pt idx="437">
                  <c:v>5475</c:v>
                </c:pt>
                <c:pt idx="438">
                  <c:v>5475</c:v>
                </c:pt>
                <c:pt idx="439">
                  <c:v>5500</c:v>
                </c:pt>
                <c:pt idx="440">
                  <c:v>5500</c:v>
                </c:pt>
                <c:pt idx="441">
                  <c:v>5525</c:v>
                </c:pt>
                <c:pt idx="442">
                  <c:v>5525</c:v>
                </c:pt>
                <c:pt idx="443">
                  <c:v>5550</c:v>
                </c:pt>
                <c:pt idx="444">
                  <c:v>5550</c:v>
                </c:pt>
                <c:pt idx="445">
                  <c:v>5575</c:v>
                </c:pt>
                <c:pt idx="446">
                  <c:v>5575</c:v>
                </c:pt>
                <c:pt idx="447">
                  <c:v>5600</c:v>
                </c:pt>
                <c:pt idx="448">
                  <c:v>5600</c:v>
                </c:pt>
                <c:pt idx="449">
                  <c:v>5625</c:v>
                </c:pt>
                <c:pt idx="450">
                  <c:v>5625</c:v>
                </c:pt>
                <c:pt idx="451">
                  <c:v>5650</c:v>
                </c:pt>
                <c:pt idx="452">
                  <c:v>5650</c:v>
                </c:pt>
                <c:pt idx="453">
                  <c:v>5675</c:v>
                </c:pt>
                <c:pt idx="454">
                  <c:v>5675</c:v>
                </c:pt>
                <c:pt idx="455">
                  <c:v>5700</c:v>
                </c:pt>
                <c:pt idx="456">
                  <c:v>5700</c:v>
                </c:pt>
                <c:pt idx="457">
                  <c:v>5725</c:v>
                </c:pt>
                <c:pt idx="458">
                  <c:v>5725</c:v>
                </c:pt>
                <c:pt idx="459">
                  <c:v>5750</c:v>
                </c:pt>
                <c:pt idx="460">
                  <c:v>5750</c:v>
                </c:pt>
                <c:pt idx="461">
                  <c:v>5775</c:v>
                </c:pt>
                <c:pt idx="462">
                  <c:v>5775</c:v>
                </c:pt>
                <c:pt idx="463">
                  <c:v>5800</c:v>
                </c:pt>
                <c:pt idx="464">
                  <c:v>5800</c:v>
                </c:pt>
                <c:pt idx="465">
                  <c:v>5825</c:v>
                </c:pt>
                <c:pt idx="466">
                  <c:v>5825</c:v>
                </c:pt>
                <c:pt idx="467">
                  <c:v>5850</c:v>
                </c:pt>
                <c:pt idx="468">
                  <c:v>5850</c:v>
                </c:pt>
                <c:pt idx="469">
                  <c:v>5875</c:v>
                </c:pt>
                <c:pt idx="470">
                  <c:v>5875</c:v>
                </c:pt>
                <c:pt idx="471">
                  <c:v>5900</c:v>
                </c:pt>
                <c:pt idx="472">
                  <c:v>5900</c:v>
                </c:pt>
                <c:pt idx="473">
                  <c:v>5925</c:v>
                </c:pt>
                <c:pt idx="474">
                  <c:v>5925</c:v>
                </c:pt>
                <c:pt idx="475">
                  <c:v>5950</c:v>
                </c:pt>
                <c:pt idx="476">
                  <c:v>5950</c:v>
                </c:pt>
                <c:pt idx="477">
                  <c:v>5975</c:v>
                </c:pt>
                <c:pt idx="478">
                  <c:v>5975</c:v>
                </c:pt>
                <c:pt idx="479">
                  <c:v>6000</c:v>
                </c:pt>
                <c:pt idx="480">
                  <c:v>6000</c:v>
                </c:pt>
                <c:pt idx="481">
                  <c:v>6025</c:v>
                </c:pt>
                <c:pt idx="482">
                  <c:v>6025</c:v>
                </c:pt>
                <c:pt idx="483">
                  <c:v>6050</c:v>
                </c:pt>
                <c:pt idx="484">
                  <c:v>6050</c:v>
                </c:pt>
                <c:pt idx="485">
                  <c:v>6075</c:v>
                </c:pt>
                <c:pt idx="486">
                  <c:v>6075</c:v>
                </c:pt>
                <c:pt idx="487">
                  <c:v>6100</c:v>
                </c:pt>
                <c:pt idx="488">
                  <c:v>6100</c:v>
                </c:pt>
                <c:pt idx="489">
                  <c:v>6125</c:v>
                </c:pt>
                <c:pt idx="490">
                  <c:v>6125</c:v>
                </c:pt>
                <c:pt idx="491">
                  <c:v>6150</c:v>
                </c:pt>
                <c:pt idx="492">
                  <c:v>6150</c:v>
                </c:pt>
                <c:pt idx="493">
                  <c:v>6175</c:v>
                </c:pt>
                <c:pt idx="494">
                  <c:v>6175</c:v>
                </c:pt>
                <c:pt idx="495">
                  <c:v>6200</c:v>
                </c:pt>
                <c:pt idx="496">
                  <c:v>6200</c:v>
                </c:pt>
                <c:pt idx="497">
                  <c:v>6225</c:v>
                </c:pt>
                <c:pt idx="498">
                  <c:v>6225</c:v>
                </c:pt>
                <c:pt idx="499">
                  <c:v>6250</c:v>
                </c:pt>
                <c:pt idx="500">
                  <c:v>6250</c:v>
                </c:pt>
                <c:pt idx="501">
                  <c:v>6275</c:v>
                </c:pt>
                <c:pt idx="502">
                  <c:v>6275</c:v>
                </c:pt>
                <c:pt idx="503">
                  <c:v>6300</c:v>
                </c:pt>
                <c:pt idx="504">
                  <c:v>6300</c:v>
                </c:pt>
                <c:pt idx="505">
                  <c:v>6325</c:v>
                </c:pt>
                <c:pt idx="506">
                  <c:v>6325</c:v>
                </c:pt>
                <c:pt idx="507">
                  <c:v>6350</c:v>
                </c:pt>
                <c:pt idx="508">
                  <c:v>6350</c:v>
                </c:pt>
                <c:pt idx="509">
                  <c:v>6375</c:v>
                </c:pt>
                <c:pt idx="510">
                  <c:v>6375</c:v>
                </c:pt>
                <c:pt idx="511">
                  <c:v>6400</c:v>
                </c:pt>
                <c:pt idx="512">
                  <c:v>6400</c:v>
                </c:pt>
                <c:pt idx="513">
                  <c:v>6425</c:v>
                </c:pt>
                <c:pt idx="514">
                  <c:v>6425</c:v>
                </c:pt>
                <c:pt idx="515">
                  <c:v>6450</c:v>
                </c:pt>
                <c:pt idx="516">
                  <c:v>6450</c:v>
                </c:pt>
                <c:pt idx="517">
                  <c:v>6475</c:v>
                </c:pt>
                <c:pt idx="518">
                  <c:v>6475</c:v>
                </c:pt>
                <c:pt idx="519">
                  <c:v>6500</c:v>
                </c:pt>
                <c:pt idx="520">
                  <c:v>6500</c:v>
                </c:pt>
                <c:pt idx="521">
                  <c:v>6525</c:v>
                </c:pt>
                <c:pt idx="522">
                  <c:v>6525</c:v>
                </c:pt>
                <c:pt idx="523">
                  <c:v>6550</c:v>
                </c:pt>
                <c:pt idx="524">
                  <c:v>6550</c:v>
                </c:pt>
                <c:pt idx="525">
                  <c:v>6575</c:v>
                </c:pt>
                <c:pt idx="526">
                  <c:v>6575</c:v>
                </c:pt>
                <c:pt idx="527">
                  <c:v>6600</c:v>
                </c:pt>
                <c:pt idx="528">
                  <c:v>6600</c:v>
                </c:pt>
                <c:pt idx="529">
                  <c:v>6625</c:v>
                </c:pt>
                <c:pt idx="530">
                  <c:v>6625</c:v>
                </c:pt>
                <c:pt idx="531">
                  <c:v>6650</c:v>
                </c:pt>
                <c:pt idx="532">
                  <c:v>6650</c:v>
                </c:pt>
                <c:pt idx="533">
                  <c:v>6675</c:v>
                </c:pt>
                <c:pt idx="534">
                  <c:v>6675</c:v>
                </c:pt>
                <c:pt idx="535">
                  <c:v>6700</c:v>
                </c:pt>
                <c:pt idx="536">
                  <c:v>6700</c:v>
                </c:pt>
                <c:pt idx="537">
                  <c:v>6725</c:v>
                </c:pt>
                <c:pt idx="538">
                  <c:v>6725</c:v>
                </c:pt>
                <c:pt idx="539">
                  <c:v>6750</c:v>
                </c:pt>
                <c:pt idx="540">
                  <c:v>6750</c:v>
                </c:pt>
                <c:pt idx="541">
                  <c:v>6775</c:v>
                </c:pt>
                <c:pt idx="542">
                  <c:v>6775</c:v>
                </c:pt>
                <c:pt idx="543">
                  <c:v>6800</c:v>
                </c:pt>
                <c:pt idx="544">
                  <c:v>6800</c:v>
                </c:pt>
                <c:pt idx="545">
                  <c:v>6825</c:v>
                </c:pt>
                <c:pt idx="546">
                  <c:v>6825</c:v>
                </c:pt>
                <c:pt idx="547">
                  <c:v>6850</c:v>
                </c:pt>
                <c:pt idx="548">
                  <c:v>6850</c:v>
                </c:pt>
                <c:pt idx="549">
                  <c:v>6875</c:v>
                </c:pt>
                <c:pt idx="550">
                  <c:v>6875</c:v>
                </c:pt>
                <c:pt idx="551">
                  <c:v>6900</c:v>
                </c:pt>
                <c:pt idx="552">
                  <c:v>6900</c:v>
                </c:pt>
                <c:pt idx="553">
                  <c:v>6925</c:v>
                </c:pt>
                <c:pt idx="554">
                  <c:v>6925</c:v>
                </c:pt>
                <c:pt idx="555">
                  <c:v>6950</c:v>
                </c:pt>
                <c:pt idx="556">
                  <c:v>6950</c:v>
                </c:pt>
                <c:pt idx="557">
                  <c:v>6975</c:v>
                </c:pt>
                <c:pt idx="558">
                  <c:v>6975</c:v>
                </c:pt>
                <c:pt idx="559">
                  <c:v>7000</c:v>
                </c:pt>
                <c:pt idx="560">
                  <c:v>7000</c:v>
                </c:pt>
                <c:pt idx="561">
                  <c:v>7025</c:v>
                </c:pt>
                <c:pt idx="562">
                  <c:v>7025</c:v>
                </c:pt>
                <c:pt idx="563">
                  <c:v>7050</c:v>
                </c:pt>
                <c:pt idx="564">
                  <c:v>7050</c:v>
                </c:pt>
                <c:pt idx="565">
                  <c:v>7075</c:v>
                </c:pt>
                <c:pt idx="566">
                  <c:v>7075</c:v>
                </c:pt>
                <c:pt idx="567">
                  <c:v>7100</c:v>
                </c:pt>
                <c:pt idx="568">
                  <c:v>7100</c:v>
                </c:pt>
                <c:pt idx="569">
                  <c:v>7125</c:v>
                </c:pt>
                <c:pt idx="570">
                  <c:v>7125</c:v>
                </c:pt>
                <c:pt idx="571">
                  <c:v>7150</c:v>
                </c:pt>
                <c:pt idx="572">
                  <c:v>7150</c:v>
                </c:pt>
                <c:pt idx="573">
                  <c:v>7175</c:v>
                </c:pt>
                <c:pt idx="574">
                  <c:v>7175</c:v>
                </c:pt>
                <c:pt idx="575">
                  <c:v>7200</c:v>
                </c:pt>
                <c:pt idx="576">
                  <c:v>7200</c:v>
                </c:pt>
                <c:pt idx="577">
                  <c:v>7225</c:v>
                </c:pt>
                <c:pt idx="578">
                  <c:v>7225</c:v>
                </c:pt>
                <c:pt idx="579">
                  <c:v>7250</c:v>
                </c:pt>
                <c:pt idx="580">
                  <c:v>7250</c:v>
                </c:pt>
                <c:pt idx="581">
                  <c:v>7275</c:v>
                </c:pt>
                <c:pt idx="582">
                  <c:v>7275</c:v>
                </c:pt>
                <c:pt idx="583">
                  <c:v>7300</c:v>
                </c:pt>
                <c:pt idx="584">
                  <c:v>7300</c:v>
                </c:pt>
                <c:pt idx="585">
                  <c:v>7325</c:v>
                </c:pt>
                <c:pt idx="586">
                  <c:v>7325</c:v>
                </c:pt>
                <c:pt idx="587">
                  <c:v>7350</c:v>
                </c:pt>
                <c:pt idx="588">
                  <c:v>7350</c:v>
                </c:pt>
                <c:pt idx="589">
                  <c:v>7375</c:v>
                </c:pt>
                <c:pt idx="590">
                  <c:v>7375</c:v>
                </c:pt>
                <c:pt idx="591">
                  <c:v>7400</c:v>
                </c:pt>
                <c:pt idx="592">
                  <c:v>7400</c:v>
                </c:pt>
                <c:pt idx="593">
                  <c:v>7425</c:v>
                </c:pt>
                <c:pt idx="594">
                  <c:v>7425</c:v>
                </c:pt>
                <c:pt idx="595">
                  <c:v>7450</c:v>
                </c:pt>
                <c:pt idx="596">
                  <c:v>7450</c:v>
                </c:pt>
                <c:pt idx="597">
                  <c:v>7475</c:v>
                </c:pt>
                <c:pt idx="598">
                  <c:v>7475</c:v>
                </c:pt>
                <c:pt idx="599">
                  <c:v>7500</c:v>
                </c:pt>
                <c:pt idx="600">
                  <c:v>7500</c:v>
                </c:pt>
                <c:pt idx="601">
                  <c:v>7525</c:v>
                </c:pt>
                <c:pt idx="602">
                  <c:v>7525</c:v>
                </c:pt>
                <c:pt idx="603">
                  <c:v>7550</c:v>
                </c:pt>
                <c:pt idx="604">
                  <c:v>7550</c:v>
                </c:pt>
                <c:pt idx="605">
                  <c:v>7575</c:v>
                </c:pt>
                <c:pt idx="606">
                  <c:v>7575</c:v>
                </c:pt>
                <c:pt idx="607">
                  <c:v>7600</c:v>
                </c:pt>
                <c:pt idx="608">
                  <c:v>7600</c:v>
                </c:pt>
                <c:pt idx="609">
                  <c:v>7625</c:v>
                </c:pt>
                <c:pt idx="610">
                  <c:v>7625</c:v>
                </c:pt>
                <c:pt idx="611">
                  <c:v>7650</c:v>
                </c:pt>
                <c:pt idx="612">
                  <c:v>7650</c:v>
                </c:pt>
                <c:pt idx="613">
                  <c:v>7675</c:v>
                </c:pt>
                <c:pt idx="614">
                  <c:v>7675</c:v>
                </c:pt>
                <c:pt idx="615">
                  <c:v>7700</c:v>
                </c:pt>
                <c:pt idx="616">
                  <c:v>7700</c:v>
                </c:pt>
                <c:pt idx="617">
                  <c:v>7725</c:v>
                </c:pt>
                <c:pt idx="618">
                  <c:v>7725</c:v>
                </c:pt>
                <c:pt idx="619">
                  <c:v>7750</c:v>
                </c:pt>
                <c:pt idx="620">
                  <c:v>7750</c:v>
                </c:pt>
                <c:pt idx="621">
                  <c:v>7775</c:v>
                </c:pt>
                <c:pt idx="622">
                  <c:v>7775</c:v>
                </c:pt>
                <c:pt idx="623">
                  <c:v>7800</c:v>
                </c:pt>
                <c:pt idx="624">
                  <c:v>7800</c:v>
                </c:pt>
                <c:pt idx="625">
                  <c:v>7825</c:v>
                </c:pt>
                <c:pt idx="626">
                  <c:v>7825</c:v>
                </c:pt>
                <c:pt idx="627">
                  <c:v>7850</c:v>
                </c:pt>
                <c:pt idx="628">
                  <c:v>7850</c:v>
                </c:pt>
                <c:pt idx="629">
                  <c:v>7875</c:v>
                </c:pt>
                <c:pt idx="630">
                  <c:v>7875</c:v>
                </c:pt>
                <c:pt idx="631">
                  <c:v>7900</c:v>
                </c:pt>
                <c:pt idx="632">
                  <c:v>7900</c:v>
                </c:pt>
                <c:pt idx="633">
                  <c:v>7925</c:v>
                </c:pt>
                <c:pt idx="634">
                  <c:v>7925</c:v>
                </c:pt>
                <c:pt idx="635">
                  <c:v>7950</c:v>
                </c:pt>
                <c:pt idx="636">
                  <c:v>7950</c:v>
                </c:pt>
                <c:pt idx="637">
                  <c:v>7975</c:v>
                </c:pt>
                <c:pt idx="638">
                  <c:v>7975</c:v>
                </c:pt>
                <c:pt idx="639">
                  <c:v>8000</c:v>
                </c:pt>
                <c:pt idx="640">
                  <c:v>8000</c:v>
                </c:pt>
                <c:pt idx="641">
                  <c:v>8025</c:v>
                </c:pt>
                <c:pt idx="642">
                  <c:v>8025</c:v>
                </c:pt>
                <c:pt idx="643">
                  <c:v>8050</c:v>
                </c:pt>
                <c:pt idx="644">
                  <c:v>8050</c:v>
                </c:pt>
                <c:pt idx="645">
                  <c:v>8075</c:v>
                </c:pt>
                <c:pt idx="646">
                  <c:v>8075</c:v>
                </c:pt>
                <c:pt idx="647">
                  <c:v>8100</c:v>
                </c:pt>
                <c:pt idx="648">
                  <c:v>8100</c:v>
                </c:pt>
                <c:pt idx="649">
                  <c:v>8125</c:v>
                </c:pt>
                <c:pt idx="650">
                  <c:v>8125</c:v>
                </c:pt>
                <c:pt idx="651">
                  <c:v>8150</c:v>
                </c:pt>
                <c:pt idx="652">
                  <c:v>8150</c:v>
                </c:pt>
                <c:pt idx="653">
                  <c:v>8175</c:v>
                </c:pt>
                <c:pt idx="654">
                  <c:v>8175</c:v>
                </c:pt>
                <c:pt idx="655">
                  <c:v>8200</c:v>
                </c:pt>
                <c:pt idx="656">
                  <c:v>8200</c:v>
                </c:pt>
                <c:pt idx="657">
                  <c:v>8225</c:v>
                </c:pt>
                <c:pt idx="658">
                  <c:v>8225</c:v>
                </c:pt>
                <c:pt idx="659">
                  <c:v>8250</c:v>
                </c:pt>
                <c:pt idx="660">
                  <c:v>8250</c:v>
                </c:pt>
                <c:pt idx="661">
                  <c:v>8275</c:v>
                </c:pt>
                <c:pt idx="662">
                  <c:v>8275</c:v>
                </c:pt>
                <c:pt idx="663">
                  <c:v>8300</c:v>
                </c:pt>
                <c:pt idx="664">
                  <c:v>8300</c:v>
                </c:pt>
                <c:pt idx="665">
                  <c:v>8325</c:v>
                </c:pt>
                <c:pt idx="666">
                  <c:v>8325</c:v>
                </c:pt>
                <c:pt idx="667">
                  <c:v>8350</c:v>
                </c:pt>
                <c:pt idx="668">
                  <c:v>8350</c:v>
                </c:pt>
                <c:pt idx="669">
                  <c:v>8375</c:v>
                </c:pt>
                <c:pt idx="670">
                  <c:v>8375</c:v>
                </c:pt>
                <c:pt idx="671">
                  <c:v>8400</c:v>
                </c:pt>
                <c:pt idx="672">
                  <c:v>8400</c:v>
                </c:pt>
                <c:pt idx="673">
                  <c:v>8425</c:v>
                </c:pt>
                <c:pt idx="674">
                  <c:v>8425</c:v>
                </c:pt>
                <c:pt idx="675">
                  <c:v>8450</c:v>
                </c:pt>
                <c:pt idx="676">
                  <c:v>8450</c:v>
                </c:pt>
                <c:pt idx="677">
                  <c:v>8475</c:v>
                </c:pt>
                <c:pt idx="678">
                  <c:v>8475</c:v>
                </c:pt>
                <c:pt idx="679">
                  <c:v>8500</c:v>
                </c:pt>
                <c:pt idx="680">
                  <c:v>8500</c:v>
                </c:pt>
                <c:pt idx="681">
                  <c:v>8525</c:v>
                </c:pt>
                <c:pt idx="682">
                  <c:v>8525</c:v>
                </c:pt>
                <c:pt idx="683">
                  <c:v>8550</c:v>
                </c:pt>
                <c:pt idx="684">
                  <c:v>8550</c:v>
                </c:pt>
                <c:pt idx="685">
                  <c:v>8575</c:v>
                </c:pt>
                <c:pt idx="686">
                  <c:v>8575</c:v>
                </c:pt>
                <c:pt idx="687">
                  <c:v>8600</c:v>
                </c:pt>
                <c:pt idx="688">
                  <c:v>8600</c:v>
                </c:pt>
                <c:pt idx="689">
                  <c:v>8625</c:v>
                </c:pt>
                <c:pt idx="690">
                  <c:v>8625</c:v>
                </c:pt>
                <c:pt idx="691">
                  <c:v>8650</c:v>
                </c:pt>
                <c:pt idx="692">
                  <c:v>8650</c:v>
                </c:pt>
                <c:pt idx="693">
                  <c:v>8675</c:v>
                </c:pt>
                <c:pt idx="694">
                  <c:v>8675</c:v>
                </c:pt>
                <c:pt idx="695">
                  <c:v>8700</c:v>
                </c:pt>
                <c:pt idx="696">
                  <c:v>8700</c:v>
                </c:pt>
                <c:pt idx="697">
                  <c:v>8725</c:v>
                </c:pt>
                <c:pt idx="698">
                  <c:v>8725</c:v>
                </c:pt>
                <c:pt idx="699">
                  <c:v>8750</c:v>
                </c:pt>
                <c:pt idx="700">
                  <c:v>8750</c:v>
                </c:pt>
                <c:pt idx="701">
                  <c:v>8775</c:v>
                </c:pt>
                <c:pt idx="702">
                  <c:v>8775</c:v>
                </c:pt>
                <c:pt idx="703">
                  <c:v>8800</c:v>
                </c:pt>
                <c:pt idx="704">
                  <c:v>8800</c:v>
                </c:pt>
                <c:pt idx="705">
                  <c:v>8825</c:v>
                </c:pt>
                <c:pt idx="706">
                  <c:v>8825</c:v>
                </c:pt>
                <c:pt idx="707">
                  <c:v>8850</c:v>
                </c:pt>
                <c:pt idx="708">
                  <c:v>8850</c:v>
                </c:pt>
                <c:pt idx="709">
                  <c:v>8875</c:v>
                </c:pt>
                <c:pt idx="710">
                  <c:v>8875</c:v>
                </c:pt>
                <c:pt idx="711">
                  <c:v>8900</c:v>
                </c:pt>
                <c:pt idx="712">
                  <c:v>8900</c:v>
                </c:pt>
                <c:pt idx="713">
                  <c:v>8925</c:v>
                </c:pt>
                <c:pt idx="714">
                  <c:v>8925</c:v>
                </c:pt>
                <c:pt idx="715">
                  <c:v>8950</c:v>
                </c:pt>
                <c:pt idx="716">
                  <c:v>8950</c:v>
                </c:pt>
                <c:pt idx="717">
                  <c:v>8975</c:v>
                </c:pt>
                <c:pt idx="718">
                  <c:v>8975</c:v>
                </c:pt>
                <c:pt idx="719">
                  <c:v>9000</c:v>
                </c:pt>
                <c:pt idx="720">
                  <c:v>9000</c:v>
                </c:pt>
                <c:pt idx="721">
                  <c:v>9025</c:v>
                </c:pt>
                <c:pt idx="722">
                  <c:v>9025</c:v>
                </c:pt>
                <c:pt idx="723">
                  <c:v>9050</c:v>
                </c:pt>
                <c:pt idx="724">
                  <c:v>9050</c:v>
                </c:pt>
                <c:pt idx="725">
                  <c:v>9075</c:v>
                </c:pt>
                <c:pt idx="726">
                  <c:v>9075</c:v>
                </c:pt>
                <c:pt idx="727">
                  <c:v>9100</c:v>
                </c:pt>
                <c:pt idx="728">
                  <c:v>9100</c:v>
                </c:pt>
                <c:pt idx="729">
                  <c:v>9125</c:v>
                </c:pt>
                <c:pt idx="730">
                  <c:v>9125</c:v>
                </c:pt>
                <c:pt idx="731">
                  <c:v>9150</c:v>
                </c:pt>
                <c:pt idx="732">
                  <c:v>9150</c:v>
                </c:pt>
                <c:pt idx="733">
                  <c:v>9175</c:v>
                </c:pt>
                <c:pt idx="734">
                  <c:v>9175</c:v>
                </c:pt>
                <c:pt idx="735">
                  <c:v>9200</c:v>
                </c:pt>
                <c:pt idx="736">
                  <c:v>9200</c:v>
                </c:pt>
                <c:pt idx="737">
                  <c:v>9225</c:v>
                </c:pt>
                <c:pt idx="738">
                  <c:v>9225</c:v>
                </c:pt>
                <c:pt idx="739">
                  <c:v>9250</c:v>
                </c:pt>
                <c:pt idx="740">
                  <c:v>9250</c:v>
                </c:pt>
                <c:pt idx="741">
                  <c:v>9275</c:v>
                </c:pt>
                <c:pt idx="742">
                  <c:v>9275</c:v>
                </c:pt>
                <c:pt idx="743">
                  <c:v>9300</c:v>
                </c:pt>
                <c:pt idx="744">
                  <c:v>9300</c:v>
                </c:pt>
                <c:pt idx="745">
                  <c:v>9325</c:v>
                </c:pt>
                <c:pt idx="746">
                  <c:v>9325</c:v>
                </c:pt>
                <c:pt idx="747">
                  <c:v>9350</c:v>
                </c:pt>
                <c:pt idx="748">
                  <c:v>9350</c:v>
                </c:pt>
                <c:pt idx="749">
                  <c:v>9375</c:v>
                </c:pt>
                <c:pt idx="750">
                  <c:v>9375</c:v>
                </c:pt>
                <c:pt idx="751">
                  <c:v>9400</c:v>
                </c:pt>
                <c:pt idx="752">
                  <c:v>9400</c:v>
                </c:pt>
                <c:pt idx="753">
                  <c:v>9425</c:v>
                </c:pt>
                <c:pt idx="754">
                  <c:v>9425</c:v>
                </c:pt>
                <c:pt idx="755">
                  <c:v>9450</c:v>
                </c:pt>
                <c:pt idx="756">
                  <c:v>9450</c:v>
                </c:pt>
                <c:pt idx="757">
                  <c:v>9475</c:v>
                </c:pt>
                <c:pt idx="758">
                  <c:v>9475</c:v>
                </c:pt>
                <c:pt idx="759">
                  <c:v>9500</c:v>
                </c:pt>
                <c:pt idx="760">
                  <c:v>9500</c:v>
                </c:pt>
                <c:pt idx="761">
                  <c:v>9525</c:v>
                </c:pt>
                <c:pt idx="762">
                  <c:v>9525</c:v>
                </c:pt>
                <c:pt idx="763">
                  <c:v>9550</c:v>
                </c:pt>
                <c:pt idx="764">
                  <c:v>9550</c:v>
                </c:pt>
                <c:pt idx="765">
                  <c:v>9575</c:v>
                </c:pt>
                <c:pt idx="766">
                  <c:v>9575</c:v>
                </c:pt>
                <c:pt idx="767">
                  <c:v>9600</c:v>
                </c:pt>
                <c:pt idx="768">
                  <c:v>9600</c:v>
                </c:pt>
                <c:pt idx="769">
                  <c:v>9625</c:v>
                </c:pt>
                <c:pt idx="770">
                  <c:v>9625</c:v>
                </c:pt>
                <c:pt idx="771">
                  <c:v>9650</c:v>
                </c:pt>
                <c:pt idx="772">
                  <c:v>9650</c:v>
                </c:pt>
                <c:pt idx="773">
                  <c:v>9675</c:v>
                </c:pt>
                <c:pt idx="774">
                  <c:v>9675</c:v>
                </c:pt>
                <c:pt idx="775">
                  <c:v>9700</c:v>
                </c:pt>
                <c:pt idx="776">
                  <c:v>9700</c:v>
                </c:pt>
                <c:pt idx="777">
                  <c:v>9725</c:v>
                </c:pt>
                <c:pt idx="778">
                  <c:v>9725</c:v>
                </c:pt>
                <c:pt idx="779">
                  <c:v>9750</c:v>
                </c:pt>
                <c:pt idx="780">
                  <c:v>9750</c:v>
                </c:pt>
                <c:pt idx="781">
                  <c:v>9775</c:v>
                </c:pt>
                <c:pt idx="782">
                  <c:v>9775</c:v>
                </c:pt>
                <c:pt idx="783">
                  <c:v>9800</c:v>
                </c:pt>
                <c:pt idx="784">
                  <c:v>9800</c:v>
                </c:pt>
                <c:pt idx="785">
                  <c:v>9825</c:v>
                </c:pt>
                <c:pt idx="786">
                  <c:v>9825</c:v>
                </c:pt>
                <c:pt idx="787">
                  <c:v>9850</c:v>
                </c:pt>
                <c:pt idx="788">
                  <c:v>9850</c:v>
                </c:pt>
                <c:pt idx="789">
                  <c:v>9875</c:v>
                </c:pt>
                <c:pt idx="790">
                  <c:v>9875</c:v>
                </c:pt>
                <c:pt idx="791">
                  <c:v>9900</c:v>
                </c:pt>
                <c:pt idx="792">
                  <c:v>9900</c:v>
                </c:pt>
                <c:pt idx="793">
                  <c:v>9925</c:v>
                </c:pt>
                <c:pt idx="794">
                  <c:v>9925</c:v>
                </c:pt>
                <c:pt idx="795">
                  <c:v>9950</c:v>
                </c:pt>
                <c:pt idx="796">
                  <c:v>9950</c:v>
                </c:pt>
                <c:pt idx="797">
                  <c:v>9975</c:v>
                </c:pt>
                <c:pt idx="798">
                  <c:v>9975</c:v>
                </c:pt>
                <c:pt idx="799">
                  <c:v>10000</c:v>
                </c:pt>
                <c:pt idx="800">
                  <c:v>10000</c:v>
                </c:pt>
                <c:pt idx="801">
                  <c:v>10025</c:v>
                </c:pt>
                <c:pt idx="802">
                  <c:v>10025</c:v>
                </c:pt>
                <c:pt idx="803">
                  <c:v>10050</c:v>
                </c:pt>
                <c:pt idx="804">
                  <c:v>10050</c:v>
                </c:pt>
                <c:pt idx="805">
                  <c:v>10075</c:v>
                </c:pt>
                <c:pt idx="806">
                  <c:v>10075</c:v>
                </c:pt>
                <c:pt idx="807">
                  <c:v>10100</c:v>
                </c:pt>
                <c:pt idx="808">
                  <c:v>10100</c:v>
                </c:pt>
                <c:pt idx="809">
                  <c:v>10125</c:v>
                </c:pt>
                <c:pt idx="810">
                  <c:v>10125</c:v>
                </c:pt>
                <c:pt idx="811">
                  <c:v>10150</c:v>
                </c:pt>
                <c:pt idx="812">
                  <c:v>10150</c:v>
                </c:pt>
                <c:pt idx="813">
                  <c:v>10175</c:v>
                </c:pt>
                <c:pt idx="814">
                  <c:v>10175</c:v>
                </c:pt>
                <c:pt idx="815">
                  <c:v>10200</c:v>
                </c:pt>
                <c:pt idx="816">
                  <c:v>10200</c:v>
                </c:pt>
                <c:pt idx="817">
                  <c:v>10225</c:v>
                </c:pt>
                <c:pt idx="818">
                  <c:v>10225</c:v>
                </c:pt>
                <c:pt idx="819">
                  <c:v>10250</c:v>
                </c:pt>
                <c:pt idx="820">
                  <c:v>10250</c:v>
                </c:pt>
                <c:pt idx="821">
                  <c:v>10275</c:v>
                </c:pt>
                <c:pt idx="822">
                  <c:v>10275</c:v>
                </c:pt>
                <c:pt idx="823">
                  <c:v>10300</c:v>
                </c:pt>
                <c:pt idx="824">
                  <c:v>10300</c:v>
                </c:pt>
                <c:pt idx="825">
                  <c:v>10325</c:v>
                </c:pt>
                <c:pt idx="826">
                  <c:v>10325</c:v>
                </c:pt>
                <c:pt idx="827">
                  <c:v>10350</c:v>
                </c:pt>
                <c:pt idx="828">
                  <c:v>10350</c:v>
                </c:pt>
                <c:pt idx="829">
                  <c:v>10375</c:v>
                </c:pt>
                <c:pt idx="830">
                  <c:v>10375</c:v>
                </c:pt>
                <c:pt idx="831">
                  <c:v>10400</c:v>
                </c:pt>
                <c:pt idx="832">
                  <c:v>10400</c:v>
                </c:pt>
                <c:pt idx="833">
                  <c:v>10425</c:v>
                </c:pt>
                <c:pt idx="834">
                  <c:v>10425</c:v>
                </c:pt>
                <c:pt idx="835">
                  <c:v>10450</c:v>
                </c:pt>
                <c:pt idx="836">
                  <c:v>10450</c:v>
                </c:pt>
                <c:pt idx="837">
                  <c:v>10475</c:v>
                </c:pt>
                <c:pt idx="838">
                  <c:v>10475</c:v>
                </c:pt>
                <c:pt idx="839">
                  <c:v>10500</c:v>
                </c:pt>
                <c:pt idx="840">
                  <c:v>10500</c:v>
                </c:pt>
                <c:pt idx="841">
                  <c:v>10525</c:v>
                </c:pt>
                <c:pt idx="842">
                  <c:v>10525</c:v>
                </c:pt>
                <c:pt idx="843">
                  <c:v>10550</c:v>
                </c:pt>
                <c:pt idx="844">
                  <c:v>10550</c:v>
                </c:pt>
                <c:pt idx="845">
                  <c:v>10575</c:v>
                </c:pt>
                <c:pt idx="846">
                  <c:v>10575</c:v>
                </c:pt>
                <c:pt idx="847">
                  <c:v>10600</c:v>
                </c:pt>
                <c:pt idx="848">
                  <c:v>10600</c:v>
                </c:pt>
                <c:pt idx="849">
                  <c:v>10625</c:v>
                </c:pt>
                <c:pt idx="850">
                  <c:v>10625</c:v>
                </c:pt>
                <c:pt idx="851">
                  <c:v>10650</c:v>
                </c:pt>
                <c:pt idx="852">
                  <c:v>10650</c:v>
                </c:pt>
                <c:pt idx="853">
                  <c:v>10675</c:v>
                </c:pt>
                <c:pt idx="854">
                  <c:v>10675</c:v>
                </c:pt>
                <c:pt idx="855">
                  <c:v>10700</c:v>
                </c:pt>
                <c:pt idx="856">
                  <c:v>10700</c:v>
                </c:pt>
                <c:pt idx="857">
                  <c:v>10725</c:v>
                </c:pt>
                <c:pt idx="858">
                  <c:v>10725</c:v>
                </c:pt>
                <c:pt idx="859">
                  <c:v>10750</c:v>
                </c:pt>
                <c:pt idx="860">
                  <c:v>10750</c:v>
                </c:pt>
                <c:pt idx="861">
                  <c:v>10775</c:v>
                </c:pt>
                <c:pt idx="862">
                  <c:v>10775</c:v>
                </c:pt>
                <c:pt idx="863">
                  <c:v>10800</c:v>
                </c:pt>
                <c:pt idx="864">
                  <c:v>10800</c:v>
                </c:pt>
                <c:pt idx="865">
                  <c:v>10825</c:v>
                </c:pt>
                <c:pt idx="866">
                  <c:v>10825</c:v>
                </c:pt>
                <c:pt idx="867">
                  <c:v>10850</c:v>
                </c:pt>
                <c:pt idx="868">
                  <c:v>10850</c:v>
                </c:pt>
                <c:pt idx="869">
                  <c:v>10875</c:v>
                </c:pt>
                <c:pt idx="870">
                  <c:v>10875</c:v>
                </c:pt>
                <c:pt idx="871">
                  <c:v>10900</c:v>
                </c:pt>
                <c:pt idx="872">
                  <c:v>10900</c:v>
                </c:pt>
                <c:pt idx="873">
                  <c:v>10925</c:v>
                </c:pt>
                <c:pt idx="874">
                  <c:v>10925</c:v>
                </c:pt>
                <c:pt idx="875">
                  <c:v>10950</c:v>
                </c:pt>
                <c:pt idx="876">
                  <c:v>10950</c:v>
                </c:pt>
                <c:pt idx="877">
                  <c:v>10975</c:v>
                </c:pt>
                <c:pt idx="878">
                  <c:v>10975</c:v>
                </c:pt>
                <c:pt idx="879">
                  <c:v>11000</c:v>
                </c:pt>
                <c:pt idx="880">
                  <c:v>11000</c:v>
                </c:pt>
                <c:pt idx="881">
                  <c:v>11025</c:v>
                </c:pt>
                <c:pt idx="882">
                  <c:v>11025</c:v>
                </c:pt>
                <c:pt idx="883">
                  <c:v>11050</c:v>
                </c:pt>
                <c:pt idx="884">
                  <c:v>11050</c:v>
                </c:pt>
                <c:pt idx="885">
                  <c:v>11075</c:v>
                </c:pt>
                <c:pt idx="886">
                  <c:v>11075</c:v>
                </c:pt>
                <c:pt idx="887">
                  <c:v>11100</c:v>
                </c:pt>
                <c:pt idx="888">
                  <c:v>11100</c:v>
                </c:pt>
                <c:pt idx="889">
                  <c:v>11125</c:v>
                </c:pt>
                <c:pt idx="890">
                  <c:v>11125</c:v>
                </c:pt>
                <c:pt idx="891">
                  <c:v>11150</c:v>
                </c:pt>
                <c:pt idx="892">
                  <c:v>11150</c:v>
                </c:pt>
                <c:pt idx="893">
                  <c:v>11175</c:v>
                </c:pt>
                <c:pt idx="894">
                  <c:v>11175</c:v>
                </c:pt>
                <c:pt idx="895">
                  <c:v>11200</c:v>
                </c:pt>
                <c:pt idx="896">
                  <c:v>11200</c:v>
                </c:pt>
                <c:pt idx="897">
                  <c:v>11225</c:v>
                </c:pt>
                <c:pt idx="898">
                  <c:v>11225</c:v>
                </c:pt>
                <c:pt idx="899">
                  <c:v>11250</c:v>
                </c:pt>
                <c:pt idx="900">
                  <c:v>11250</c:v>
                </c:pt>
                <c:pt idx="901">
                  <c:v>11275</c:v>
                </c:pt>
                <c:pt idx="902">
                  <c:v>11275</c:v>
                </c:pt>
                <c:pt idx="903">
                  <c:v>11300</c:v>
                </c:pt>
                <c:pt idx="904">
                  <c:v>11300</c:v>
                </c:pt>
                <c:pt idx="905">
                  <c:v>11325</c:v>
                </c:pt>
                <c:pt idx="906">
                  <c:v>11325</c:v>
                </c:pt>
                <c:pt idx="907">
                  <c:v>11350</c:v>
                </c:pt>
                <c:pt idx="908">
                  <c:v>11350</c:v>
                </c:pt>
                <c:pt idx="909">
                  <c:v>11375</c:v>
                </c:pt>
                <c:pt idx="910">
                  <c:v>11375</c:v>
                </c:pt>
                <c:pt idx="911">
                  <c:v>11400</c:v>
                </c:pt>
                <c:pt idx="912">
                  <c:v>11400</c:v>
                </c:pt>
                <c:pt idx="913">
                  <c:v>11425</c:v>
                </c:pt>
                <c:pt idx="914">
                  <c:v>11425</c:v>
                </c:pt>
                <c:pt idx="915">
                  <c:v>11450</c:v>
                </c:pt>
                <c:pt idx="916">
                  <c:v>11450</c:v>
                </c:pt>
                <c:pt idx="917">
                  <c:v>11475</c:v>
                </c:pt>
                <c:pt idx="918">
                  <c:v>11475</c:v>
                </c:pt>
                <c:pt idx="919">
                  <c:v>11500</c:v>
                </c:pt>
                <c:pt idx="920">
                  <c:v>11500</c:v>
                </c:pt>
                <c:pt idx="921">
                  <c:v>11525</c:v>
                </c:pt>
                <c:pt idx="922">
                  <c:v>11525</c:v>
                </c:pt>
                <c:pt idx="923">
                  <c:v>11550</c:v>
                </c:pt>
                <c:pt idx="924">
                  <c:v>11550</c:v>
                </c:pt>
                <c:pt idx="925">
                  <c:v>11575</c:v>
                </c:pt>
                <c:pt idx="926">
                  <c:v>11575</c:v>
                </c:pt>
                <c:pt idx="927">
                  <c:v>11600</c:v>
                </c:pt>
                <c:pt idx="928">
                  <c:v>11600</c:v>
                </c:pt>
                <c:pt idx="929">
                  <c:v>11625</c:v>
                </c:pt>
                <c:pt idx="930">
                  <c:v>11625</c:v>
                </c:pt>
                <c:pt idx="931">
                  <c:v>11650</c:v>
                </c:pt>
                <c:pt idx="932">
                  <c:v>11650</c:v>
                </c:pt>
                <c:pt idx="933">
                  <c:v>11675</c:v>
                </c:pt>
                <c:pt idx="934">
                  <c:v>11675</c:v>
                </c:pt>
                <c:pt idx="935">
                  <c:v>11700</c:v>
                </c:pt>
                <c:pt idx="936">
                  <c:v>11700</c:v>
                </c:pt>
                <c:pt idx="937">
                  <c:v>11725</c:v>
                </c:pt>
                <c:pt idx="938">
                  <c:v>11725</c:v>
                </c:pt>
                <c:pt idx="939">
                  <c:v>11750</c:v>
                </c:pt>
                <c:pt idx="940">
                  <c:v>11750</c:v>
                </c:pt>
                <c:pt idx="941">
                  <c:v>11775</c:v>
                </c:pt>
                <c:pt idx="942">
                  <c:v>11775</c:v>
                </c:pt>
                <c:pt idx="943">
                  <c:v>11800</c:v>
                </c:pt>
                <c:pt idx="944">
                  <c:v>11800</c:v>
                </c:pt>
                <c:pt idx="945">
                  <c:v>11825</c:v>
                </c:pt>
                <c:pt idx="946">
                  <c:v>11825</c:v>
                </c:pt>
                <c:pt idx="947">
                  <c:v>11850</c:v>
                </c:pt>
                <c:pt idx="948">
                  <c:v>11850</c:v>
                </c:pt>
                <c:pt idx="949">
                  <c:v>11875</c:v>
                </c:pt>
                <c:pt idx="950">
                  <c:v>11875</c:v>
                </c:pt>
                <c:pt idx="951">
                  <c:v>11900</c:v>
                </c:pt>
                <c:pt idx="952">
                  <c:v>11900</c:v>
                </c:pt>
                <c:pt idx="953">
                  <c:v>11925</c:v>
                </c:pt>
                <c:pt idx="954">
                  <c:v>11925</c:v>
                </c:pt>
                <c:pt idx="955">
                  <c:v>11950</c:v>
                </c:pt>
                <c:pt idx="956">
                  <c:v>11950</c:v>
                </c:pt>
                <c:pt idx="957">
                  <c:v>11975</c:v>
                </c:pt>
                <c:pt idx="958">
                  <c:v>11975</c:v>
                </c:pt>
                <c:pt idx="959">
                  <c:v>12000</c:v>
                </c:pt>
                <c:pt idx="960">
                  <c:v>12000</c:v>
                </c:pt>
                <c:pt idx="961">
                  <c:v>12025</c:v>
                </c:pt>
                <c:pt idx="962">
                  <c:v>12025</c:v>
                </c:pt>
                <c:pt idx="963">
                  <c:v>12050</c:v>
                </c:pt>
                <c:pt idx="964">
                  <c:v>12050</c:v>
                </c:pt>
                <c:pt idx="965">
                  <c:v>12075</c:v>
                </c:pt>
                <c:pt idx="966">
                  <c:v>12075</c:v>
                </c:pt>
                <c:pt idx="967">
                  <c:v>12100</c:v>
                </c:pt>
                <c:pt idx="968">
                  <c:v>12100</c:v>
                </c:pt>
                <c:pt idx="969">
                  <c:v>12125</c:v>
                </c:pt>
                <c:pt idx="970">
                  <c:v>12125</c:v>
                </c:pt>
                <c:pt idx="971">
                  <c:v>12150</c:v>
                </c:pt>
                <c:pt idx="972">
                  <c:v>12150</c:v>
                </c:pt>
                <c:pt idx="973">
                  <c:v>12175</c:v>
                </c:pt>
                <c:pt idx="974">
                  <c:v>12175</c:v>
                </c:pt>
                <c:pt idx="975">
                  <c:v>12200</c:v>
                </c:pt>
                <c:pt idx="976">
                  <c:v>12200</c:v>
                </c:pt>
                <c:pt idx="977">
                  <c:v>12225</c:v>
                </c:pt>
                <c:pt idx="978">
                  <c:v>12225</c:v>
                </c:pt>
                <c:pt idx="979">
                  <c:v>12250</c:v>
                </c:pt>
                <c:pt idx="980">
                  <c:v>12250</c:v>
                </c:pt>
                <c:pt idx="981">
                  <c:v>12275</c:v>
                </c:pt>
                <c:pt idx="982">
                  <c:v>12275</c:v>
                </c:pt>
                <c:pt idx="983">
                  <c:v>12300</c:v>
                </c:pt>
                <c:pt idx="984">
                  <c:v>12300</c:v>
                </c:pt>
                <c:pt idx="985">
                  <c:v>12325</c:v>
                </c:pt>
                <c:pt idx="986">
                  <c:v>12325</c:v>
                </c:pt>
                <c:pt idx="987">
                  <c:v>12350</c:v>
                </c:pt>
                <c:pt idx="988">
                  <c:v>12350</c:v>
                </c:pt>
                <c:pt idx="989">
                  <c:v>12375</c:v>
                </c:pt>
                <c:pt idx="990">
                  <c:v>12375</c:v>
                </c:pt>
                <c:pt idx="991">
                  <c:v>12400</c:v>
                </c:pt>
                <c:pt idx="992">
                  <c:v>12400</c:v>
                </c:pt>
                <c:pt idx="993">
                  <c:v>12425</c:v>
                </c:pt>
                <c:pt idx="994">
                  <c:v>12425</c:v>
                </c:pt>
                <c:pt idx="995">
                  <c:v>12450</c:v>
                </c:pt>
                <c:pt idx="996">
                  <c:v>12450</c:v>
                </c:pt>
                <c:pt idx="997">
                  <c:v>12475</c:v>
                </c:pt>
                <c:pt idx="998">
                  <c:v>12475</c:v>
                </c:pt>
                <c:pt idx="999">
                  <c:v>12500</c:v>
                </c:pt>
                <c:pt idx="1000">
                  <c:v>12500</c:v>
                </c:pt>
                <c:pt idx="1001">
                  <c:v>12525</c:v>
                </c:pt>
                <c:pt idx="1002">
                  <c:v>12525</c:v>
                </c:pt>
                <c:pt idx="1003">
                  <c:v>12550</c:v>
                </c:pt>
                <c:pt idx="1004">
                  <c:v>12550</c:v>
                </c:pt>
                <c:pt idx="1005">
                  <c:v>12575</c:v>
                </c:pt>
                <c:pt idx="1006">
                  <c:v>12575</c:v>
                </c:pt>
                <c:pt idx="1007">
                  <c:v>12600</c:v>
                </c:pt>
                <c:pt idx="1008">
                  <c:v>12600</c:v>
                </c:pt>
                <c:pt idx="1009">
                  <c:v>12625</c:v>
                </c:pt>
                <c:pt idx="1010">
                  <c:v>12625</c:v>
                </c:pt>
                <c:pt idx="1011">
                  <c:v>12650</c:v>
                </c:pt>
                <c:pt idx="1012">
                  <c:v>12650</c:v>
                </c:pt>
                <c:pt idx="1013">
                  <c:v>12675</c:v>
                </c:pt>
                <c:pt idx="1014">
                  <c:v>12675</c:v>
                </c:pt>
                <c:pt idx="1015">
                  <c:v>12700</c:v>
                </c:pt>
                <c:pt idx="1016">
                  <c:v>12700</c:v>
                </c:pt>
                <c:pt idx="1017">
                  <c:v>12725</c:v>
                </c:pt>
                <c:pt idx="1018">
                  <c:v>12725</c:v>
                </c:pt>
                <c:pt idx="1019">
                  <c:v>12750</c:v>
                </c:pt>
                <c:pt idx="1020">
                  <c:v>12750</c:v>
                </c:pt>
                <c:pt idx="1021">
                  <c:v>12775</c:v>
                </c:pt>
                <c:pt idx="1022">
                  <c:v>12775</c:v>
                </c:pt>
                <c:pt idx="1023">
                  <c:v>12800</c:v>
                </c:pt>
                <c:pt idx="1024">
                  <c:v>12800</c:v>
                </c:pt>
                <c:pt idx="1025">
                  <c:v>12825</c:v>
                </c:pt>
                <c:pt idx="1026">
                  <c:v>12825</c:v>
                </c:pt>
                <c:pt idx="1027">
                  <c:v>12850</c:v>
                </c:pt>
                <c:pt idx="1028">
                  <c:v>12850</c:v>
                </c:pt>
                <c:pt idx="1029">
                  <c:v>12875</c:v>
                </c:pt>
                <c:pt idx="1030">
                  <c:v>12875</c:v>
                </c:pt>
                <c:pt idx="1031">
                  <c:v>12900</c:v>
                </c:pt>
                <c:pt idx="1032">
                  <c:v>12900</c:v>
                </c:pt>
                <c:pt idx="1033">
                  <c:v>12925</c:v>
                </c:pt>
                <c:pt idx="1034">
                  <c:v>12925</c:v>
                </c:pt>
                <c:pt idx="1035">
                  <c:v>12950</c:v>
                </c:pt>
                <c:pt idx="1036">
                  <c:v>12950</c:v>
                </c:pt>
                <c:pt idx="1037">
                  <c:v>12975</c:v>
                </c:pt>
                <c:pt idx="1038">
                  <c:v>12975</c:v>
                </c:pt>
                <c:pt idx="1039">
                  <c:v>13000</c:v>
                </c:pt>
                <c:pt idx="1040">
                  <c:v>13000</c:v>
                </c:pt>
                <c:pt idx="1041">
                  <c:v>13025</c:v>
                </c:pt>
                <c:pt idx="1042">
                  <c:v>13025</c:v>
                </c:pt>
                <c:pt idx="1043">
                  <c:v>13050</c:v>
                </c:pt>
                <c:pt idx="1044">
                  <c:v>13050</c:v>
                </c:pt>
                <c:pt idx="1045">
                  <c:v>13075</c:v>
                </c:pt>
                <c:pt idx="1046">
                  <c:v>13075</c:v>
                </c:pt>
                <c:pt idx="1047">
                  <c:v>13100</c:v>
                </c:pt>
                <c:pt idx="1048">
                  <c:v>13100</c:v>
                </c:pt>
                <c:pt idx="1049">
                  <c:v>13125</c:v>
                </c:pt>
                <c:pt idx="1050">
                  <c:v>13125</c:v>
                </c:pt>
                <c:pt idx="1051">
                  <c:v>13150</c:v>
                </c:pt>
                <c:pt idx="1052">
                  <c:v>13150</c:v>
                </c:pt>
                <c:pt idx="1053">
                  <c:v>13175</c:v>
                </c:pt>
                <c:pt idx="1054">
                  <c:v>13175</c:v>
                </c:pt>
                <c:pt idx="1055">
                  <c:v>13200</c:v>
                </c:pt>
                <c:pt idx="1056">
                  <c:v>13200</c:v>
                </c:pt>
                <c:pt idx="1057">
                  <c:v>13225</c:v>
                </c:pt>
                <c:pt idx="1058">
                  <c:v>13225</c:v>
                </c:pt>
                <c:pt idx="1059">
                  <c:v>13250</c:v>
                </c:pt>
                <c:pt idx="1060">
                  <c:v>13250</c:v>
                </c:pt>
                <c:pt idx="1061">
                  <c:v>13275</c:v>
                </c:pt>
                <c:pt idx="1062">
                  <c:v>13275</c:v>
                </c:pt>
                <c:pt idx="1063">
                  <c:v>13300</c:v>
                </c:pt>
                <c:pt idx="1064">
                  <c:v>13300</c:v>
                </c:pt>
                <c:pt idx="1065">
                  <c:v>13325</c:v>
                </c:pt>
                <c:pt idx="1066">
                  <c:v>13325</c:v>
                </c:pt>
                <c:pt idx="1067">
                  <c:v>13350</c:v>
                </c:pt>
                <c:pt idx="1068">
                  <c:v>13350</c:v>
                </c:pt>
                <c:pt idx="1069">
                  <c:v>13375</c:v>
                </c:pt>
                <c:pt idx="1070">
                  <c:v>13375</c:v>
                </c:pt>
                <c:pt idx="1071">
                  <c:v>13400</c:v>
                </c:pt>
                <c:pt idx="1072">
                  <c:v>13400</c:v>
                </c:pt>
                <c:pt idx="1073">
                  <c:v>13425</c:v>
                </c:pt>
                <c:pt idx="1074">
                  <c:v>13425</c:v>
                </c:pt>
                <c:pt idx="1075">
                  <c:v>13450</c:v>
                </c:pt>
                <c:pt idx="1076">
                  <c:v>13450</c:v>
                </c:pt>
                <c:pt idx="1077">
                  <c:v>13475</c:v>
                </c:pt>
                <c:pt idx="1078">
                  <c:v>13475</c:v>
                </c:pt>
                <c:pt idx="1079">
                  <c:v>13500</c:v>
                </c:pt>
                <c:pt idx="1080">
                  <c:v>13500</c:v>
                </c:pt>
                <c:pt idx="1081">
                  <c:v>13525</c:v>
                </c:pt>
                <c:pt idx="1082">
                  <c:v>13525</c:v>
                </c:pt>
                <c:pt idx="1083">
                  <c:v>13550</c:v>
                </c:pt>
                <c:pt idx="1084">
                  <c:v>13550</c:v>
                </c:pt>
                <c:pt idx="1085">
                  <c:v>13575</c:v>
                </c:pt>
                <c:pt idx="1086">
                  <c:v>13575</c:v>
                </c:pt>
                <c:pt idx="1087">
                  <c:v>13600</c:v>
                </c:pt>
                <c:pt idx="1088">
                  <c:v>13600</c:v>
                </c:pt>
                <c:pt idx="1089">
                  <c:v>13625</c:v>
                </c:pt>
                <c:pt idx="1090">
                  <c:v>13625</c:v>
                </c:pt>
                <c:pt idx="1091">
                  <c:v>13650</c:v>
                </c:pt>
                <c:pt idx="1092">
                  <c:v>13650</c:v>
                </c:pt>
                <c:pt idx="1093">
                  <c:v>13675</c:v>
                </c:pt>
                <c:pt idx="1094">
                  <c:v>13675</c:v>
                </c:pt>
                <c:pt idx="1095">
                  <c:v>13700</c:v>
                </c:pt>
                <c:pt idx="1096">
                  <c:v>13700</c:v>
                </c:pt>
                <c:pt idx="1097">
                  <c:v>13725</c:v>
                </c:pt>
                <c:pt idx="1098">
                  <c:v>13725</c:v>
                </c:pt>
                <c:pt idx="1099">
                  <c:v>13750</c:v>
                </c:pt>
                <c:pt idx="1100">
                  <c:v>13750</c:v>
                </c:pt>
                <c:pt idx="1101">
                  <c:v>13775</c:v>
                </c:pt>
                <c:pt idx="1102">
                  <c:v>13775</c:v>
                </c:pt>
                <c:pt idx="1103">
                  <c:v>13800</c:v>
                </c:pt>
                <c:pt idx="1104">
                  <c:v>13800</c:v>
                </c:pt>
                <c:pt idx="1105">
                  <c:v>13825</c:v>
                </c:pt>
                <c:pt idx="1106">
                  <c:v>13825</c:v>
                </c:pt>
                <c:pt idx="1107">
                  <c:v>13850</c:v>
                </c:pt>
                <c:pt idx="1108">
                  <c:v>13850</c:v>
                </c:pt>
                <c:pt idx="1109">
                  <c:v>13875</c:v>
                </c:pt>
                <c:pt idx="1110">
                  <c:v>13875</c:v>
                </c:pt>
                <c:pt idx="1111">
                  <c:v>13900</c:v>
                </c:pt>
                <c:pt idx="1112">
                  <c:v>13900</c:v>
                </c:pt>
                <c:pt idx="1113">
                  <c:v>13925</c:v>
                </c:pt>
                <c:pt idx="1114">
                  <c:v>13925</c:v>
                </c:pt>
                <c:pt idx="1115">
                  <c:v>13950</c:v>
                </c:pt>
                <c:pt idx="1116">
                  <c:v>13950</c:v>
                </c:pt>
                <c:pt idx="1117">
                  <c:v>13975</c:v>
                </c:pt>
                <c:pt idx="1118">
                  <c:v>13975</c:v>
                </c:pt>
                <c:pt idx="1119">
                  <c:v>14000</c:v>
                </c:pt>
                <c:pt idx="1120">
                  <c:v>14000</c:v>
                </c:pt>
                <c:pt idx="1121">
                  <c:v>14025</c:v>
                </c:pt>
                <c:pt idx="1122">
                  <c:v>14025</c:v>
                </c:pt>
                <c:pt idx="1123">
                  <c:v>14050</c:v>
                </c:pt>
                <c:pt idx="1124">
                  <c:v>14050</c:v>
                </c:pt>
                <c:pt idx="1125">
                  <c:v>14075</c:v>
                </c:pt>
                <c:pt idx="1126">
                  <c:v>14075</c:v>
                </c:pt>
                <c:pt idx="1127">
                  <c:v>14100</c:v>
                </c:pt>
                <c:pt idx="1128">
                  <c:v>14100</c:v>
                </c:pt>
                <c:pt idx="1129">
                  <c:v>14125</c:v>
                </c:pt>
                <c:pt idx="1130">
                  <c:v>14125</c:v>
                </c:pt>
                <c:pt idx="1131">
                  <c:v>14150</c:v>
                </c:pt>
                <c:pt idx="1132">
                  <c:v>14150</c:v>
                </c:pt>
                <c:pt idx="1133">
                  <c:v>14175</c:v>
                </c:pt>
                <c:pt idx="1134">
                  <c:v>14175</c:v>
                </c:pt>
                <c:pt idx="1135">
                  <c:v>14200</c:v>
                </c:pt>
                <c:pt idx="1136">
                  <c:v>14200</c:v>
                </c:pt>
                <c:pt idx="1137">
                  <c:v>14225</c:v>
                </c:pt>
                <c:pt idx="1138">
                  <c:v>14225</c:v>
                </c:pt>
                <c:pt idx="1139">
                  <c:v>14250</c:v>
                </c:pt>
                <c:pt idx="1140">
                  <c:v>14250</c:v>
                </c:pt>
                <c:pt idx="1141">
                  <c:v>14275</c:v>
                </c:pt>
                <c:pt idx="1142">
                  <c:v>14275</c:v>
                </c:pt>
                <c:pt idx="1143">
                  <c:v>14300</c:v>
                </c:pt>
                <c:pt idx="1144">
                  <c:v>14300</c:v>
                </c:pt>
                <c:pt idx="1145">
                  <c:v>14325</c:v>
                </c:pt>
                <c:pt idx="1146">
                  <c:v>14325</c:v>
                </c:pt>
                <c:pt idx="1147">
                  <c:v>14350</c:v>
                </c:pt>
                <c:pt idx="1148">
                  <c:v>14350</c:v>
                </c:pt>
                <c:pt idx="1149">
                  <c:v>14375</c:v>
                </c:pt>
                <c:pt idx="1150">
                  <c:v>14375</c:v>
                </c:pt>
                <c:pt idx="1151">
                  <c:v>14400</c:v>
                </c:pt>
                <c:pt idx="1152">
                  <c:v>14400</c:v>
                </c:pt>
                <c:pt idx="1153">
                  <c:v>14425</c:v>
                </c:pt>
                <c:pt idx="1154">
                  <c:v>14425</c:v>
                </c:pt>
                <c:pt idx="1155">
                  <c:v>14450</c:v>
                </c:pt>
                <c:pt idx="1156">
                  <c:v>14450</c:v>
                </c:pt>
                <c:pt idx="1157">
                  <c:v>14475</c:v>
                </c:pt>
                <c:pt idx="1158">
                  <c:v>14475</c:v>
                </c:pt>
                <c:pt idx="1159">
                  <c:v>14500</c:v>
                </c:pt>
                <c:pt idx="1160">
                  <c:v>14500</c:v>
                </c:pt>
                <c:pt idx="1161">
                  <c:v>14525</c:v>
                </c:pt>
                <c:pt idx="1162">
                  <c:v>14525</c:v>
                </c:pt>
                <c:pt idx="1163">
                  <c:v>14550</c:v>
                </c:pt>
                <c:pt idx="1164">
                  <c:v>14550</c:v>
                </c:pt>
                <c:pt idx="1165">
                  <c:v>14575</c:v>
                </c:pt>
                <c:pt idx="1166">
                  <c:v>14575</c:v>
                </c:pt>
                <c:pt idx="1167">
                  <c:v>14600</c:v>
                </c:pt>
                <c:pt idx="1168">
                  <c:v>14600</c:v>
                </c:pt>
                <c:pt idx="1169">
                  <c:v>14625</c:v>
                </c:pt>
                <c:pt idx="1170">
                  <c:v>14625</c:v>
                </c:pt>
                <c:pt idx="1171">
                  <c:v>14650</c:v>
                </c:pt>
                <c:pt idx="1172">
                  <c:v>14650</c:v>
                </c:pt>
                <c:pt idx="1173">
                  <c:v>14675</c:v>
                </c:pt>
                <c:pt idx="1174">
                  <c:v>14675</c:v>
                </c:pt>
                <c:pt idx="1175">
                  <c:v>14700</c:v>
                </c:pt>
                <c:pt idx="1176">
                  <c:v>14700</c:v>
                </c:pt>
                <c:pt idx="1177">
                  <c:v>14725</c:v>
                </c:pt>
                <c:pt idx="1178">
                  <c:v>14725</c:v>
                </c:pt>
                <c:pt idx="1179">
                  <c:v>14750</c:v>
                </c:pt>
                <c:pt idx="1180">
                  <c:v>14750</c:v>
                </c:pt>
                <c:pt idx="1181">
                  <c:v>14775</c:v>
                </c:pt>
                <c:pt idx="1182">
                  <c:v>14775</c:v>
                </c:pt>
                <c:pt idx="1183">
                  <c:v>14800</c:v>
                </c:pt>
                <c:pt idx="1184">
                  <c:v>14800</c:v>
                </c:pt>
                <c:pt idx="1185">
                  <c:v>14825</c:v>
                </c:pt>
                <c:pt idx="1186">
                  <c:v>14825</c:v>
                </c:pt>
                <c:pt idx="1187">
                  <c:v>14850</c:v>
                </c:pt>
                <c:pt idx="1188">
                  <c:v>14850</c:v>
                </c:pt>
                <c:pt idx="1189">
                  <c:v>14875</c:v>
                </c:pt>
                <c:pt idx="1190">
                  <c:v>14875</c:v>
                </c:pt>
                <c:pt idx="1191">
                  <c:v>14900</c:v>
                </c:pt>
                <c:pt idx="1192">
                  <c:v>14900</c:v>
                </c:pt>
                <c:pt idx="1193">
                  <c:v>14925</c:v>
                </c:pt>
                <c:pt idx="1194">
                  <c:v>14925</c:v>
                </c:pt>
                <c:pt idx="1195">
                  <c:v>14950</c:v>
                </c:pt>
                <c:pt idx="1196">
                  <c:v>14950</c:v>
                </c:pt>
                <c:pt idx="1197">
                  <c:v>14975</c:v>
                </c:pt>
                <c:pt idx="1198">
                  <c:v>14975</c:v>
                </c:pt>
                <c:pt idx="1199">
                  <c:v>15000</c:v>
                </c:pt>
                <c:pt idx="1200">
                  <c:v>15000</c:v>
                </c:pt>
                <c:pt idx="1201">
                  <c:v>15025</c:v>
                </c:pt>
                <c:pt idx="1202">
                  <c:v>15025</c:v>
                </c:pt>
                <c:pt idx="1203">
                  <c:v>15050</c:v>
                </c:pt>
                <c:pt idx="1204">
                  <c:v>15050</c:v>
                </c:pt>
                <c:pt idx="1205">
                  <c:v>15075</c:v>
                </c:pt>
                <c:pt idx="1206">
                  <c:v>15075</c:v>
                </c:pt>
                <c:pt idx="1207">
                  <c:v>15100</c:v>
                </c:pt>
                <c:pt idx="1208">
                  <c:v>15100</c:v>
                </c:pt>
                <c:pt idx="1209">
                  <c:v>15125</c:v>
                </c:pt>
                <c:pt idx="1210">
                  <c:v>15125</c:v>
                </c:pt>
                <c:pt idx="1211">
                  <c:v>15150</c:v>
                </c:pt>
                <c:pt idx="1212">
                  <c:v>15150</c:v>
                </c:pt>
                <c:pt idx="1213">
                  <c:v>15175</c:v>
                </c:pt>
                <c:pt idx="1214">
                  <c:v>15175</c:v>
                </c:pt>
                <c:pt idx="1215">
                  <c:v>15200</c:v>
                </c:pt>
                <c:pt idx="1216">
                  <c:v>15200</c:v>
                </c:pt>
                <c:pt idx="1217">
                  <c:v>15225</c:v>
                </c:pt>
                <c:pt idx="1218">
                  <c:v>15225</c:v>
                </c:pt>
                <c:pt idx="1219">
                  <c:v>15250</c:v>
                </c:pt>
                <c:pt idx="1220">
                  <c:v>15250</c:v>
                </c:pt>
                <c:pt idx="1221">
                  <c:v>15275</c:v>
                </c:pt>
                <c:pt idx="1222">
                  <c:v>15275</c:v>
                </c:pt>
                <c:pt idx="1223">
                  <c:v>15300</c:v>
                </c:pt>
                <c:pt idx="1224">
                  <c:v>15300</c:v>
                </c:pt>
                <c:pt idx="1225">
                  <c:v>15325</c:v>
                </c:pt>
                <c:pt idx="1226">
                  <c:v>15325</c:v>
                </c:pt>
                <c:pt idx="1227">
                  <c:v>15350</c:v>
                </c:pt>
                <c:pt idx="1228">
                  <c:v>15350</c:v>
                </c:pt>
                <c:pt idx="1229">
                  <c:v>15375</c:v>
                </c:pt>
                <c:pt idx="1230">
                  <c:v>15375</c:v>
                </c:pt>
                <c:pt idx="1231">
                  <c:v>15400</c:v>
                </c:pt>
                <c:pt idx="1232">
                  <c:v>15400</c:v>
                </c:pt>
                <c:pt idx="1233">
                  <c:v>15425</c:v>
                </c:pt>
                <c:pt idx="1234">
                  <c:v>15425</c:v>
                </c:pt>
                <c:pt idx="1235">
                  <c:v>15450</c:v>
                </c:pt>
                <c:pt idx="1236">
                  <c:v>15450</c:v>
                </c:pt>
                <c:pt idx="1237">
                  <c:v>15475</c:v>
                </c:pt>
                <c:pt idx="1238">
                  <c:v>15475</c:v>
                </c:pt>
                <c:pt idx="1239">
                  <c:v>15500</c:v>
                </c:pt>
                <c:pt idx="1240">
                  <c:v>15500</c:v>
                </c:pt>
                <c:pt idx="1241">
                  <c:v>15525</c:v>
                </c:pt>
                <c:pt idx="1242">
                  <c:v>15525</c:v>
                </c:pt>
                <c:pt idx="1243">
                  <c:v>15550</c:v>
                </c:pt>
                <c:pt idx="1244">
                  <c:v>15550</c:v>
                </c:pt>
                <c:pt idx="1245">
                  <c:v>15575</c:v>
                </c:pt>
                <c:pt idx="1246">
                  <c:v>15575</c:v>
                </c:pt>
                <c:pt idx="1247">
                  <c:v>15600</c:v>
                </c:pt>
                <c:pt idx="1248">
                  <c:v>15600</c:v>
                </c:pt>
                <c:pt idx="1249">
                  <c:v>15625</c:v>
                </c:pt>
                <c:pt idx="1250">
                  <c:v>15625</c:v>
                </c:pt>
                <c:pt idx="1251">
                  <c:v>15650</c:v>
                </c:pt>
                <c:pt idx="1252">
                  <c:v>15650</c:v>
                </c:pt>
                <c:pt idx="1253">
                  <c:v>15675</c:v>
                </c:pt>
                <c:pt idx="1254">
                  <c:v>15675</c:v>
                </c:pt>
                <c:pt idx="1255">
                  <c:v>15700</c:v>
                </c:pt>
                <c:pt idx="1256">
                  <c:v>15700</c:v>
                </c:pt>
                <c:pt idx="1257">
                  <c:v>15725</c:v>
                </c:pt>
                <c:pt idx="1258">
                  <c:v>15725</c:v>
                </c:pt>
                <c:pt idx="1259">
                  <c:v>15750</c:v>
                </c:pt>
                <c:pt idx="1260">
                  <c:v>15750</c:v>
                </c:pt>
                <c:pt idx="1261">
                  <c:v>15775</c:v>
                </c:pt>
                <c:pt idx="1262">
                  <c:v>15775</c:v>
                </c:pt>
                <c:pt idx="1263">
                  <c:v>15800</c:v>
                </c:pt>
                <c:pt idx="1264">
                  <c:v>15800</c:v>
                </c:pt>
                <c:pt idx="1265">
                  <c:v>15825</c:v>
                </c:pt>
                <c:pt idx="1266">
                  <c:v>15825</c:v>
                </c:pt>
                <c:pt idx="1267">
                  <c:v>15850</c:v>
                </c:pt>
                <c:pt idx="1268">
                  <c:v>15850</c:v>
                </c:pt>
                <c:pt idx="1269">
                  <c:v>15875</c:v>
                </c:pt>
                <c:pt idx="1270">
                  <c:v>15875</c:v>
                </c:pt>
                <c:pt idx="1271">
                  <c:v>15900</c:v>
                </c:pt>
                <c:pt idx="1272">
                  <c:v>15900</c:v>
                </c:pt>
                <c:pt idx="1273">
                  <c:v>15925</c:v>
                </c:pt>
                <c:pt idx="1274">
                  <c:v>15925</c:v>
                </c:pt>
                <c:pt idx="1275">
                  <c:v>15950</c:v>
                </c:pt>
                <c:pt idx="1276">
                  <c:v>15950</c:v>
                </c:pt>
                <c:pt idx="1277">
                  <c:v>15975</c:v>
                </c:pt>
                <c:pt idx="1278">
                  <c:v>15975</c:v>
                </c:pt>
                <c:pt idx="1279">
                  <c:v>16000</c:v>
                </c:pt>
                <c:pt idx="1280">
                  <c:v>16000</c:v>
                </c:pt>
                <c:pt idx="1281">
                  <c:v>16025</c:v>
                </c:pt>
                <c:pt idx="1282">
                  <c:v>16025</c:v>
                </c:pt>
                <c:pt idx="1283">
                  <c:v>16050</c:v>
                </c:pt>
                <c:pt idx="1284">
                  <c:v>16050</c:v>
                </c:pt>
                <c:pt idx="1285">
                  <c:v>16075</c:v>
                </c:pt>
                <c:pt idx="1286">
                  <c:v>16075</c:v>
                </c:pt>
                <c:pt idx="1287">
                  <c:v>16100</c:v>
                </c:pt>
                <c:pt idx="1288">
                  <c:v>16100</c:v>
                </c:pt>
                <c:pt idx="1289">
                  <c:v>16125</c:v>
                </c:pt>
                <c:pt idx="1290">
                  <c:v>16125</c:v>
                </c:pt>
                <c:pt idx="1291">
                  <c:v>16150</c:v>
                </c:pt>
                <c:pt idx="1292">
                  <c:v>16150</c:v>
                </c:pt>
                <c:pt idx="1293">
                  <c:v>16175</c:v>
                </c:pt>
                <c:pt idx="1294">
                  <c:v>16175</c:v>
                </c:pt>
                <c:pt idx="1295">
                  <c:v>16200</c:v>
                </c:pt>
                <c:pt idx="1296">
                  <c:v>16200</c:v>
                </c:pt>
                <c:pt idx="1297">
                  <c:v>16225</c:v>
                </c:pt>
                <c:pt idx="1298">
                  <c:v>16225</c:v>
                </c:pt>
                <c:pt idx="1299">
                  <c:v>16250</c:v>
                </c:pt>
                <c:pt idx="1300">
                  <c:v>16250</c:v>
                </c:pt>
                <c:pt idx="1301">
                  <c:v>16275</c:v>
                </c:pt>
                <c:pt idx="1302">
                  <c:v>16275</c:v>
                </c:pt>
                <c:pt idx="1303">
                  <c:v>16300</c:v>
                </c:pt>
                <c:pt idx="1304">
                  <c:v>16300</c:v>
                </c:pt>
                <c:pt idx="1305">
                  <c:v>16325</c:v>
                </c:pt>
                <c:pt idx="1306">
                  <c:v>16325</c:v>
                </c:pt>
                <c:pt idx="1307">
                  <c:v>16350</c:v>
                </c:pt>
                <c:pt idx="1308">
                  <c:v>16350</c:v>
                </c:pt>
                <c:pt idx="1309">
                  <c:v>16375</c:v>
                </c:pt>
                <c:pt idx="1310">
                  <c:v>16375</c:v>
                </c:pt>
                <c:pt idx="1311">
                  <c:v>16400</c:v>
                </c:pt>
                <c:pt idx="1312">
                  <c:v>16400</c:v>
                </c:pt>
                <c:pt idx="1313">
                  <c:v>16425</c:v>
                </c:pt>
                <c:pt idx="1314">
                  <c:v>16425</c:v>
                </c:pt>
                <c:pt idx="1315">
                  <c:v>16450</c:v>
                </c:pt>
                <c:pt idx="1316">
                  <c:v>16450</c:v>
                </c:pt>
                <c:pt idx="1317">
                  <c:v>16475</c:v>
                </c:pt>
                <c:pt idx="1318">
                  <c:v>16475</c:v>
                </c:pt>
                <c:pt idx="1319">
                  <c:v>16500</c:v>
                </c:pt>
                <c:pt idx="1320">
                  <c:v>16500</c:v>
                </c:pt>
                <c:pt idx="1321">
                  <c:v>16525</c:v>
                </c:pt>
                <c:pt idx="1322">
                  <c:v>16525</c:v>
                </c:pt>
                <c:pt idx="1323">
                  <c:v>16550</c:v>
                </c:pt>
                <c:pt idx="1324">
                  <c:v>16550</c:v>
                </c:pt>
                <c:pt idx="1325">
                  <c:v>16575</c:v>
                </c:pt>
                <c:pt idx="1326">
                  <c:v>16575</c:v>
                </c:pt>
                <c:pt idx="1327">
                  <c:v>16600</c:v>
                </c:pt>
                <c:pt idx="1328">
                  <c:v>16600</c:v>
                </c:pt>
                <c:pt idx="1329">
                  <c:v>16625</c:v>
                </c:pt>
                <c:pt idx="1330">
                  <c:v>16625</c:v>
                </c:pt>
                <c:pt idx="1331">
                  <c:v>16650</c:v>
                </c:pt>
                <c:pt idx="1332">
                  <c:v>16650</c:v>
                </c:pt>
                <c:pt idx="1333">
                  <c:v>16675</c:v>
                </c:pt>
                <c:pt idx="1334">
                  <c:v>16675</c:v>
                </c:pt>
                <c:pt idx="1335">
                  <c:v>16700</c:v>
                </c:pt>
                <c:pt idx="1336">
                  <c:v>16700</c:v>
                </c:pt>
                <c:pt idx="1337">
                  <c:v>16725</c:v>
                </c:pt>
                <c:pt idx="1338">
                  <c:v>16725</c:v>
                </c:pt>
                <c:pt idx="1339">
                  <c:v>16750</c:v>
                </c:pt>
                <c:pt idx="1340">
                  <c:v>16750</c:v>
                </c:pt>
                <c:pt idx="1341">
                  <c:v>16775</c:v>
                </c:pt>
                <c:pt idx="1342">
                  <c:v>16775</c:v>
                </c:pt>
                <c:pt idx="1343">
                  <c:v>16800</c:v>
                </c:pt>
                <c:pt idx="1344">
                  <c:v>16800</c:v>
                </c:pt>
                <c:pt idx="1345">
                  <c:v>16825</c:v>
                </c:pt>
                <c:pt idx="1346">
                  <c:v>16825</c:v>
                </c:pt>
                <c:pt idx="1347">
                  <c:v>16850</c:v>
                </c:pt>
                <c:pt idx="1348">
                  <c:v>16850</c:v>
                </c:pt>
                <c:pt idx="1349">
                  <c:v>16875</c:v>
                </c:pt>
                <c:pt idx="1350">
                  <c:v>16875</c:v>
                </c:pt>
                <c:pt idx="1351">
                  <c:v>16900</c:v>
                </c:pt>
                <c:pt idx="1352">
                  <c:v>16900</c:v>
                </c:pt>
                <c:pt idx="1353">
                  <c:v>16925</c:v>
                </c:pt>
                <c:pt idx="1354">
                  <c:v>16925</c:v>
                </c:pt>
                <c:pt idx="1355">
                  <c:v>16950</c:v>
                </c:pt>
                <c:pt idx="1356">
                  <c:v>16950</c:v>
                </c:pt>
                <c:pt idx="1357">
                  <c:v>16975</c:v>
                </c:pt>
                <c:pt idx="1358">
                  <c:v>16975</c:v>
                </c:pt>
                <c:pt idx="1359">
                  <c:v>17000</c:v>
                </c:pt>
                <c:pt idx="1360">
                  <c:v>17000</c:v>
                </c:pt>
                <c:pt idx="1361">
                  <c:v>17025</c:v>
                </c:pt>
                <c:pt idx="1362">
                  <c:v>17025</c:v>
                </c:pt>
                <c:pt idx="1363">
                  <c:v>17050</c:v>
                </c:pt>
                <c:pt idx="1364">
                  <c:v>17050</c:v>
                </c:pt>
                <c:pt idx="1365">
                  <c:v>17075</c:v>
                </c:pt>
                <c:pt idx="1366">
                  <c:v>17075</c:v>
                </c:pt>
                <c:pt idx="1367">
                  <c:v>17100</c:v>
                </c:pt>
                <c:pt idx="1368">
                  <c:v>17100</c:v>
                </c:pt>
                <c:pt idx="1369">
                  <c:v>17125</c:v>
                </c:pt>
                <c:pt idx="1370">
                  <c:v>17125</c:v>
                </c:pt>
                <c:pt idx="1371">
                  <c:v>17150</c:v>
                </c:pt>
                <c:pt idx="1372">
                  <c:v>17150</c:v>
                </c:pt>
                <c:pt idx="1373">
                  <c:v>17175</c:v>
                </c:pt>
                <c:pt idx="1374">
                  <c:v>17175</c:v>
                </c:pt>
                <c:pt idx="1375">
                  <c:v>17200</c:v>
                </c:pt>
                <c:pt idx="1376">
                  <c:v>17200</c:v>
                </c:pt>
                <c:pt idx="1377">
                  <c:v>17225</c:v>
                </c:pt>
                <c:pt idx="1378">
                  <c:v>17225</c:v>
                </c:pt>
                <c:pt idx="1379">
                  <c:v>17250</c:v>
                </c:pt>
                <c:pt idx="1380">
                  <c:v>17250</c:v>
                </c:pt>
                <c:pt idx="1381">
                  <c:v>17275</c:v>
                </c:pt>
                <c:pt idx="1382">
                  <c:v>17275</c:v>
                </c:pt>
                <c:pt idx="1383">
                  <c:v>17300</c:v>
                </c:pt>
                <c:pt idx="1384">
                  <c:v>17300</c:v>
                </c:pt>
                <c:pt idx="1385">
                  <c:v>17325</c:v>
                </c:pt>
                <c:pt idx="1386">
                  <c:v>17325</c:v>
                </c:pt>
                <c:pt idx="1387">
                  <c:v>17350</c:v>
                </c:pt>
                <c:pt idx="1388">
                  <c:v>17350</c:v>
                </c:pt>
                <c:pt idx="1389">
                  <c:v>17375</c:v>
                </c:pt>
                <c:pt idx="1390">
                  <c:v>17375</c:v>
                </c:pt>
                <c:pt idx="1391">
                  <c:v>17400</c:v>
                </c:pt>
                <c:pt idx="1392">
                  <c:v>17400</c:v>
                </c:pt>
                <c:pt idx="1393">
                  <c:v>17425</c:v>
                </c:pt>
                <c:pt idx="1394">
                  <c:v>17425</c:v>
                </c:pt>
                <c:pt idx="1395">
                  <c:v>17450</c:v>
                </c:pt>
                <c:pt idx="1396">
                  <c:v>17450</c:v>
                </c:pt>
                <c:pt idx="1397">
                  <c:v>17475</c:v>
                </c:pt>
                <c:pt idx="1398">
                  <c:v>17475</c:v>
                </c:pt>
                <c:pt idx="1399">
                  <c:v>17500</c:v>
                </c:pt>
                <c:pt idx="1400">
                  <c:v>17500</c:v>
                </c:pt>
                <c:pt idx="1401">
                  <c:v>17525</c:v>
                </c:pt>
                <c:pt idx="1402">
                  <c:v>17525</c:v>
                </c:pt>
                <c:pt idx="1403">
                  <c:v>17550</c:v>
                </c:pt>
                <c:pt idx="1404">
                  <c:v>17550</c:v>
                </c:pt>
                <c:pt idx="1405">
                  <c:v>17575</c:v>
                </c:pt>
                <c:pt idx="1406">
                  <c:v>17575</c:v>
                </c:pt>
                <c:pt idx="1407">
                  <c:v>17600</c:v>
                </c:pt>
                <c:pt idx="1408">
                  <c:v>17600</c:v>
                </c:pt>
                <c:pt idx="1409">
                  <c:v>17625</c:v>
                </c:pt>
                <c:pt idx="1410">
                  <c:v>17625</c:v>
                </c:pt>
                <c:pt idx="1411">
                  <c:v>17650</c:v>
                </c:pt>
                <c:pt idx="1412">
                  <c:v>17650</c:v>
                </c:pt>
                <c:pt idx="1413">
                  <c:v>17675</c:v>
                </c:pt>
                <c:pt idx="1414">
                  <c:v>17675</c:v>
                </c:pt>
                <c:pt idx="1415">
                  <c:v>17700</c:v>
                </c:pt>
                <c:pt idx="1416">
                  <c:v>17700</c:v>
                </c:pt>
                <c:pt idx="1417">
                  <c:v>17725</c:v>
                </c:pt>
                <c:pt idx="1418">
                  <c:v>17725</c:v>
                </c:pt>
                <c:pt idx="1419">
                  <c:v>17750</c:v>
                </c:pt>
                <c:pt idx="1420">
                  <c:v>17750</c:v>
                </c:pt>
                <c:pt idx="1421">
                  <c:v>17775</c:v>
                </c:pt>
                <c:pt idx="1422">
                  <c:v>17775</c:v>
                </c:pt>
                <c:pt idx="1423">
                  <c:v>17800</c:v>
                </c:pt>
                <c:pt idx="1424">
                  <c:v>17800</c:v>
                </c:pt>
                <c:pt idx="1425">
                  <c:v>17825</c:v>
                </c:pt>
                <c:pt idx="1426">
                  <c:v>17825</c:v>
                </c:pt>
                <c:pt idx="1427">
                  <c:v>17850</c:v>
                </c:pt>
                <c:pt idx="1428">
                  <c:v>17850</c:v>
                </c:pt>
                <c:pt idx="1429">
                  <c:v>17875</c:v>
                </c:pt>
                <c:pt idx="1430">
                  <c:v>17875</c:v>
                </c:pt>
                <c:pt idx="1431">
                  <c:v>17900</c:v>
                </c:pt>
                <c:pt idx="1432">
                  <c:v>17900</c:v>
                </c:pt>
                <c:pt idx="1433">
                  <c:v>17925</c:v>
                </c:pt>
                <c:pt idx="1434">
                  <c:v>17925</c:v>
                </c:pt>
                <c:pt idx="1435">
                  <c:v>17950</c:v>
                </c:pt>
                <c:pt idx="1436">
                  <c:v>17950</c:v>
                </c:pt>
                <c:pt idx="1437">
                  <c:v>17975</c:v>
                </c:pt>
                <c:pt idx="1438">
                  <c:v>17975</c:v>
                </c:pt>
                <c:pt idx="1439">
                  <c:v>18000</c:v>
                </c:pt>
                <c:pt idx="1440">
                  <c:v>18000</c:v>
                </c:pt>
                <c:pt idx="1441">
                  <c:v>18025</c:v>
                </c:pt>
                <c:pt idx="1442">
                  <c:v>18025</c:v>
                </c:pt>
                <c:pt idx="1443">
                  <c:v>18050</c:v>
                </c:pt>
                <c:pt idx="1444">
                  <c:v>18050</c:v>
                </c:pt>
                <c:pt idx="1445">
                  <c:v>18075</c:v>
                </c:pt>
                <c:pt idx="1446">
                  <c:v>18075</c:v>
                </c:pt>
                <c:pt idx="1447">
                  <c:v>18100</c:v>
                </c:pt>
                <c:pt idx="1448">
                  <c:v>18100</c:v>
                </c:pt>
                <c:pt idx="1449">
                  <c:v>18125</c:v>
                </c:pt>
                <c:pt idx="1450">
                  <c:v>18125</c:v>
                </c:pt>
                <c:pt idx="1451">
                  <c:v>18150</c:v>
                </c:pt>
                <c:pt idx="1452">
                  <c:v>18150</c:v>
                </c:pt>
                <c:pt idx="1453">
                  <c:v>18175</c:v>
                </c:pt>
                <c:pt idx="1454">
                  <c:v>18175</c:v>
                </c:pt>
                <c:pt idx="1455">
                  <c:v>18200</c:v>
                </c:pt>
                <c:pt idx="1456">
                  <c:v>18200</c:v>
                </c:pt>
                <c:pt idx="1457">
                  <c:v>18225</c:v>
                </c:pt>
                <c:pt idx="1458">
                  <c:v>18225</c:v>
                </c:pt>
                <c:pt idx="1459">
                  <c:v>18250</c:v>
                </c:pt>
                <c:pt idx="1460">
                  <c:v>18250</c:v>
                </c:pt>
                <c:pt idx="1461">
                  <c:v>18275</c:v>
                </c:pt>
                <c:pt idx="1462">
                  <c:v>18275</c:v>
                </c:pt>
                <c:pt idx="1463">
                  <c:v>18300</c:v>
                </c:pt>
                <c:pt idx="1464">
                  <c:v>18300</c:v>
                </c:pt>
                <c:pt idx="1465">
                  <c:v>18325</c:v>
                </c:pt>
                <c:pt idx="1466">
                  <c:v>18325</c:v>
                </c:pt>
                <c:pt idx="1467">
                  <c:v>18350</c:v>
                </c:pt>
                <c:pt idx="1468">
                  <c:v>18350</c:v>
                </c:pt>
                <c:pt idx="1469">
                  <c:v>18375</c:v>
                </c:pt>
                <c:pt idx="1470">
                  <c:v>18375</c:v>
                </c:pt>
                <c:pt idx="1471">
                  <c:v>18400</c:v>
                </c:pt>
                <c:pt idx="1472">
                  <c:v>18400</c:v>
                </c:pt>
                <c:pt idx="1473">
                  <c:v>18425</c:v>
                </c:pt>
                <c:pt idx="1474">
                  <c:v>18425</c:v>
                </c:pt>
                <c:pt idx="1475">
                  <c:v>18450</c:v>
                </c:pt>
                <c:pt idx="1476">
                  <c:v>18450</c:v>
                </c:pt>
                <c:pt idx="1477">
                  <c:v>18475</c:v>
                </c:pt>
                <c:pt idx="1478">
                  <c:v>18475</c:v>
                </c:pt>
                <c:pt idx="1479">
                  <c:v>18500</c:v>
                </c:pt>
                <c:pt idx="1480">
                  <c:v>18500</c:v>
                </c:pt>
                <c:pt idx="1481">
                  <c:v>18525</c:v>
                </c:pt>
                <c:pt idx="1482">
                  <c:v>18525</c:v>
                </c:pt>
                <c:pt idx="1483">
                  <c:v>18550</c:v>
                </c:pt>
                <c:pt idx="1484">
                  <c:v>18550</c:v>
                </c:pt>
                <c:pt idx="1485">
                  <c:v>18575</c:v>
                </c:pt>
                <c:pt idx="1486">
                  <c:v>18575</c:v>
                </c:pt>
                <c:pt idx="1487">
                  <c:v>18600</c:v>
                </c:pt>
                <c:pt idx="1488">
                  <c:v>18600</c:v>
                </c:pt>
                <c:pt idx="1489">
                  <c:v>18625</c:v>
                </c:pt>
                <c:pt idx="1490">
                  <c:v>18625</c:v>
                </c:pt>
                <c:pt idx="1491">
                  <c:v>18650</c:v>
                </c:pt>
                <c:pt idx="1492">
                  <c:v>18650</c:v>
                </c:pt>
                <c:pt idx="1493">
                  <c:v>18675</c:v>
                </c:pt>
                <c:pt idx="1494">
                  <c:v>18675</c:v>
                </c:pt>
                <c:pt idx="1495">
                  <c:v>18700</c:v>
                </c:pt>
                <c:pt idx="1496">
                  <c:v>18700</c:v>
                </c:pt>
                <c:pt idx="1497">
                  <c:v>18725</c:v>
                </c:pt>
                <c:pt idx="1498">
                  <c:v>18725</c:v>
                </c:pt>
                <c:pt idx="1499">
                  <c:v>18750</c:v>
                </c:pt>
                <c:pt idx="1500">
                  <c:v>18750</c:v>
                </c:pt>
                <c:pt idx="1501">
                  <c:v>18775</c:v>
                </c:pt>
                <c:pt idx="1502">
                  <c:v>18775</c:v>
                </c:pt>
                <c:pt idx="1503">
                  <c:v>18800</c:v>
                </c:pt>
                <c:pt idx="1504">
                  <c:v>18800</c:v>
                </c:pt>
                <c:pt idx="1505">
                  <c:v>18825</c:v>
                </c:pt>
                <c:pt idx="1506">
                  <c:v>18825</c:v>
                </c:pt>
                <c:pt idx="1507">
                  <c:v>18850</c:v>
                </c:pt>
                <c:pt idx="1508">
                  <c:v>18850</c:v>
                </c:pt>
                <c:pt idx="1509">
                  <c:v>18875</c:v>
                </c:pt>
                <c:pt idx="1510">
                  <c:v>18875</c:v>
                </c:pt>
                <c:pt idx="1511">
                  <c:v>18900</c:v>
                </c:pt>
                <c:pt idx="1512">
                  <c:v>18900</c:v>
                </c:pt>
                <c:pt idx="1513">
                  <c:v>18925</c:v>
                </c:pt>
                <c:pt idx="1514">
                  <c:v>18925</c:v>
                </c:pt>
                <c:pt idx="1515">
                  <c:v>18950</c:v>
                </c:pt>
                <c:pt idx="1516">
                  <c:v>18950</c:v>
                </c:pt>
                <c:pt idx="1517">
                  <c:v>18975</c:v>
                </c:pt>
                <c:pt idx="1518">
                  <c:v>18975</c:v>
                </c:pt>
                <c:pt idx="1519">
                  <c:v>19000</c:v>
                </c:pt>
                <c:pt idx="1520">
                  <c:v>19000</c:v>
                </c:pt>
                <c:pt idx="1521">
                  <c:v>19025</c:v>
                </c:pt>
                <c:pt idx="1522">
                  <c:v>19025</c:v>
                </c:pt>
                <c:pt idx="1523">
                  <c:v>19050</c:v>
                </c:pt>
                <c:pt idx="1524">
                  <c:v>19050</c:v>
                </c:pt>
                <c:pt idx="1525">
                  <c:v>19075</c:v>
                </c:pt>
                <c:pt idx="1526">
                  <c:v>19075</c:v>
                </c:pt>
                <c:pt idx="1527">
                  <c:v>19100</c:v>
                </c:pt>
                <c:pt idx="1528">
                  <c:v>19100</c:v>
                </c:pt>
                <c:pt idx="1529">
                  <c:v>19125</c:v>
                </c:pt>
                <c:pt idx="1530">
                  <c:v>19125</c:v>
                </c:pt>
                <c:pt idx="1531">
                  <c:v>19150</c:v>
                </c:pt>
                <c:pt idx="1532">
                  <c:v>19150</c:v>
                </c:pt>
                <c:pt idx="1533">
                  <c:v>19175</c:v>
                </c:pt>
                <c:pt idx="1534">
                  <c:v>19175</c:v>
                </c:pt>
                <c:pt idx="1535">
                  <c:v>19200</c:v>
                </c:pt>
                <c:pt idx="1536">
                  <c:v>19200</c:v>
                </c:pt>
                <c:pt idx="1537">
                  <c:v>19225</c:v>
                </c:pt>
                <c:pt idx="1538">
                  <c:v>19225</c:v>
                </c:pt>
                <c:pt idx="1539">
                  <c:v>19250</c:v>
                </c:pt>
                <c:pt idx="1540">
                  <c:v>19250</c:v>
                </c:pt>
                <c:pt idx="1541">
                  <c:v>19275</c:v>
                </c:pt>
                <c:pt idx="1542">
                  <c:v>19275</c:v>
                </c:pt>
                <c:pt idx="1543">
                  <c:v>19300</c:v>
                </c:pt>
                <c:pt idx="1544">
                  <c:v>19300</c:v>
                </c:pt>
                <c:pt idx="1545">
                  <c:v>19325</c:v>
                </c:pt>
                <c:pt idx="1546">
                  <c:v>19325</c:v>
                </c:pt>
                <c:pt idx="1547">
                  <c:v>19350</c:v>
                </c:pt>
                <c:pt idx="1548">
                  <c:v>19350</c:v>
                </c:pt>
                <c:pt idx="1549">
                  <c:v>19375</c:v>
                </c:pt>
                <c:pt idx="1550">
                  <c:v>19375</c:v>
                </c:pt>
                <c:pt idx="1551">
                  <c:v>19400</c:v>
                </c:pt>
                <c:pt idx="1552">
                  <c:v>19400</c:v>
                </c:pt>
                <c:pt idx="1553">
                  <c:v>19425</c:v>
                </c:pt>
                <c:pt idx="1554">
                  <c:v>19425</c:v>
                </c:pt>
                <c:pt idx="1555">
                  <c:v>19450</c:v>
                </c:pt>
                <c:pt idx="1556">
                  <c:v>19450</c:v>
                </c:pt>
                <c:pt idx="1557">
                  <c:v>19475</c:v>
                </c:pt>
                <c:pt idx="1558">
                  <c:v>19475</c:v>
                </c:pt>
                <c:pt idx="1559">
                  <c:v>19500</c:v>
                </c:pt>
                <c:pt idx="1560">
                  <c:v>19500</c:v>
                </c:pt>
                <c:pt idx="1561">
                  <c:v>19525</c:v>
                </c:pt>
                <c:pt idx="1562">
                  <c:v>19525</c:v>
                </c:pt>
                <c:pt idx="1563">
                  <c:v>19550</c:v>
                </c:pt>
                <c:pt idx="1564">
                  <c:v>19550</c:v>
                </c:pt>
                <c:pt idx="1565">
                  <c:v>19575</c:v>
                </c:pt>
                <c:pt idx="1566">
                  <c:v>19575</c:v>
                </c:pt>
                <c:pt idx="1567">
                  <c:v>19600</c:v>
                </c:pt>
                <c:pt idx="1568">
                  <c:v>19600</c:v>
                </c:pt>
                <c:pt idx="1569">
                  <c:v>19625</c:v>
                </c:pt>
                <c:pt idx="1570">
                  <c:v>19625</c:v>
                </c:pt>
                <c:pt idx="1571">
                  <c:v>19650</c:v>
                </c:pt>
                <c:pt idx="1572">
                  <c:v>19650</c:v>
                </c:pt>
                <c:pt idx="1573">
                  <c:v>19675</c:v>
                </c:pt>
                <c:pt idx="1574">
                  <c:v>19675</c:v>
                </c:pt>
                <c:pt idx="1575">
                  <c:v>19700</c:v>
                </c:pt>
                <c:pt idx="1576">
                  <c:v>19700</c:v>
                </c:pt>
                <c:pt idx="1577">
                  <c:v>19725</c:v>
                </c:pt>
                <c:pt idx="1578">
                  <c:v>19725</c:v>
                </c:pt>
                <c:pt idx="1579">
                  <c:v>19750</c:v>
                </c:pt>
                <c:pt idx="1580">
                  <c:v>19750</c:v>
                </c:pt>
                <c:pt idx="1581">
                  <c:v>19775</c:v>
                </c:pt>
                <c:pt idx="1582">
                  <c:v>19775</c:v>
                </c:pt>
                <c:pt idx="1583">
                  <c:v>19800</c:v>
                </c:pt>
                <c:pt idx="1584">
                  <c:v>19800</c:v>
                </c:pt>
                <c:pt idx="1585">
                  <c:v>19825</c:v>
                </c:pt>
                <c:pt idx="1586">
                  <c:v>19825</c:v>
                </c:pt>
                <c:pt idx="1587">
                  <c:v>19850</c:v>
                </c:pt>
                <c:pt idx="1588">
                  <c:v>19850</c:v>
                </c:pt>
                <c:pt idx="1589">
                  <c:v>19875</c:v>
                </c:pt>
                <c:pt idx="1590">
                  <c:v>19875</c:v>
                </c:pt>
                <c:pt idx="1591">
                  <c:v>19900</c:v>
                </c:pt>
                <c:pt idx="1592">
                  <c:v>19900</c:v>
                </c:pt>
                <c:pt idx="1593">
                  <c:v>19925</c:v>
                </c:pt>
                <c:pt idx="1594">
                  <c:v>19925</c:v>
                </c:pt>
                <c:pt idx="1595">
                  <c:v>19950</c:v>
                </c:pt>
                <c:pt idx="1596">
                  <c:v>19950</c:v>
                </c:pt>
                <c:pt idx="1597">
                  <c:v>19975</c:v>
                </c:pt>
                <c:pt idx="1598">
                  <c:v>19975</c:v>
                </c:pt>
                <c:pt idx="1599">
                  <c:v>20000</c:v>
                </c:pt>
                <c:pt idx="1600">
                  <c:v>20000</c:v>
                </c:pt>
                <c:pt idx="1601">
                  <c:v>20025</c:v>
                </c:pt>
                <c:pt idx="1602">
                  <c:v>20025</c:v>
                </c:pt>
                <c:pt idx="1603">
                  <c:v>20050</c:v>
                </c:pt>
                <c:pt idx="1604">
                  <c:v>20050</c:v>
                </c:pt>
                <c:pt idx="1605">
                  <c:v>20075</c:v>
                </c:pt>
                <c:pt idx="1606">
                  <c:v>20075</c:v>
                </c:pt>
                <c:pt idx="1607">
                  <c:v>20100</c:v>
                </c:pt>
                <c:pt idx="1608">
                  <c:v>20100</c:v>
                </c:pt>
                <c:pt idx="1609">
                  <c:v>20125</c:v>
                </c:pt>
                <c:pt idx="1610">
                  <c:v>20125</c:v>
                </c:pt>
                <c:pt idx="1611">
                  <c:v>20150</c:v>
                </c:pt>
                <c:pt idx="1612">
                  <c:v>20150</c:v>
                </c:pt>
                <c:pt idx="1613">
                  <c:v>20175</c:v>
                </c:pt>
                <c:pt idx="1614">
                  <c:v>20175</c:v>
                </c:pt>
                <c:pt idx="1615">
                  <c:v>20200</c:v>
                </c:pt>
                <c:pt idx="1616">
                  <c:v>20200</c:v>
                </c:pt>
                <c:pt idx="1617">
                  <c:v>20225</c:v>
                </c:pt>
                <c:pt idx="1618">
                  <c:v>20225</c:v>
                </c:pt>
                <c:pt idx="1619">
                  <c:v>20250</c:v>
                </c:pt>
                <c:pt idx="1620">
                  <c:v>20250</c:v>
                </c:pt>
                <c:pt idx="1621">
                  <c:v>20275</c:v>
                </c:pt>
                <c:pt idx="1622">
                  <c:v>20275</c:v>
                </c:pt>
                <c:pt idx="1623">
                  <c:v>20300</c:v>
                </c:pt>
                <c:pt idx="1624">
                  <c:v>20300</c:v>
                </c:pt>
                <c:pt idx="1625">
                  <c:v>20325</c:v>
                </c:pt>
                <c:pt idx="1626">
                  <c:v>20325</c:v>
                </c:pt>
                <c:pt idx="1627">
                  <c:v>20350</c:v>
                </c:pt>
                <c:pt idx="1628">
                  <c:v>20350</c:v>
                </c:pt>
                <c:pt idx="1629">
                  <c:v>20375</c:v>
                </c:pt>
                <c:pt idx="1630">
                  <c:v>20375</c:v>
                </c:pt>
                <c:pt idx="1631">
                  <c:v>20400</c:v>
                </c:pt>
                <c:pt idx="1632">
                  <c:v>20400</c:v>
                </c:pt>
                <c:pt idx="1633">
                  <c:v>20425</c:v>
                </c:pt>
                <c:pt idx="1634">
                  <c:v>20425</c:v>
                </c:pt>
                <c:pt idx="1635">
                  <c:v>20450</c:v>
                </c:pt>
                <c:pt idx="1636">
                  <c:v>20450</c:v>
                </c:pt>
                <c:pt idx="1637">
                  <c:v>20475</c:v>
                </c:pt>
                <c:pt idx="1638">
                  <c:v>20475</c:v>
                </c:pt>
                <c:pt idx="1639">
                  <c:v>20500</c:v>
                </c:pt>
                <c:pt idx="1640">
                  <c:v>20500</c:v>
                </c:pt>
                <c:pt idx="1641">
                  <c:v>20525</c:v>
                </c:pt>
                <c:pt idx="1642">
                  <c:v>20525</c:v>
                </c:pt>
                <c:pt idx="1643">
                  <c:v>20550</c:v>
                </c:pt>
                <c:pt idx="1644">
                  <c:v>20550</c:v>
                </c:pt>
                <c:pt idx="1645">
                  <c:v>20575</c:v>
                </c:pt>
                <c:pt idx="1646">
                  <c:v>20575</c:v>
                </c:pt>
                <c:pt idx="1647">
                  <c:v>20600</c:v>
                </c:pt>
                <c:pt idx="1648">
                  <c:v>20600</c:v>
                </c:pt>
                <c:pt idx="1649">
                  <c:v>20625</c:v>
                </c:pt>
                <c:pt idx="1650">
                  <c:v>20625</c:v>
                </c:pt>
                <c:pt idx="1651">
                  <c:v>20650</c:v>
                </c:pt>
                <c:pt idx="1652">
                  <c:v>20650</c:v>
                </c:pt>
                <c:pt idx="1653">
                  <c:v>20675</c:v>
                </c:pt>
                <c:pt idx="1654">
                  <c:v>20675</c:v>
                </c:pt>
                <c:pt idx="1655">
                  <c:v>20700</c:v>
                </c:pt>
                <c:pt idx="1656">
                  <c:v>20700</c:v>
                </c:pt>
                <c:pt idx="1657">
                  <c:v>20725</c:v>
                </c:pt>
                <c:pt idx="1658">
                  <c:v>20725</c:v>
                </c:pt>
                <c:pt idx="1659">
                  <c:v>20750</c:v>
                </c:pt>
                <c:pt idx="1660">
                  <c:v>20750</c:v>
                </c:pt>
                <c:pt idx="1661">
                  <c:v>20775</c:v>
                </c:pt>
                <c:pt idx="1662">
                  <c:v>20775</c:v>
                </c:pt>
                <c:pt idx="1663">
                  <c:v>20800</c:v>
                </c:pt>
                <c:pt idx="1664">
                  <c:v>20800</c:v>
                </c:pt>
                <c:pt idx="1665">
                  <c:v>20825</c:v>
                </c:pt>
                <c:pt idx="1666">
                  <c:v>20825</c:v>
                </c:pt>
                <c:pt idx="1667">
                  <c:v>20850</c:v>
                </c:pt>
                <c:pt idx="1668">
                  <c:v>20850</c:v>
                </c:pt>
                <c:pt idx="1669">
                  <c:v>20875</c:v>
                </c:pt>
                <c:pt idx="1670">
                  <c:v>20875</c:v>
                </c:pt>
                <c:pt idx="1671">
                  <c:v>20900</c:v>
                </c:pt>
                <c:pt idx="1672">
                  <c:v>20900</c:v>
                </c:pt>
                <c:pt idx="1673">
                  <c:v>20925</c:v>
                </c:pt>
                <c:pt idx="1674">
                  <c:v>20925</c:v>
                </c:pt>
                <c:pt idx="1675">
                  <c:v>20950</c:v>
                </c:pt>
                <c:pt idx="1676">
                  <c:v>20950</c:v>
                </c:pt>
                <c:pt idx="1677">
                  <c:v>20975</c:v>
                </c:pt>
                <c:pt idx="1678">
                  <c:v>20975</c:v>
                </c:pt>
                <c:pt idx="1679">
                  <c:v>21000</c:v>
                </c:pt>
                <c:pt idx="1680">
                  <c:v>21000</c:v>
                </c:pt>
                <c:pt idx="1681">
                  <c:v>21025</c:v>
                </c:pt>
                <c:pt idx="1682">
                  <c:v>21025</c:v>
                </c:pt>
                <c:pt idx="1683">
                  <c:v>21050</c:v>
                </c:pt>
                <c:pt idx="1684">
                  <c:v>21050</c:v>
                </c:pt>
                <c:pt idx="1685">
                  <c:v>21075</c:v>
                </c:pt>
                <c:pt idx="1686">
                  <c:v>21075</c:v>
                </c:pt>
                <c:pt idx="1687">
                  <c:v>21100</c:v>
                </c:pt>
                <c:pt idx="1688">
                  <c:v>21100</c:v>
                </c:pt>
                <c:pt idx="1689">
                  <c:v>21125</c:v>
                </c:pt>
                <c:pt idx="1690">
                  <c:v>21125</c:v>
                </c:pt>
                <c:pt idx="1691">
                  <c:v>21150</c:v>
                </c:pt>
                <c:pt idx="1692">
                  <c:v>21150</c:v>
                </c:pt>
                <c:pt idx="1693">
                  <c:v>21175</c:v>
                </c:pt>
                <c:pt idx="1694">
                  <c:v>21175</c:v>
                </c:pt>
                <c:pt idx="1695">
                  <c:v>21200</c:v>
                </c:pt>
                <c:pt idx="1696">
                  <c:v>21200</c:v>
                </c:pt>
                <c:pt idx="1697">
                  <c:v>21225</c:v>
                </c:pt>
                <c:pt idx="1698">
                  <c:v>21225</c:v>
                </c:pt>
                <c:pt idx="1699">
                  <c:v>21250</c:v>
                </c:pt>
                <c:pt idx="1700">
                  <c:v>21250</c:v>
                </c:pt>
                <c:pt idx="1701">
                  <c:v>21275</c:v>
                </c:pt>
                <c:pt idx="1702">
                  <c:v>21275</c:v>
                </c:pt>
                <c:pt idx="1703">
                  <c:v>21300</c:v>
                </c:pt>
                <c:pt idx="1704">
                  <c:v>21300</c:v>
                </c:pt>
                <c:pt idx="1705">
                  <c:v>21325</c:v>
                </c:pt>
                <c:pt idx="1706">
                  <c:v>21325</c:v>
                </c:pt>
                <c:pt idx="1707">
                  <c:v>21350</c:v>
                </c:pt>
                <c:pt idx="1708">
                  <c:v>21350</c:v>
                </c:pt>
                <c:pt idx="1709">
                  <c:v>21375</c:v>
                </c:pt>
                <c:pt idx="1710">
                  <c:v>21375</c:v>
                </c:pt>
                <c:pt idx="1711">
                  <c:v>21400</c:v>
                </c:pt>
                <c:pt idx="1712">
                  <c:v>21400</c:v>
                </c:pt>
                <c:pt idx="1713">
                  <c:v>21425</c:v>
                </c:pt>
                <c:pt idx="1714">
                  <c:v>21425</c:v>
                </c:pt>
                <c:pt idx="1715">
                  <c:v>21450</c:v>
                </c:pt>
                <c:pt idx="1716">
                  <c:v>21450</c:v>
                </c:pt>
                <c:pt idx="1717">
                  <c:v>21475</c:v>
                </c:pt>
                <c:pt idx="1718">
                  <c:v>21475</c:v>
                </c:pt>
                <c:pt idx="1719">
                  <c:v>21500</c:v>
                </c:pt>
                <c:pt idx="1720">
                  <c:v>21500</c:v>
                </c:pt>
                <c:pt idx="1721">
                  <c:v>21525</c:v>
                </c:pt>
                <c:pt idx="1722">
                  <c:v>21525</c:v>
                </c:pt>
                <c:pt idx="1723">
                  <c:v>21550</c:v>
                </c:pt>
                <c:pt idx="1724">
                  <c:v>21550</c:v>
                </c:pt>
                <c:pt idx="1725">
                  <c:v>21575</c:v>
                </c:pt>
                <c:pt idx="1726">
                  <c:v>21575</c:v>
                </c:pt>
                <c:pt idx="1727">
                  <c:v>21600</c:v>
                </c:pt>
                <c:pt idx="1728">
                  <c:v>21600</c:v>
                </c:pt>
                <c:pt idx="1729">
                  <c:v>21625</c:v>
                </c:pt>
                <c:pt idx="1730">
                  <c:v>21625</c:v>
                </c:pt>
                <c:pt idx="1731">
                  <c:v>21650</c:v>
                </c:pt>
                <c:pt idx="1732">
                  <c:v>21650</c:v>
                </c:pt>
                <c:pt idx="1733">
                  <c:v>21675</c:v>
                </c:pt>
                <c:pt idx="1734">
                  <c:v>21675</c:v>
                </c:pt>
                <c:pt idx="1735">
                  <c:v>21700</c:v>
                </c:pt>
                <c:pt idx="1736">
                  <c:v>21700</c:v>
                </c:pt>
                <c:pt idx="1737">
                  <c:v>21725</c:v>
                </c:pt>
                <c:pt idx="1738">
                  <c:v>21725</c:v>
                </c:pt>
                <c:pt idx="1739">
                  <c:v>21750</c:v>
                </c:pt>
                <c:pt idx="1740">
                  <c:v>21750</c:v>
                </c:pt>
                <c:pt idx="1741">
                  <c:v>21775</c:v>
                </c:pt>
                <c:pt idx="1742">
                  <c:v>21775</c:v>
                </c:pt>
                <c:pt idx="1743">
                  <c:v>21800</c:v>
                </c:pt>
                <c:pt idx="1744">
                  <c:v>21800</c:v>
                </c:pt>
                <c:pt idx="1745">
                  <c:v>21825</c:v>
                </c:pt>
                <c:pt idx="1746">
                  <c:v>21825</c:v>
                </c:pt>
                <c:pt idx="1747">
                  <c:v>21850</c:v>
                </c:pt>
                <c:pt idx="1748">
                  <c:v>21850</c:v>
                </c:pt>
                <c:pt idx="1749">
                  <c:v>21875</c:v>
                </c:pt>
                <c:pt idx="1750">
                  <c:v>21875</c:v>
                </c:pt>
                <c:pt idx="1751">
                  <c:v>21900</c:v>
                </c:pt>
                <c:pt idx="1752">
                  <c:v>21900</c:v>
                </c:pt>
                <c:pt idx="1753">
                  <c:v>21925</c:v>
                </c:pt>
                <c:pt idx="1754">
                  <c:v>21925</c:v>
                </c:pt>
                <c:pt idx="1755">
                  <c:v>21950</c:v>
                </c:pt>
                <c:pt idx="1756">
                  <c:v>21950</c:v>
                </c:pt>
                <c:pt idx="1757">
                  <c:v>21975</c:v>
                </c:pt>
                <c:pt idx="1758">
                  <c:v>21975</c:v>
                </c:pt>
                <c:pt idx="1759">
                  <c:v>22000</c:v>
                </c:pt>
                <c:pt idx="1760">
                  <c:v>22000</c:v>
                </c:pt>
                <c:pt idx="1761">
                  <c:v>22025</c:v>
                </c:pt>
                <c:pt idx="1762">
                  <c:v>22025</c:v>
                </c:pt>
                <c:pt idx="1763">
                  <c:v>22050</c:v>
                </c:pt>
                <c:pt idx="1764">
                  <c:v>22050</c:v>
                </c:pt>
                <c:pt idx="1765">
                  <c:v>22075</c:v>
                </c:pt>
                <c:pt idx="1766">
                  <c:v>22075</c:v>
                </c:pt>
                <c:pt idx="1767">
                  <c:v>22100</c:v>
                </c:pt>
                <c:pt idx="1768">
                  <c:v>22100</c:v>
                </c:pt>
                <c:pt idx="1769">
                  <c:v>22125</c:v>
                </c:pt>
                <c:pt idx="1770">
                  <c:v>22125</c:v>
                </c:pt>
                <c:pt idx="1771">
                  <c:v>22150</c:v>
                </c:pt>
                <c:pt idx="1772">
                  <c:v>22150</c:v>
                </c:pt>
                <c:pt idx="1773">
                  <c:v>22175</c:v>
                </c:pt>
                <c:pt idx="1774">
                  <c:v>22175</c:v>
                </c:pt>
                <c:pt idx="1775">
                  <c:v>22200</c:v>
                </c:pt>
                <c:pt idx="1776">
                  <c:v>22200</c:v>
                </c:pt>
                <c:pt idx="1777">
                  <c:v>22225</c:v>
                </c:pt>
                <c:pt idx="1778">
                  <c:v>22225</c:v>
                </c:pt>
                <c:pt idx="1779">
                  <c:v>22250</c:v>
                </c:pt>
                <c:pt idx="1780">
                  <c:v>22250</c:v>
                </c:pt>
                <c:pt idx="1781">
                  <c:v>22275</c:v>
                </c:pt>
                <c:pt idx="1782">
                  <c:v>22275</c:v>
                </c:pt>
                <c:pt idx="1783">
                  <c:v>22300</c:v>
                </c:pt>
                <c:pt idx="1784">
                  <c:v>22300</c:v>
                </c:pt>
                <c:pt idx="1785">
                  <c:v>22325</c:v>
                </c:pt>
                <c:pt idx="1786">
                  <c:v>22325</c:v>
                </c:pt>
                <c:pt idx="1787">
                  <c:v>22350</c:v>
                </c:pt>
                <c:pt idx="1788">
                  <c:v>22350</c:v>
                </c:pt>
                <c:pt idx="1789">
                  <c:v>22375</c:v>
                </c:pt>
                <c:pt idx="1790">
                  <c:v>22375</c:v>
                </c:pt>
                <c:pt idx="1791">
                  <c:v>22400</c:v>
                </c:pt>
                <c:pt idx="1792">
                  <c:v>22400</c:v>
                </c:pt>
                <c:pt idx="1793">
                  <c:v>22425</c:v>
                </c:pt>
                <c:pt idx="1794">
                  <c:v>22425</c:v>
                </c:pt>
                <c:pt idx="1795">
                  <c:v>22450</c:v>
                </c:pt>
                <c:pt idx="1796">
                  <c:v>22450</c:v>
                </c:pt>
                <c:pt idx="1797">
                  <c:v>22475</c:v>
                </c:pt>
                <c:pt idx="1798">
                  <c:v>22475</c:v>
                </c:pt>
                <c:pt idx="1799">
                  <c:v>22500</c:v>
                </c:pt>
                <c:pt idx="1800">
                  <c:v>22500</c:v>
                </c:pt>
                <c:pt idx="1801">
                  <c:v>22525</c:v>
                </c:pt>
                <c:pt idx="1802">
                  <c:v>22525</c:v>
                </c:pt>
                <c:pt idx="1803">
                  <c:v>22550</c:v>
                </c:pt>
                <c:pt idx="1804">
                  <c:v>22550</c:v>
                </c:pt>
                <c:pt idx="1805">
                  <c:v>22575</c:v>
                </c:pt>
                <c:pt idx="1806">
                  <c:v>22575</c:v>
                </c:pt>
                <c:pt idx="1807">
                  <c:v>22600</c:v>
                </c:pt>
                <c:pt idx="1808">
                  <c:v>22600</c:v>
                </c:pt>
                <c:pt idx="1809">
                  <c:v>22625</c:v>
                </c:pt>
                <c:pt idx="1810">
                  <c:v>22625</c:v>
                </c:pt>
                <c:pt idx="1811">
                  <c:v>22650</c:v>
                </c:pt>
                <c:pt idx="1812">
                  <c:v>22650</c:v>
                </c:pt>
                <c:pt idx="1813">
                  <c:v>22675</c:v>
                </c:pt>
                <c:pt idx="1814">
                  <c:v>22675</c:v>
                </c:pt>
                <c:pt idx="1815">
                  <c:v>22700</c:v>
                </c:pt>
                <c:pt idx="1816">
                  <c:v>22700</c:v>
                </c:pt>
                <c:pt idx="1817">
                  <c:v>22725</c:v>
                </c:pt>
                <c:pt idx="1818">
                  <c:v>22725</c:v>
                </c:pt>
                <c:pt idx="1819">
                  <c:v>22750</c:v>
                </c:pt>
                <c:pt idx="1820">
                  <c:v>22750</c:v>
                </c:pt>
                <c:pt idx="1821">
                  <c:v>22775</c:v>
                </c:pt>
                <c:pt idx="1822">
                  <c:v>22775</c:v>
                </c:pt>
                <c:pt idx="1823">
                  <c:v>22800</c:v>
                </c:pt>
                <c:pt idx="1824">
                  <c:v>22800</c:v>
                </c:pt>
                <c:pt idx="1825">
                  <c:v>22825</c:v>
                </c:pt>
                <c:pt idx="1826">
                  <c:v>22825</c:v>
                </c:pt>
                <c:pt idx="1827">
                  <c:v>22850</c:v>
                </c:pt>
                <c:pt idx="1828">
                  <c:v>22850</c:v>
                </c:pt>
                <c:pt idx="1829">
                  <c:v>22875</c:v>
                </c:pt>
                <c:pt idx="1830">
                  <c:v>22875</c:v>
                </c:pt>
                <c:pt idx="1831">
                  <c:v>22900</c:v>
                </c:pt>
                <c:pt idx="1832">
                  <c:v>22900</c:v>
                </c:pt>
                <c:pt idx="1833">
                  <c:v>22925</c:v>
                </c:pt>
                <c:pt idx="1834">
                  <c:v>22925</c:v>
                </c:pt>
                <c:pt idx="1835">
                  <c:v>22950</c:v>
                </c:pt>
                <c:pt idx="1836">
                  <c:v>22950</c:v>
                </c:pt>
                <c:pt idx="1837">
                  <c:v>22975</c:v>
                </c:pt>
                <c:pt idx="1838">
                  <c:v>22975</c:v>
                </c:pt>
                <c:pt idx="1839">
                  <c:v>23000</c:v>
                </c:pt>
                <c:pt idx="1840">
                  <c:v>23000</c:v>
                </c:pt>
                <c:pt idx="1841">
                  <c:v>23025</c:v>
                </c:pt>
                <c:pt idx="1842">
                  <c:v>23025</c:v>
                </c:pt>
                <c:pt idx="1843">
                  <c:v>23050</c:v>
                </c:pt>
                <c:pt idx="1844">
                  <c:v>23050</c:v>
                </c:pt>
                <c:pt idx="1845">
                  <c:v>23075</c:v>
                </c:pt>
                <c:pt idx="1846">
                  <c:v>23075</c:v>
                </c:pt>
                <c:pt idx="1847">
                  <c:v>23100</c:v>
                </c:pt>
                <c:pt idx="1848">
                  <c:v>23100</c:v>
                </c:pt>
                <c:pt idx="1849">
                  <c:v>23125</c:v>
                </c:pt>
                <c:pt idx="1850">
                  <c:v>23125</c:v>
                </c:pt>
                <c:pt idx="1851">
                  <c:v>23150</c:v>
                </c:pt>
                <c:pt idx="1852">
                  <c:v>23150</c:v>
                </c:pt>
                <c:pt idx="1853">
                  <c:v>23175</c:v>
                </c:pt>
                <c:pt idx="1854">
                  <c:v>23175</c:v>
                </c:pt>
                <c:pt idx="1855">
                  <c:v>23200</c:v>
                </c:pt>
                <c:pt idx="1856">
                  <c:v>23200</c:v>
                </c:pt>
                <c:pt idx="1857">
                  <c:v>23225</c:v>
                </c:pt>
                <c:pt idx="1858">
                  <c:v>23225</c:v>
                </c:pt>
                <c:pt idx="1859">
                  <c:v>23250</c:v>
                </c:pt>
                <c:pt idx="1860">
                  <c:v>23250</c:v>
                </c:pt>
                <c:pt idx="1861">
                  <c:v>23275</c:v>
                </c:pt>
                <c:pt idx="1862">
                  <c:v>23275</c:v>
                </c:pt>
                <c:pt idx="1863">
                  <c:v>23300</c:v>
                </c:pt>
                <c:pt idx="1864">
                  <c:v>23300</c:v>
                </c:pt>
                <c:pt idx="1865">
                  <c:v>23325</c:v>
                </c:pt>
                <c:pt idx="1866">
                  <c:v>23325</c:v>
                </c:pt>
                <c:pt idx="1867">
                  <c:v>23350</c:v>
                </c:pt>
                <c:pt idx="1868">
                  <c:v>23350</c:v>
                </c:pt>
                <c:pt idx="1869">
                  <c:v>23375</c:v>
                </c:pt>
                <c:pt idx="1870">
                  <c:v>23375</c:v>
                </c:pt>
                <c:pt idx="1871">
                  <c:v>23400</c:v>
                </c:pt>
                <c:pt idx="1872">
                  <c:v>23400</c:v>
                </c:pt>
                <c:pt idx="1873">
                  <c:v>23425</c:v>
                </c:pt>
                <c:pt idx="1874">
                  <c:v>23425</c:v>
                </c:pt>
                <c:pt idx="1875">
                  <c:v>23450</c:v>
                </c:pt>
                <c:pt idx="1876">
                  <c:v>23450</c:v>
                </c:pt>
                <c:pt idx="1877">
                  <c:v>23475</c:v>
                </c:pt>
                <c:pt idx="1878">
                  <c:v>23475</c:v>
                </c:pt>
                <c:pt idx="1879">
                  <c:v>23500</c:v>
                </c:pt>
                <c:pt idx="1880">
                  <c:v>23500</c:v>
                </c:pt>
                <c:pt idx="1881">
                  <c:v>23525</c:v>
                </c:pt>
                <c:pt idx="1882">
                  <c:v>23525</c:v>
                </c:pt>
                <c:pt idx="1883">
                  <c:v>23550</c:v>
                </c:pt>
                <c:pt idx="1884">
                  <c:v>23550</c:v>
                </c:pt>
                <c:pt idx="1885">
                  <c:v>23575</c:v>
                </c:pt>
                <c:pt idx="1886">
                  <c:v>23575</c:v>
                </c:pt>
                <c:pt idx="1887">
                  <c:v>23600</c:v>
                </c:pt>
                <c:pt idx="1888">
                  <c:v>23600</c:v>
                </c:pt>
                <c:pt idx="1889">
                  <c:v>23625</c:v>
                </c:pt>
                <c:pt idx="1890">
                  <c:v>23625</c:v>
                </c:pt>
                <c:pt idx="1891">
                  <c:v>23650</c:v>
                </c:pt>
                <c:pt idx="1892">
                  <c:v>23650</c:v>
                </c:pt>
                <c:pt idx="1893">
                  <c:v>23675</c:v>
                </c:pt>
                <c:pt idx="1894">
                  <c:v>23675</c:v>
                </c:pt>
                <c:pt idx="1895">
                  <c:v>23700</c:v>
                </c:pt>
                <c:pt idx="1896">
                  <c:v>23700</c:v>
                </c:pt>
                <c:pt idx="1897">
                  <c:v>23725</c:v>
                </c:pt>
                <c:pt idx="1898">
                  <c:v>23725</c:v>
                </c:pt>
                <c:pt idx="1899">
                  <c:v>23750</c:v>
                </c:pt>
                <c:pt idx="1900">
                  <c:v>23750</c:v>
                </c:pt>
                <c:pt idx="1901">
                  <c:v>23775</c:v>
                </c:pt>
                <c:pt idx="1902">
                  <c:v>23775</c:v>
                </c:pt>
                <c:pt idx="1903">
                  <c:v>23800</c:v>
                </c:pt>
                <c:pt idx="1904">
                  <c:v>23800</c:v>
                </c:pt>
                <c:pt idx="1905">
                  <c:v>23825</c:v>
                </c:pt>
                <c:pt idx="1906">
                  <c:v>23825</c:v>
                </c:pt>
                <c:pt idx="1907">
                  <c:v>23850</c:v>
                </c:pt>
                <c:pt idx="1908">
                  <c:v>23850</c:v>
                </c:pt>
                <c:pt idx="1909">
                  <c:v>23875</c:v>
                </c:pt>
                <c:pt idx="1910">
                  <c:v>23875</c:v>
                </c:pt>
                <c:pt idx="1911">
                  <c:v>23900</c:v>
                </c:pt>
                <c:pt idx="1912">
                  <c:v>23900</c:v>
                </c:pt>
                <c:pt idx="1913">
                  <c:v>23925</c:v>
                </c:pt>
                <c:pt idx="1914">
                  <c:v>23925</c:v>
                </c:pt>
                <c:pt idx="1915">
                  <c:v>23950</c:v>
                </c:pt>
                <c:pt idx="1916">
                  <c:v>23950</c:v>
                </c:pt>
                <c:pt idx="1917">
                  <c:v>23975</c:v>
                </c:pt>
                <c:pt idx="1918">
                  <c:v>23975</c:v>
                </c:pt>
                <c:pt idx="1919">
                  <c:v>24000</c:v>
                </c:pt>
                <c:pt idx="1920">
                  <c:v>24000</c:v>
                </c:pt>
                <c:pt idx="1921">
                  <c:v>24025</c:v>
                </c:pt>
                <c:pt idx="1922">
                  <c:v>24025</c:v>
                </c:pt>
                <c:pt idx="1923">
                  <c:v>24050</c:v>
                </c:pt>
                <c:pt idx="1924">
                  <c:v>24050</c:v>
                </c:pt>
                <c:pt idx="1925">
                  <c:v>24075</c:v>
                </c:pt>
                <c:pt idx="1926">
                  <c:v>24075</c:v>
                </c:pt>
                <c:pt idx="1927">
                  <c:v>24100</c:v>
                </c:pt>
                <c:pt idx="1928">
                  <c:v>24100</c:v>
                </c:pt>
                <c:pt idx="1929">
                  <c:v>24125</c:v>
                </c:pt>
                <c:pt idx="1930">
                  <c:v>24125</c:v>
                </c:pt>
                <c:pt idx="1931">
                  <c:v>24150</c:v>
                </c:pt>
                <c:pt idx="1932">
                  <c:v>24150</c:v>
                </c:pt>
                <c:pt idx="1933">
                  <c:v>24175</c:v>
                </c:pt>
                <c:pt idx="1934">
                  <c:v>24175</c:v>
                </c:pt>
                <c:pt idx="1935">
                  <c:v>24200</c:v>
                </c:pt>
                <c:pt idx="1936">
                  <c:v>24200</c:v>
                </c:pt>
                <c:pt idx="1937">
                  <c:v>24225</c:v>
                </c:pt>
                <c:pt idx="1938">
                  <c:v>24225</c:v>
                </c:pt>
                <c:pt idx="1939">
                  <c:v>24250</c:v>
                </c:pt>
                <c:pt idx="1940">
                  <c:v>24250</c:v>
                </c:pt>
                <c:pt idx="1941">
                  <c:v>24275</c:v>
                </c:pt>
                <c:pt idx="1942">
                  <c:v>24275</c:v>
                </c:pt>
                <c:pt idx="1943">
                  <c:v>24300</c:v>
                </c:pt>
                <c:pt idx="1944">
                  <c:v>24300</c:v>
                </c:pt>
                <c:pt idx="1945">
                  <c:v>24325</c:v>
                </c:pt>
                <c:pt idx="1946">
                  <c:v>24325</c:v>
                </c:pt>
                <c:pt idx="1947">
                  <c:v>24350</c:v>
                </c:pt>
                <c:pt idx="1948">
                  <c:v>24350</c:v>
                </c:pt>
                <c:pt idx="1949">
                  <c:v>24375</c:v>
                </c:pt>
                <c:pt idx="1950">
                  <c:v>24375</c:v>
                </c:pt>
                <c:pt idx="1951">
                  <c:v>24400</c:v>
                </c:pt>
                <c:pt idx="1952">
                  <c:v>24400</c:v>
                </c:pt>
                <c:pt idx="1953">
                  <c:v>24425</c:v>
                </c:pt>
                <c:pt idx="1954">
                  <c:v>24425</c:v>
                </c:pt>
                <c:pt idx="1955">
                  <c:v>24450</c:v>
                </c:pt>
                <c:pt idx="1956">
                  <c:v>24450</c:v>
                </c:pt>
                <c:pt idx="1957">
                  <c:v>24475</c:v>
                </c:pt>
                <c:pt idx="1958">
                  <c:v>24475</c:v>
                </c:pt>
                <c:pt idx="1959">
                  <c:v>24500</c:v>
                </c:pt>
                <c:pt idx="1960">
                  <c:v>24500</c:v>
                </c:pt>
                <c:pt idx="1961">
                  <c:v>24525</c:v>
                </c:pt>
                <c:pt idx="1962">
                  <c:v>24525</c:v>
                </c:pt>
                <c:pt idx="1963">
                  <c:v>24550</c:v>
                </c:pt>
                <c:pt idx="1964">
                  <c:v>24550</c:v>
                </c:pt>
                <c:pt idx="1965">
                  <c:v>24575</c:v>
                </c:pt>
                <c:pt idx="1966">
                  <c:v>24575</c:v>
                </c:pt>
                <c:pt idx="1967">
                  <c:v>24600</c:v>
                </c:pt>
                <c:pt idx="1968">
                  <c:v>24600</c:v>
                </c:pt>
                <c:pt idx="1969">
                  <c:v>24625</c:v>
                </c:pt>
                <c:pt idx="1970">
                  <c:v>24625</c:v>
                </c:pt>
                <c:pt idx="1971">
                  <c:v>24650</c:v>
                </c:pt>
                <c:pt idx="1972">
                  <c:v>24650</c:v>
                </c:pt>
                <c:pt idx="1973">
                  <c:v>24675</c:v>
                </c:pt>
                <c:pt idx="1974">
                  <c:v>24675</c:v>
                </c:pt>
                <c:pt idx="1975">
                  <c:v>24700</c:v>
                </c:pt>
                <c:pt idx="1976">
                  <c:v>24700</c:v>
                </c:pt>
                <c:pt idx="1977">
                  <c:v>24725</c:v>
                </c:pt>
                <c:pt idx="1978">
                  <c:v>24725</c:v>
                </c:pt>
                <c:pt idx="1979">
                  <c:v>24750</c:v>
                </c:pt>
                <c:pt idx="1980">
                  <c:v>24750</c:v>
                </c:pt>
                <c:pt idx="1981">
                  <c:v>24775</c:v>
                </c:pt>
                <c:pt idx="1982">
                  <c:v>24775</c:v>
                </c:pt>
                <c:pt idx="1983">
                  <c:v>24800</c:v>
                </c:pt>
                <c:pt idx="1984">
                  <c:v>24800</c:v>
                </c:pt>
                <c:pt idx="1985">
                  <c:v>24825</c:v>
                </c:pt>
                <c:pt idx="1986">
                  <c:v>24825</c:v>
                </c:pt>
                <c:pt idx="1987">
                  <c:v>24850</c:v>
                </c:pt>
                <c:pt idx="1988">
                  <c:v>24850</c:v>
                </c:pt>
                <c:pt idx="1989">
                  <c:v>24875</c:v>
                </c:pt>
                <c:pt idx="1990">
                  <c:v>24875</c:v>
                </c:pt>
                <c:pt idx="1991">
                  <c:v>24900</c:v>
                </c:pt>
                <c:pt idx="1992">
                  <c:v>24900</c:v>
                </c:pt>
                <c:pt idx="1993">
                  <c:v>24925</c:v>
                </c:pt>
                <c:pt idx="1994">
                  <c:v>24925</c:v>
                </c:pt>
                <c:pt idx="1995">
                  <c:v>24950</c:v>
                </c:pt>
                <c:pt idx="1996">
                  <c:v>24950</c:v>
                </c:pt>
                <c:pt idx="1997">
                  <c:v>24975</c:v>
                </c:pt>
                <c:pt idx="1998">
                  <c:v>24975</c:v>
                </c:pt>
                <c:pt idx="1999">
                  <c:v>25000</c:v>
                </c:pt>
                <c:pt idx="2000">
                  <c:v>25000</c:v>
                </c:pt>
                <c:pt idx="2001">
                  <c:v>25025</c:v>
                </c:pt>
                <c:pt idx="2002">
                  <c:v>25025</c:v>
                </c:pt>
                <c:pt idx="2003">
                  <c:v>25050</c:v>
                </c:pt>
                <c:pt idx="2004">
                  <c:v>25050</c:v>
                </c:pt>
                <c:pt idx="2005">
                  <c:v>25075</c:v>
                </c:pt>
                <c:pt idx="2006">
                  <c:v>25075</c:v>
                </c:pt>
                <c:pt idx="2007">
                  <c:v>25100</c:v>
                </c:pt>
                <c:pt idx="2008">
                  <c:v>25100</c:v>
                </c:pt>
                <c:pt idx="2009">
                  <c:v>25125</c:v>
                </c:pt>
                <c:pt idx="2010">
                  <c:v>25125</c:v>
                </c:pt>
                <c:pt idx="2011">
                  <c:v>25150</c:v>
                </c:pt>
                <c:pt idx="2012">
                  <c:v>25150</c:v>
                </c:pt>
                <c:pt idx="2013">
                  <c:v>25175</c:v>
                </c:pt>
                <c:pt idx="2014">
                  <c:v>25175</c:v>
                </c:pt>
                <c:pt idx="2015">
                  <c:v>25200</c:v>
                </c:pt>
                <c:pt idx="2016">
                  <c:v>25200</c:v>
                </c:pt>
                <c:pt idx="2017">
                  <c:v>25225</c:v>
                </c:pt>
                <c:pt idx="2018">
                  <c:v>25225</c:v>
                </c:pt>
                <c:pt idx="2019">
                  <c:v>25250</c:v>
                </c:pt>
                <c:pt idx="2020">
                  <c:v>25250</c:v>
                </c:pt>
                <c:pt idx="2021">
                  <c:v>25275</c:v>
                </c:pt>
                <c:pt idx="2022">
                  <c:v>25275</c:v>
                </c:pt>
                <c:pt idx="2023">
                  <c:v>25300</c:v>
                </c:pt>
                <c:pt idx="2024">
                  <c:v>25300</c:v>
                </c:pt>
                <c:pt idx="2025">
                  <c:v>25325</c:v>
                </c:pt>
                <c:pt idx="2026">
                  <c:v>25325</c:v>
                </c:pt>
                <c:pt idx="2027">
                  <c:v>25350</c:v>
                </c:pt>
                <c:pt idx="2028">
                  <c:v>25350</c:v>
                </c:pt>
                <c:pt idx="2029">
                  <c:v>25375</c:v>
                </c:pt>
                <c:pt idx="2030">
                  <c:v>25375</c:v>
                </c:pt>
                <c:pt idx="2031">
                  <c:v>25400</c:v>
                </c:pt>
                <c:pt idx="2032">
                  <c:v>25400</c:v>
                </c:pt>
                <c:pt idx="2033">
                  <c:v>25425</c:v>
                </c:pt>
                <c:pt idx="2034">
                  <c:v>25425</c:v>
                </c:pt>
                <c:pt idx="2035">
                  <c:v>25450</c:v>
                </c:pt>
                <c:pt idx="2036">
                  <c:v>25450</c:v>
                </c:pt>
                <c:pt idx="2037">
                  <c:v>25475</c:v>
                </c:pt>
                <c:pt idx="2038">
                  <c:v>25475</c:v>
                </c:pt>
                <c:pt idx="2039">
                  <c:v>25500</c:v>
                </c:pt>
                <c:pt idx="2040">
                  <c:v>25500</c:v>
                </c:pt>
                <c:pt idx="2041">
                  <c:v>25525</c:v>
                </c:pt>
                <c:pt idx="2042">
                  <c:v>25525</c:v>
                </c:pt>
                <c:pt idx="2043">
                  <c:v>25550</c:v>
                </c:pt>
                <c:pt idx="2044">
                  <c:v>25550</c:v>
                </c:pt>
                <c:pt idx="2045">
                  <c:v>25575</c:v>
                </c:pt>
                <c:pt idx="2046">
                  <c:v>25575</c:v>
                </c:pt>
                <c:pt idx="2047">
                  <c:v>25600</c:v>
                </c:pt>
                <c:pt idx="2048">
                  <c:v>25600</c:v>
                </c:pt>
                <c:pt idx="2049">
                  <c:v>25625</c:v>
                </c:pt>
                <c:pt idx="2050">
                  <c:v>25625</c:v>
                </c:pt>
                <c:pt idx="2051">
                  <c:v>25650</c:v>
                </c:pt>
                <c:pt idx="2052">
                  <c:v>25650</c:v>
                </c:pt>
                <c:pt idx="2053">
                  <c:v>25675</c:v>
                </c:pt>
                <c:pt idx="2054">
                  <c:v>25675</c:v>
                </c:pt>
                <c:pt idx="2055">
                  <c:v>25700</c:v>
                </c:pt>
                <c:pt idx="2056">
                  <c:v>25700</c:v>
                </c:pt>
                <c:pt idx="2057">
                  <c:v>25725</c:v>
                </c:pt>
                <c:pt idx="2058">
                  <c:v>25725</c:v>
                </c:pt>
                <c:pt idx="2059">
                  <c:v>25750</c:v>
                </c:pt>
                <c:pt idx="2060">
                  <c:v>25750</c:v>
                </c:pt>
                <c:pt idx="2061">
                  <c:v>25775</c:v>
                </c:pt>
                <c:pt idx="2062">
                  <c:v>25775</c:v>
                </c:pt>
                <c:pt idx="2063">
                  <c:v>25800</c:v>
                </c:pt>
                <c:pt idx="2064">
                  <c:v>25800</c:v>
                </c:pt>
                <c:pt idx="2065">
                  <c:v>25825</c:v>
                </c:pt>
                <c:pt idx="2066">
                  <c:v>25825</c:v>
                </c:pt>
                <c:pt idx="2067">
                  <c:v>25850</c:v>
                </c:pt>
                <c:pt idx="2068">
                  <c:v>25850</c:v>
                </c:pt>
                <c:pt idx="2069">
                  <c:v>25875</c:v>
                </c:pt>
                <c:pt idx="2070">
                  <c:v>25875</c:v>
                </c:pt>
                <c:pt idx="2071">
                  <c:v>25900</c:v>
                </c:pt>
                <c:pt idx="2072">
                  <c:v>25900</c:v>
                </c:pt>
                <c:pt idx="2073">
                  <c:v>25925</c:v>
                </c:pt>
                <c:pt idx="2074">
                  <c:v>25925</c:v>
                </c:pt>
                <c:pt idx="2075">
                  <c:v>25950</c:v>
                </c:pt>
                <c:pt idx="2076">
                  <c:v>25950</c:v>
                </c:pt>
                <c:pt idx="2077">
                  <c:v>25975</c:v>
                </c:pt>
                <c:pt idx="2078">
                  <c:v>25975</c:v>
                </c:pt>
                <c:pt idx="2079">
                  <c:v>26000</c:v>
                </c:pt>
                <c:pt idx="2080">
                  <c:v>26000</c:v>
                </c:pt>
                <c:pt idx="2081">
                  <c:v>26025</c:v>
                </c:pt>
                <c:pt idx="2082">
                  <c:v>26025</c:v>
                </c:pt>
                <c:pt idx="2083">
                  <c:v>26050</c:v>
                </c:pt>
                <c:pt idx="2084">
                  <c:v>26050</c:v>
                </c:pt>
                <c:pt idx="2085">
                  <c:v>26075</c:v>
                </c:pt>
                <c:pt idx="2086">
                  <c:v>26075</c:v>
                </c:pt>
                <c:pt idx="2087">
                  <c:v>26100</c:v>
                </c:pt>
                <c:pt idx="2088">
                  <c:v>26100</c:v>
                </c:pt>
                <c:pt idx="2089">
                  <c:v>26125</c:v>
                </c:pt>
                <c:pt idx="2090">
                  <c:v>26125</c:v>
                </c:pt>
                <c:pt idx="2091">
                  <c:v>26150</c:v>
                </c:pt>
                <c:pt idx="2092">
                  <c:v>26150</c:v>
                </c:pt>
                <c:pt idx="2093">
                  <c:v>26175</c:v>
                </c:pt>
                <c:pt idx="2094">
                  <c:v>26175</c:v>
                </c:pt>
                <c:pt idx="2095">
                  <c:v>26200</c:v>
                </c:pt>
                <c:pt idx="2096">
                  <c:v>26200</c:v>
                </c:pt>
                <c:pt idx="2097">
                  <c:v>26225</c:v>
                </c:pt>
                <c:pt idx="2098">
                  <c:v>26225</c:v>
                </c:pt>
                <c:pt idx="2099">
                  <c:v>26250</c:v>
                </c:pt>
                <c:pt idx="2100">
                  <c:v>26250</c:v>
                </c:pt>
                <c:pt idx="2101">
                  <c:v>26275</c:v>
                </c:pt>
                <c:pt idx="2102">
                  <c:v>26275</c:v>
                </c:pt>
                <c:pt idx="2103">
                  <c:v>26300</c:v>
                </c:pt>
                <c:pt idx="2104">
                  <c:v>26300</c:v>
                </c:pt>
                <c:pt idx="2105">
                  <c:v>26325</c:v>
                </c:pt>
                <c:pt idx="2106">
                  <c:v>26325</c:v>
                </c:pt>
                <c:pt idx="2107">
                  <c:v>26350</c:v>
                </c:pt>
                <c:pt idx="2108">
                  <c:v>26350</c:v>
                </c:pt>
                <c:pt idx="2109">
                  <c:v>26375</c:v>
                </c:pt>
                <c:pt idx="2110">
                  <c:v>26375</c:v>
                </c:pt>
                <c:pt idx="2111">
                  <c:v>26400</c:v>
                </c:pt>
                <c:pt idx="2112">
                  <c:v>26400</c:v>
                </c:pt>
                <c:pt idx="2113">
                  <c:v>26425</c:v>
                </c:pt>
                <c:pt idx="2114">
                  <c:v>26425</c:v>
                </c:pt>
                <c:pt idx="2115">
                  <c:v>26450</c:v>
                </c:pt>
                <c:pt idx="2116">
                  <c:v>26450</c:v>
                </c:pt>
                <c:pt idx="2117">
                  <c:v>26475</c:v>
                </c:pt>
                <c:pt idx="2118">
                  <c:v>26475</c:v>
                </c:pt>
                <c:pt idx="2119">
                  <c:v>26500</c:v>
                </c:pt>
                <c:pt idx="2120">
                  <c:v>26500</c:v>
                </c:pt>
                <c:pt idx="2121">
                  <c:v>26525</c:v>
                </c:pt>
                <c:pt idx="2122">
                  <c:v>26525</c:v>
                </c:pt>
                <c:pt idx="2123">
                  <c:v>26550</c:v>
                </c:pt>
                <c:pt idx="2124">
                  <c:v>26550</c:v>
                </c:pt>
                <c:pt idx="2125">
                  <c:v>26575</c:v>
                </c:pt>
                <c:pt idx="2126">
                  <c:v>26575</c:v>
                </c:pt>
                <c:pt idx="2127">
                  <c:v>26600</c:v>
                </c:pt>
                <c:pt idx="2128">
                  <c:v>26600</c:v>
                </c:pt>
                <c:pt idx="2129">
                  <c:v>26625</c:v>
                </c:pt>
                <c:pt idx="2130">
                  <c:v>26625</c:v>
                </c:pt>
                <c:pt idx="2131">
                  <c:v>26650</c:v>
                </c:pt>
                <c:pt idx="2132">
                  <c:v>26650</c:v>
                </c:pt>
                <c:pt idx="2133">
                  <c:v>26675</c:v>
                </c:pt>
                <c:pt idx="2134">
                  <c:v>26675</c:v>
                </c:pt>
                <c:pt idx="2135">
                  <c:v>26700</c:v>
                </c:pt>
                <c:pt idx="2136">
                  <c:v>26700</c:v>
                </c:pt>
                <c:pt idx="2137">
                  <c:v>26725</c:v>
                </c:pt>
                <c:pt idx="2138">
                  <c:v>26725</c:v>
                </c:pt>
                <c:pt idx="2139">
                  <c:v>26750</c:v>
                </c:pt>
                <c:pt idx="2140">
                  <c:v>26750</c:v>
                </c:pt>
                <c:pt idx="2141">
                  <c:v>26775</c:v>
                </c:pt>
                <c:pt idx="2142">
                  <c:v>26775</c:v>
                </c:pt>
                <c:pt idx="2143">
                  <c:v>26800</c:v>
                </c:pt>
                <c:pt idx="2144">
                  <c:v>26800</c:v>
                </c:pt>
                <c:pt idx="2145">
                  <c:v>26825</c:v>
                </c:pt>
                <c:pt idx="2146">
                  <c:v>26825</c:v>
                </c:pt>
                <c:pt idx="2147">
                  <c:v>26850</c:v>
                </c:pt>
                <c:pt idx="2148">
                  <c:v>26850</c:v>
                </c:pt>
                <c:pt idx="2149">
                  <c:v>26875</c:v>
                </c:pt>
                <c:pt idx="2150">
                  <c:v>26875</c:v>
                </c:pt>
                <c:pt idx="2151">
                  <c:v>26900</c:v>
                </c:pt>
                <c:pt idx="2152">
                  <c:v>26900</c:v>
                </c:pt>
                <c:pt idx="2153">
                  <c:v>26925</c:v>
                </c:pt>
                <c:pt idx="2154">
                  <c:v>26925</c:v>
                </c:pt>
                <c:pt idx="2155">
                  <c:v>26950</c:v>
                </c:pt>
                <c:pt idx="2156">
                  <c:v>26950</c:v>
                </c:pt>
                <c:pt idx="2157">
                  <c:v>26975</c:v>
                </c:pt>
                <c:pt idx="2158">
                  <c:v>26975</c:v>
                </c:pt>
                <c:pt idx="2159">
                  <c:v>27000</c:v>
                </c:pt>
                <c:pt idx="2160">
                  <c:v>27000</c:v>
                </c:pt>
                <c:pt idx="2161">
                  <c:v>27025</c:v>
                </c:pt>
                <c:pt idx="2162">
                  <c:v>27025</c:v>
                </c:pt>
                <c:pt idx="2163">
                  <c:v>27050</c:v>
                </c:pt>
                <c:pt idx="2164">
                  <c:v>27050</c:v>
                </c:pt>
                <c:pt idx="2165">
                  <c:v>27075</c:v>
                </c:pt>
                <c:pt idx="2166">
                  <c:v>27075</c:v>
                </c:pt>
                <c:pt idx="2167">
                  <c:v>27100</c:v>
                </c:pt>
                <c:pt idx="2168">
                  <c:v>27100</c:v>
                </c:pt>
                <c:pt idx="2169">
                  <c:v>27125</c:v>
                </c:pt>
                <c:pt idx="2170">
                  <c:v>27125</c:v>
                </c:pt>
                <c:pt idx="2171">
                  <c:v>27150</c:v>
                </c:pt>
                <c:pt idx="2172">
                  <c:v>27150</c:v>
                </c:pt>
                <c:pt idx="2173">
                  <c:v>27175</c:v>
                </c:pt>
                <c:pt idx="2174">
                  <c:v>27175</c:v>
                </c:pt>
                <c:pt idx="2175">
                  <c:v>27200</c:v>
                </c:pt>
                <c:pt idx="2176">
                  <c:v>27200</c:v>
                </c:pt>
                <c:pt idx="2177">
                  <c:v>27225</c:v>
                </c:pt>
                <c:pt idx="2178">
                  <c:v>27225</c:v>
                </c:pt>
                <c:pt idx="2179">
                  <c:v>27250</c:v>
                </c:pt>
                <c:pt idx="2180">
                  <c:v>27250</c:v>
                </c:pt>
                <c:pt idx="2181">
                  <c:v>27275</c:v>
                </c:pt>
                <c:pt idx="2182">
                  <c:v>27275</c:v>
                </c:pt>
                <c:pt idx="2183">
                  <c:v>27300</c:v>
                </c:pt>
                <c:pt idx="2184">
                  <c:v>27300</c:v>
                </c:pt>
                <c:pt idx="2185">
                  <c:v>27325</c:v>
                </c:pt>
                <c:pt idx="2186">
                  <c:v>27325</c:v>
                </c:pt>
                <c:pt idx="2187">
                  <c:v>27350</c:v>
                </c:pt>
                <c:pt idx="2188">
                  <c:v>27350</c:v>
                </c:pt>
                <c:pt idx="2189">
                  <c:v>27375</c:v>
                </c:pt>
                <c:pt idx="2190">
                  <c:v>27375</c:v>
                </c:pt>
                <c:pt idx="2191">
                  <c:v>27400</c:v>
                </c:pt>
                <c:pt idx="2192">
                  <c:v>27400</c:v>
                </c:pt>
                <c:pt idx="2193">
                  <c:v>27425</c:v>
                </c:pt>
                <c:pt idx="2194">
                  <c:v>27425</c:v>
                </c:pt>
                <c:pt idx="2195">
                  <c:v>27450</c:v>
                </c:pt>
                <c:pt idx="2196">
                  <c:v>27450</c:v>
                </c:pt>
                <c:pt idx="2197">
                  <c:v>27475</c:v>
                </c:pt>
                <c:pt idx="2198">
                  <c:v>27475</c:v>
                </c:pt>
                <c:pt idx="2199">
                  <c:v>27500</c:v>
                </c:pt>
                <c:pt idx="2200">
                  <c:v>27500</c:v>
                </c:pt>
                <c:pt idx="2201">
                  <c:v>27525</c:v>
                </c:pt>
                <c:pt idx="2202">
                  <c:v>27525</c:v>
                </c:pt>
                <c:pt idx="2203">
                  <c:v>27550</c:v>
                </c:pt>
                <c:pt idx="2204">
                  <c:v>27550</c:v>
                </c:pt>
                <c:pt idx="2205">
                  <c:v>27575</c:v>
                </c:pt>
                <c:pt idx="2206">
                  <c:v>27575</c:v>
                </c:pt>
                <c:pt idx="2207">
                  <c:v>27600</c:v>
                </c:pt>
                <c:pt idx="2208">
                  <c:v>27600</c:v>
                </c:pt>
                <c:pt idx="2209">
                  <c:v>27625</c:v>
                </c:pt>
                <c:pt idx="2210">
                  <c:v>27625</c:v>
                </c:pt>
                <c:pt idx="2211">
                  <c:v>27650</c:v>
                </c:pt>
                <c:pt idx="2212">
                  <c:v>27650</c:v>
                </c:pt>
                <c:pt idx="2213">
                  <c:v>27675</c:v>
                </c:pt>
                <c:pt idx="2214">
                  <c:v>27675</c:v>
                </c:pt>
                <c:pt idx="2215">
                  <c:v>27700</c:v>
                </c:pt>
                <c:pt idx="2216">
                  <c:v>27700</c:v>
                </c:pt>
                <c:pt idx="2217">
                  <c:v>27725</c:v>
                </c:pt>
                <c:pt idx="2218">
                  <c:v>27725</c:v>
                </c:pt>
                <c:pt idx="2219">
                  <c:v>27750</c:v>
                </c:pt>
                <c:pt idx="2220">
                  <c:v>27750</c:v>
                </c:pt>
                <c:pt idx="2221">
                  <c:v>27775</c:v>
                </c:pt>
                <c:pt idx="2222">
                  <c:v>27775</c:v>
                </c:pt>
                <c:pt idx="2223">
                  <c:v>27800</c:v>
                </c:pt>
                <c:pt idx="2224">
                  <c:v>27800</c:v>
                </c:pt>
                <c:pt idx="2225">
                  <c:v>27825</c:v>
                </c:pt>
                <c:pt idx="2226">
                  <c:v>27825</c:v>
                </c:pt>
                <c:pt idx="2227">
                  <c:v>27850</c:v>
                </c:pt>
                <c:pt idx="2228">
                  <c:v>27850</c:v>
                </c:pt>
                <c:pt idx="2229">
                  <c:v>27875</c:v>
                </c:pt>
                <c:pt idx="2230">
                  <c:v>27875</c:v>
                </c:pt>
                <c:pt idx="2231">
                  <c:v>27900</c:v>
                </c:pt>
                <c:pt idx="2232">
                  <c:v>27900</c:v>
                </c:pt>
                <c:pt idx="2233">
                  <c:v>27925</c:v>
                </c:pt>
                <c:pt idx="2234">
                  <c:v>27925</c:v>
                </c:pt>
                <c:pt idx="2235">
                  <c:v>27950</c:v>
                </c:pt>
                <c:pt idx="2236">
                  <c:v>27950</c:v>
                </c:pt>
                <c:pt idx="2237">
                  <c:v>27975</c:v>
                </c:pt>
                <c:pt idx="2238">
                  <c:v>27975</c:v>
                </c:pt>
                <c:pt idx="2239">
                  <c:v>28000</c:v>
                </c:pt>
                <c:pt idx="2240">
                  <c:v>28000</c:v>
                </c:pt>
                <c:pt idx="2241">
                  <c:v>28025</c:v>
                </c:pt>
                <c:pt idx="2242">
                  <c:v>28025</c:v>
                </c:pt>
                <c:pt idx="2243">
                  <c:v>28050</c:v>
                </c:pt>
                <c:pt idx="2244">
                  <c:v>28050</c:v>
                </c:pt>
                <c:pt idx="2245">
                  <c:v>28075</c:v>
                </c:pt>
                <c:pt idx="2246">
                  <c:v>28075</c:v>
                </c:pt>
                <c:pt idx="2247">
                  <c:v>28100</c:v>
                </c:pt>
                <c:pt idx="2248">
                  <c:v>28100</c:v>
                </c:pt>
                <c:pt idx="2249">
                  <c:v>28125</c:v>
                </c:pt>
                <c:pt idx="2250">
                  <c:v>28125</c:v>
                </c:pt>
                <c:pt idx="2251">
                  <c:v>28150</c:v>
                </c:pt>
                <c:pt idx="2252">
                  <c:v>28150</c:v>
                </c:pt>
                <c:pt idx="2253">
                  <c:v>28175</c:v>
                </c:pt>
                <c:pt idx="2254">
                  <c:v>28175</c:v>
                </c:pt>
                <c:pt idx="2255">
                  <c:v>28200</c:v>
                </c:pt>
                <c:pt idx="2256">
                  <c:v>28200</c:v>
                </c:pt>
                <c:pt idx="2257">
                  <c:v>28225</c:v>
                </c:pt>
                <c:pt idx="2258">
                  <c:v>28225</c:v>
                </c:pt>
                <c:pt idx="2259">
                  <c:v>28250</c:v>
                </c:pt>
                <c:pt idx="2260">
                  <c:v>28250</c:v>
                </c:pt>
                <c:pt idx="2261">
                  <c:v>28275</c:v>
                </c:pt>
                <c:pt idx="2262">
                  <c:v>28275</c:v>
                </c:pt>
                <c:pt idx="2263">
                  <c:v>28300</c:v>
                </c:pt>
                <c:pt idx="2264">
                  <c:v>28300</c:v>
                </c:pt>
                <c:pt idx="2265">
                  <c:v>28325</c:v>
                </c:pt>
                <c:pt idx="2266">
                  <c:v>28325</c:v>
                </c:pt>
                <c:pt idx="2267">
                  <c:v>28350</c:v>
                </c:pt>
                <c:pt idx="2268">
                  <c:v>28350</c:v>
                </c:pt>
                <c:pt idx="2269">
                  <c:v>28375</c:v>
                </c:pt>
                <c:pt idx="2270">
                  <c:v>28375</c:v>
                </c:pt>
                <c:pt idx="2271">
                  <c:v>28400</c:v>
                </c:pt>
                <c:pt idx="2272">
                  <c:v>28400</c:v>
                </c:pt>
                <c:pt idx="2273">
                  <c:v>28425</c:v>
                </c:pt>
                <c:pt idx="2274">
                  <c:v>28425</c:v>
                </c:pt>
                <c:pt idx="2275">
                  <c:v>28450</c:v>
                </c:pt>
                <c:pt idx="2276">
                  <c:v>28450</c:v>
                </c:pt>
                <c:pt idx="2277">
                  <c:v>28475</c:v>
                </c:pt>
                <c:pt idx="2278">
                  <c:v>28475</c:v>
                </c:pt>
                <c:pt idx="2279">
                  <c:v>28500</c:v>
                </c:pt>
                <c:pt idx="2280">
                  <c:v>28500</c:v>
                </c:pt>
                <c:pt idx="2281">
                  <c:v>28525</c:v>
                </c:pt>
                <c:pt idx="2282">
                  <c:v>28525</c:v>
                </c:pt>
                <c:pt idx="2283">
                  <c:v>28550</c:v>
                </c:pt>
                <c:pt idx="2284">
                  <c:v>28550</c:v>
                </c:pt>
                <c:pt idx="2285">
                  <c:v>28575</c:v>
                </c:pt>
                <c:pt idx="2286">
                  <c:v>28575</c:v>
                </c:pt>
                <c:pt idx="2287">
                  <c:v>28600</c:v>
                </c:pt>
                <c:pt idx="2288">
                  <c:v>28600</c:v>
                </c:pt>
                <c:pt idx="2289">
                  <c:v>28625</c:v>
                </c:pt>
                <c:pt idx="2290">
                  <c:v>28625</c:v>
                </c:pt>
                <c:pt idx="2291">
                  <c:v>28650</c:v>
                </c:pt>
                <c:pt idx="2292">
                  <c:v>28650</c:v>
                </c:pt>
                <c:pt idx="2293">
                  <c:v>28675</c:v>
                </c:pt>
                <c:pt idx="2294">
                  <c:v>28675</c:v>
                </c:pt>
                <c:pt idx="2295">
                  <c:v>28700</c:v>
                </c:pt>
                <c:pt idx="2296">
                  <c:v>28700</c:v>
                </c:pt>
                <c:pt idx="2297">
                  <c:v>28725</c:v>
                </c:pt>
                <c:pt idx="2298">
                  <c:v>28725</c:v>
                </c:pt>
                <c:pt idx="2299">
                  <c:v>28750</c:v>
                </c:pt>
                <c:pt idx="2300">
                  <c:v>28750</c:v>
                </c:pt>
                <c:pt idx="2301">
                  <c:v>28775</c:v>
                </c:pt>
                <c:pt idx="2302">
                  <c:v>28775</c:v>
                </c:pt>
                <c:pt idx="2303">
                  <c:v>28800</c:v>
                </c:pt>
                <c:pt idx="2304">
                  <c:v>28800</c:v>
                </c:pt>
                <c:pt idx="2305">
                  <c:v>28825</c:v>
                </c:pt>
                <c:pt idx="2306">
                  <c:v>28825</c:v>
                </c:pt>
                <c:pt idx="2307">
                  <c:v>28850</c:v>
                </c:pt>
                <c:pt idx="2308">
                  <c:v>28850</c:v>
                </c:pt>
                <c:pt idx="2309">
                  <c:v>28875</c:v>
                </c:pt>
                <c:pt idx="2310">
                  <c:v>28875</c:v>
                </c:pt>
                <c:pt idx="2311">
                  <c:v>28900</c:v>
                </c:pt>
                <c:pt idx="2312">
                  <c:v>28900</c:v>
                </c:pt>
                <c:pt idx="2313">
                  <c:v>28925</c:v>
                </c:pt>
                <c:pt idx="2314">
                  <c:v>28925</c:v>
                </c:pt>
                <c:pt idx="2315">
                  <c:v>28950</c:v>
                </c:pt>
                <c:pt idx="2316">
                  <c:v>28950</c:v>
                </c:pt>
                <c:pt idx="2317">
                  <c:v>28975</c:v>
                </c:pt>
                <c:pt idx="2318">
                  <c:v>28975</c:v>
                </c:pt>
                <c:pt idx="2319">
                  <c:v>29000</c:v>
                </c:pt>
                <c:pt idx="2320">
                  <c:v>29000</c:v>
                </c:pt>
                <c:pt idx="2321">
                  <c:v>29025</c:v>
                </c:pt>
                <c:pt idx="2322">
                  <c:v>29025</c:v>
                </c:pt>
                <c:pt idx="2323">
                  <c:v>29050</c:v>
                </c:pt>
                <c:pt idx="2324">
                  <c:v>29050</c:v>
                </c:pt>
                <c:pt idx="2325">
                  <c:v>29075</c:v>
                </c:pt>
                <c:pt idx="2326">
                  <c:v>29075</c:v>
                </c:pt>
                <c:pt idx="2327">
                  <c:v>29100</c:v>
                </c:pt>
                <c:pt idx="2328">
                  <c:v>29100</c:v>
                </c:pt>
                <c:pt idx="2329">
                  <c:v>29125</c:v>
                </c:pt>
                <c:pt idx="2330">
                  <c:v>29125</c:v>
                </c:pt>
                <c:pt idx="2331">
                  <c:v>29150</c:v>
                </c:pt>
                <c:pt idx="2332">
                  <c:v>29150</c:v>
                </c:pt>
                <c:pt idx="2333">
                  <c:v>29175</c:v>
                </c:pt>
                <c:pt idx="2334">
                  <c:v>29175</c:v>
                </c:pt>
                <c:pt idx="2335">
                  <c:v>29200</c:v>
                </c:pt>
                <c:pt idx="2336">
                  <c:v>29200</c:v>
                </c:pt>
                <c:pt idx="2337">
                  <c:v>29225</c:v>
                </c:pt>
                <c:pt idx="2338">
                  <c:v>29225</c:v>
                </c:pt>
                <c:pt idx="2339">
                  <c:v>29250</c:v>
                </c:pt>
                <c:pt idx="2340">
                  <c:v>29250</c:v>
                </c:pt>
                <c:pt idx="2341">
                  <c:v>29275</c:v>
                </c:pt>
                <c:pt idx="2342">
                  <c:v>29275</c:v>
                </c:pt>
                <c:pt idx="2343">
                  <c:v>29300</c:v>
                </c:pt>
                <c:pt idx="2344">
                  <c:v>29300</c:v>
                </c:pt>
                <c:pt idx="2345">
                  <c:v>29325</c:v>
                </c:pt>
                <c:pt idx="2346">
                  <c:v>29325</c:v>
                </c:pt>
                <c:pt idx="2347">
                  <c:v>29350</c:v>
                </c:pt>
                <c:pt idx="2348">
                  <c:v>29350</c:v>
                </c:pt>
                <c:pt idx="2349">
                  <c:v>29375</c:v>
                </c:pt>
                <c:pt idx="2350">
                  <c:v>29375</c:v>
                </c:pt>
                <c:pt idx="2351">
                  <c:v>29400</c:v>
                </c:pt>
                <c:pt idx="2352">
                  <c:v>29400</c:v>
                </c:pt>
                <c:pt idx="2353">
                  <c:v>29425</c:v>
                </c:pt>
                <c:pt idx="2354">
                  <c:v>29425</c:v>
                </c:pt>
                <c:pt idx="2355">
                  <c:v>29450</c:v>
                </c:pt>
                <c:pt idx="2356">
                  <c:v>29450</c:v>
                </c:pt>
                <c:pt idx="2357">
                  <c:v>29475</c:v>
                </c:pt>
                <c:pt idx="2358">
                  <c:v>29475</c:v>
                </c:pt>
                <c:pt idx="2359">
                  <c:v>29500</c:v>
                </c:pt>
                <c:pt idx="2360">
                  <c:v>29500</c:v>
                </c:pt>
                <c:pt idx="2361">
                  <c:v>29525</c:v>
                </c:pt>
                <c:pt idx="2362">
                  <c:v>29525</c:v>
                </c:pt>
                <c:pt idx="2363">
                  <c:v>29550</c:v>
                </c:pt>
                <c:pt idx="2364">
                  <c:v>29550</c:v>
                </c:pt>
                <c:pt idx="2365">
                  <c:v>29575</c:v>
                </c:pt>
                <c:pt idx="2366">
                  <c:v>29575</c:v>
                </c:pt>
                <c:pt idx="2367">
                  <c:v>29600</c:v>
                </c:pt>
                <c:pt idx="2368">
                  <c:v>29600</c:v>
                </c:pt>
                <c:pt idx="2369">
                  <c:v>29625</c:v>
                </c:pt>
                <c:pt idx="2370">
                  <c:v>29625</c:v>
                </c:pt>
                <c:pt idx="2371">
                  <c:v>29650</c:v>
                </c:pt>
                <c:pt idx="2372">
                  <c:v>29650</c:v>
                </c:pt>
                <c:pt idx="2373">
                  <c:v>29675</c:v>
                </c:pt>
                <c:pt idx="2374">
                  <c:v>29675</c:v>
                </c:pt>
                <c:pt idx="2375">
                  <c:v>29700</c:v>
                </c:pt>
                <c:pt idx="2376">
                  <c:v>29700</c:v>
                </c:pt>
                <c:pt idx="2377">
                  <c:v>29725</c:v>
                </c:pt>
                <c:pt idx="2378">
                  <c:v>29725</c:v>
                </c:pt>
                <c:pt idx="2379">
                  <c:v>29750</c:v>
                </c:pt>
                <c:pt idx="2380">
                  <c:v>29750</c:v>
                </c:pt>
                <c:pt idx="2381">
                  <c:v>29775</c:v>
                </c:pt>
                <c:pt idx="2382">
                  <c:v>29775</c:v>
                </c:pt>
                <c:pt idx="2383">
                  <c:v>29800</c:v>
                </c:pt>
                <c:pt idx="2384">
                  <c:v>29800</c:v>
                </c:pt>
                <c:pt idx="2385">
                  <c:v>29825</c:v>
                </c:pt>
                <c:pt idx="2386">
                  <c:v>29825</c:v>
                </c:pt>
                <c:pt idx="2387">
                  <c:v>29850</c:v>
                </c:pt>
                <c:pt idx="2388">
                  <c:v>29850</c:v>
                </c:pt>
                <c:pt idx="2389">
                  <c:v>29875</c:v>
                </c:pt>
                <c:pt idx="2390">
                  <c:v>29875</c:v>
                </c:pt>
                <c:pt idx="2391">
                  <c:v>29900</c:v>
                </c:pt>
                <c:pt idx="2392">
                  <c:v>29900</c:v>
                </c:pt>
                <c:pt idx="2393">
                  <c:v>29925</c:v>
                </c:pt>
                <c:pt idx="2394">
                  <c:v>29925</c:v>
                </c:pt>
                <c:pt idx="2395">
                  <c:v>29950</c:v>
                </c:pt>
                <c:pt idx="2396">
                  <c:v>29950</c:v>
                </c:pt>
                <c:pt idx="2397">
                  <c:v>29975</c:v>
                </c:pt>
                <c:pt idx="2398">
                  <c:v>29975</c:v>
                </c:pt>
                <c:pt idx="2399">
                  <c:v>30000</c:v>
                </c:pt>
                <c:pt idx="2400">
                  <c:v>30000</c:v>
                </c:pt>
              </c:numCache>
            </c:numRef>
          </c:xVal>
          <c:yVal>
            <c:numRef>
              <c:f>'Chart Data'!$F$2:$F$2402</c:f>
              <c:numCache>
                <c:formatCode>0%</c:formatCode>
                <c:ptCount val="240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0.03333333</c:v>
                </c:pt>
                <c:pt idx="131">
                  <c:v>0.03333333</c:v>
                </c:pt>
                <c:pt idx="132">
                  <c:v>0.03333333</c:v>
                </c:pt>
                <c:pt idx="133">
                  <c:v>0.03333333</c:v>
                </c:pt>
                <c:pt idx="134">
                  <c:v>0.03333333</c:v>
                </c:pt>
                <c:pt idx="135">
                  <c:v>0.03333333</c:v>
                </c:pt>
                <c:pt idx="136">
                  <c:v>0.03333333</c:v>
                </c:pt>
                <c:pt idx="137">
                  <c:v>0.03333333</c:v>
                </c:pt>
                <c:pt idx="138">
                  <c:v>0.03333333</c:v>
                </c:pt>
                <c:pt idx="139">
                  <c:v>0.03333333</c:v>
                </c:pt>
                <c:pt idx="140">
                  <c:v>0.03333333</c:v>
                </c:pt>
                <c:pt idx="141">
                  <c:v>0.03333333</c:v>
                </c:pt>
                <c:pt idx="142">
                  <c:v>0.03333333</c:v>
                </c:pt>
                <c:pt idx="143">
                  <c:v>0.03333333</c:v>
                </c:pt>
                <c:pt idx="144">
                  <c:v>0.03333333</c:v>
                </c:pt>
                <c:pt idx="145">
                  <c:v>0.03333333</c:v>
                </c:pt>
                <c:pt idx="146">
                  <c:v>0.03333333</c:v>
                </c:pt>
                <c:pt idx="147">
                  <c:v>0.03333333</c:v>
                </c:pt>
                <c:pt idx="148">
                  <c:v>0.03333333</c:v>
                </c:pt>
                <c:pt idx="149">
                  <c:v>0.03333333</c:v>
                </c:pt>
                <c:pt idx="150">
                  <c:v>0.03333333</c:v>
                </c:pt>
                <c:pt idx="151">
                  <c:v>0.03333333</c:v>
                </c:pt>
                <c:pt idx="152">
                  <c:v>0.03333333</c:v>
                </c:pt>
                <c:pt idx="153">
                  <c:v>0.03333333</c:v>
                </c:pt>
                <c:pt idx="154">
                  <c:v>0.03333333</c:v>
                </c:pt>
                <c:pt idx="155">
                  <c:v>0.03333333</c:v>
                </c:pt>
                <c:pt idx="156">
                  <c:v>0.03333333</c:v>
                </c:pt>
                <c:pt idx="157">
                  <c:v>0.03333333</c:v>
                </c:pt>
                <c:pt idx="158">
                  <c:v>0.03333333</c:v>
                </c:pt>
                <c:pt idx="159">
                  <c:v>0.03333333</c:v>
                </c:pt>
                <c:pt idx="160">
                  <c:v>0.03333333</c:v>
                </c:pt>
                <c:pt idx="161">
                  <c:v>0.03333333</c:v>
                </c:pt>
                <c:pt idx="162">
                  <c:v>0.03333333</c:v>
                </c:pt>
                <c:pt idx="163">
                  <c:v>0.03333333</c:v>
                </c:pt>
                <c:pt idx="164">
                  <c:v>0.03333333</c:v>
                </c:pt>
                <c:pt idx="165">
                  <c:v>0.03333333</c:v>
                </c:pt>
                <c:pt idx="166">
                  <c:v>0.03333333</c:v>
                </c:pt>
                <c:pt idx="167">
                  <c:v>0.03333333</c:v>
                </c:pt>
                <c:pt idx="168">
                  <c:v>0.06666667</c:v>
                </c:pt>
                <c:pt idx="169">
                  <c:v>0.06666667</c:v>
                </c:pt>
                <c:pt idx="170">
                  <c:v>0.1</c:v>
                </c:pt>
                <c:pt idx="171">
                  <c:v>0.1</c:v>
                </c:pt>
                <c:pt idx="172">
                  <c:v>0.1</c:v>
                </c:pt>
                <c:pt idx="173">
                  <c:v>0.1</c:v>
                </c:pt>
                <c:pt idx="174">
                  <c:v>0.1</c:v>
                </c:pt>
                <c:pt idx="175">
                  <c:v>0.1</c:v>
                </c:pt>
                <c:pt idx="176">
                  <c:v>0.1</c:v>
                </c:pt>
                <c:pt idx="177">
                  <c:v>0.1</c:v>
                </c:pt>
                <c:pt idx="178">
                  <c:v>0.1</c:v>
                </c:pt>
                <c:pt idx="179">
                  <c:v>0.1</c:v>
                </c:pt>
                <c:pt idx="180">
                  <c:v>0.1</c:v>
                </c:pt>
                <c:pt idx="181">
                  <c:v>0.1</c:v>
                </c:pt>
                <c:pt idx="182">
                  <c:v>0.1</c:v>
                </c:pt>
                <c:pt idx="183">
                  <c:v>0.1</c:v>
                </c:pt>
                <c:pt idx="184">
                  <c:v>0.1</c:v>
                </c:pt>
                <c:pt idx="185">
                  <c:v>0.1</c:v>
                </c:pt>
                <c:pt idx="186">
                  <c:v>0.16666667</c:v>
                </c:pt>
                <c:pt idx="187">
                  <c:v>0.16666667</c:v>
                </c:pt>
                <c:pt idx="188">
                  <c:v>0.16666667</c:v>
                </c:pt>
                <c:pt idx="189">
                  <c:v>0.16666667</c:v>
                </c:pt>
                <c:pt idx="190">
                  <c:v>0.16666667</c:v>
                </c:pt>
                <c:pt idx="191">
                  <c:v>0.16666667</c:v>
                </c:pt>
                <c:pt idx="192">
                  <c:v>0.16666667</c:v>
                </c:pt>
                <c:pt idx="193">
                  <c:v>0.16666667</c:v>
                </c:pt>
                <c:pt idx="194">
                  <c:v>0.16666667</c:v>
                </c:pt>
                <c:pt idx="195">
                  <c:v>0.16666667</c:v>
                </c:pt>
                <c:pt idx="196">
                  <c:v>0.16666667</c:v>
                </c:pt>
                <c:pt idx="197">
                  <c:v>0.16666667</c:v>
                </c:pt>
                <c:pt idx="198">
                  <c:v>0.16666667</c:v>
                </c:pt>
                <c:pt idx="199">
                  <c:v>0.16666667</c:v>
                </c:pt>
                <c:pt idx="200">
                  <c:v>0.16666667</c:v>
                </c:pt>
                <c:pt idx="201">
                  <c:v>0.16666667</c:v>
                </c:pt>
                <c:pt idx="202">
                  <c:v>0.16666667</c:v>
                </c:pt>
                <c:pt idx="203">
                  <c:v>0.16666667</c:v>
                </c:pt>
                <c:pt idx="204">
                  <c:v>0.16666667</c:v>
                </c:pt>
                <c:pt idx="205">
                  <c:v>0.16666667</c:v>
                </c:pt>
                <c:pt idx="206">
                  <c:v>0.16666667</c:v>
                </c:pt>
                <c:pt idx="207">
                  <c:v>0.16666667</c:v>
                </c:pt>
                <c:pt idx="208">
                  <c:v>0.16666667</c:v>
                </c:pt>
                <c:pt idx="209">
                  <c:v>0.16666667</c:v>
                </c:pt>
                <c:pt idx="210">
                  <c:v>0.16666667</c:v>
                </c:pt>
                <c:pt idx="211">
                  <c:v>0.16666667</c:v>
                </c:pt>
                <c:pt idx="212">
                  <c:v>0.16666667</c:v>
                </c:pt>
                <c:pt idx="213">
                  <c:v>0.16666667</c:v>
                </c:pt>
                <c:pt idx="214">
                  <c:v>0.16666667</c:v>
                </c:pt>
                <c:pt idx="215">
                  <c:v>0.16666667</c:v>
                </c:pt>
                <c:pt idx="216">
                  <c:v>0.16666667</c:v>
                </c:pt>
                <c:pt idx="217">
                  <c:v>0.16666667</c:v>
                </c:pt>
                <c:pt idx="218">
                  <c:v>0.16666667</c:v>
                </c:pt>
                <c:pt idx="219">
                  <c:v>0.16666667</c:v>
                </c:pt>
                <c:pt idx="220">
                  <c:v>0.2</c:v>
                </c:pt>
                <c:pt idx="221">
                  <c:v>0.2</c:v>
                </c:pt>
                <c:pt idx="222">
                  <c:v>0.2</c:v>
                </c:pt>
                <c:pt idx="223">
                  <c:v>0.2</c:v>
                </c:pt>
                <c:pt idx="224">
                  <c:v>0.2</c:v>
                </c:pt>
                <c:pt idx="225">
                  <c:v>0.2</c:v>
                </c:pt>
                <c:pt idx="226">
                  <c:v>0.2</c:v>
                </c:pt>
                <c:pt idx="227">
                  <c:v>0.2</c:v>
                </c:pt>
                <c:pt idx="228">
                  <c:v>0.2</c:v>
                </c:pt>
                <c:pt idx="229">
                  <c:v>0.2</c:v>
                </c:pt>
                <c:pt idx="230">
                  <c:v>0.2</c:v>
                </c:pt>
                <c:pt idx="231">
                  <c:v>0.2</c:v>
                </c:pt>
                <c:pt idx="232">
                  <c:v>0.2</c:v>
                </c:pt>
                <c:pt idx="233">
                  <c:v>0.2</c:v>
                </c:pt>
                <c:pt idx="234">
                  <c:v>0.2</c:v>
                </c:pt>
                <c:pt idx="235">
                  <c:v>0.2</c:v>
                </c:pt>
                <c:pt idx="236">
                  <c:v>0.2</c:v>
                </c:pt>
                <c:pt idx="237">
                  <c:v>0.2</c:v>
                </c:pt>
                <c:pt idx="238">
                  <c:v>0.23333333</c:v>
                </c:pt>
                <c:pt idx="239">
                  <c:v>0.23333333</c:v>
                </c:pt>
                <c:pt idx="240">
                  <c:v>0.23333333</c:v>
                </c:pt>
                <c:pt idx="241">
                  <c:v>0.23333333</c:v>
                </c:pt>
                <c:pt idx="242">
                  <c:v>0.23333333</c:v>
                </c:pt>
                <c:pt idx="243">
                  <c:v>0.23333333</c:v>
                </c:pt>
                <c:pt idx="244">
                  <c:v>0.26666667</c:v>
                </c:pt>
                <c:pt idx="245">
                  <c:v>0.26666667</c:v>
                </c:pt>
                <c:pt idx="246">
                  <c:v>0.26666667</c:v>
                </c:pt>
                <c:pt idx="247">
                  <c:v>0.26666667</c:v>
                </c:pt>
                <c:pt idx="248">
                  <c:v>0.3</c:v>
                </c:pt>
                <c:pt idx="249">
                  <c:v>0.3</c:v>
                </c:pt>
                <c:pt idx="250">
                  <c:v>0.3</c:v>
                </c:pt>
                <c:pt idx="251">
                  <c:v>0.3</c:v>
                </c:pt>
                <c:pt idx="252">
                  <c:v>0.3</c:v>
                </c:pt>
                <c:pt idx="253">
                  <c:v>0.3</c:v>
                </c:pt>
                <c:pt idx="254">
                  <c:v>0.3</c:v>
                </c:pt>
                <c:pt idx="255">
                  <c:v>0.3</c:v>
                </c:pt>
                <c:pt idx="256">
                  <c:v>0.3</c:v>
                </c:pt>
                <c:pt idx="257">
                  <c:v>0.3</c:v>
                </c:pt>
                <c:pt idx="258">
                  <c:v>0.3</c:v>
                </c:pt>
                <c:pt idx="259">
                  <c:v>0.3</c:v>
                </c:pt>
                <c:pt idx="260">
                  <c:v>0.33333333</c:v>
                </c:pt>
                <c:pt idx="261">
                  <c:v>0.33333333</c:v>
                </c:pt>
                <c:pt idx="262">
                  <c:v>0.33333333</c:v>
                </c:pt>
                <c:pt idx="263">
                  <c:v>0.33333333</c:v>
                </c:pt>
                <c:pt idx="264">
                  <c:v>0.33333333</c:v>
                </c:pt>
                <c:pt idx="265">
                  <c:v>0.33333333</c:v>
                </c:pt>
                <c:pt idx="266">
                  <c:v>0.33333333</c:v>
                </c:pt>
                <c:pt idx="267">
                  <c:v>0.33333333</c:v>
                </c:pt>
                <c:pt idx="268">
                  <c:v>0.33333333</c:v>
                </c:pt>
                <c:pt idx="269">
                  <c:v>0.33333333</c:v>
                </c:pt>
                <c:pt idx="270">
                  <c:v>0.33333333</c:v>
                </c:pt>
                <c:pt idx="271">
                  <c:v>0.33333333</c:v>
                </c:pt>
                <c:pt idx="272">
                  <c:v>0.36666667</c:v>
                </c:pt>
                <c:pt idx="273">
                  <c:v>0.36666667</c:v>
                </c:pt>
                <c:pt idx="274">
                  <c:v>0.36666667</c:v>
                </c:pt>
                <c:pt idx="275">
                  <c:v>0.36666667</c:v>
                </c:pt>
                <c:pt idx="276">
                  <c:v>0.4</c:v>
                </c:pt>
                <c:pt idx="277">
                  <c:v>0.4</c:v>
                </c:pt>
                <c:pt idx="278">
                  <c:v>0.4</c:v>
                </c:pt>
                <c:pt idx="279">
                  <c:v>0.4</c:v>
                </c:pt>
                <c:pt idx="280">
                  <c:v>0.4</c:v>
                </c:pt>
                <c:pt idx="281">
                  <c:v>0.4</c:v>
                </c:pt>
                <c:pt idx="282">
                  <c:v>0.4</c:v>
                </c:pt>
                <c:pt idx="283">
                  <c:v>0.4</c:v>
                </c:pt>
                <c:pt idx="284">
                  <c:v>0.43333333</c:v>
                </c:pt>
                <c:pt idx="285">
                  <c:v>0.43333333</c:v>
                </c:pt>
                <c:pt idx="286">
                  <c:v>0.43333333</c:v>
                </c:pt>
                <c:pt idx="287">
                  <c:v>0.43333333</c:v>
                </c:pt>
                <c:pt idx="288">
                  <c:v>0.43333333</c:v>
                </c:pt>
                <c:pt idx="289">
                  <c:v>0.43333333</c:v>
                </c:pt>
                <c:pt idx="290">
                  <c:v>0.43333333</c:v>
                </c:pt>
                <c:pt idx="291">
                  <c:v>0.43333333</c:v>
                </c:pt>
                <c:pt idx="292">
                  <c:v>0.43333333</c:v>
                </c:pt>
                <c:pt idx="293">
                  <c:v>0.43333333</c:v>
                </c:pt>
                <c:pt idx="294">
                  <c:v>0.43333333</c:v>
                </c:pt>
                <c:pt idx="295">
                  <c:v>0.43333333</c:v>
                </c:pt>
                <c:pt idx="296">
                  <c:v>0.43333333</c:v>
                </c:pt>
                <c:pt idx="297">
                  <c:v>0.43333333</c:v>
                </c:pt>
                <c:pt idx="298">
                  <c:v>0.43333333</c:v>
                </c:pt>
                <c:pt idx="299">
                  <c:v>0.43333333</c:v>
                </c:pt>
                <c:pt idx="300">
                  <c:v>0.46666667</c:v>
                </c:pt>
                <c:pt idx="301">
                  <c:v>0.46666667</c:v>
                </c:pt>
                <c:pt idx="302">
                  <c:v>0.46666667</c:v>
                </c:pt>
                <c:pt idx="303">
                  <c:v>0.46666667</c:v>
                </c:pt>
                <c:pt idx="304">
                  <c:v>0.46666667</c:v>
                </c:pt>
                <c:pt idx="305">
                  <c:v>0.46666667</c:v>
                </c:pt>
                <c:pt idx="306">
                  <c:v>0.46666667</c:v>
                </c:pt>
                <c:pt idx="307">
                  <c:v>0.46666667</c:v>
                </c:pt>
                <c:pt idx="308">
                  <c:v>0.46666667</c:v>
                </c:pt>
                <c:pt idx="309">
                  <c:v>0.46666667</c:v>
                </c:pt>
                <c:pt idx="310">
                  <c:v>0.46666667</c:v>
                </c:pt>
                <c:pt idx="311">
                  <c:v>0.46666667</c:v>
                </c:pt>
                <c:pt idx="312">
                  <c:v>0.46666667</c:v>
                </c:pt>
                <c:pt idx="313">
                  <c:v>0.46666667</c:v>
                </c:pt>
                <c:pt idx="314">
                  <c:v>0.46666667</c:v>
                </c:pt>
                <c:pt idx="315">
                  <c:v>0.46666667</c:v>
                </c:pt>
                <c:pt idx="316">
                  <c:v>0.46666667</c:v>
                </c:pt>
                <c:pt idx="317">
                  <c:v>0.46666667</c:v>
                </c:pt>
                <c:pt idx="318">
                  <c:v>0.46666667</c:v>
                </c:pt>
                <c:pt idx="319">
                  <c:v>0.46666667</c:v>
                </c:pt>
                <c:pt idx="320">
                  <c:v>0.46666667</c:v>
                </c:pt>
                <c:pt idx="321">
                  <c:v>0.46666667</c:v>
                </c:pt>
                <c:pt idx="322">
                  <c:v>0.46666667</c:v>
                </c:pt>
                <c:pt idx="323">
                  <c:v>0.46666667</c:v>
                </c:pt>
                <c:pt idx="324">
                  <c:v>0.46666667</c:v>
                </c:pt>
                <c:pt idx="325">
                  <c:v>0.46666667</c:v>
                </c:pt>
                <c:pt idx="326">
                  <c:v>0.46666667</c:v>
                </c:pt>
                <c:pt idx="327">
                  <c:v>0.46666667</c:v>
                </c:pt>
                <c:pt idx="328">
                  <c:v>0.46666667</c:v>
                </c:pt>
                <c:pt idx="329">
                  <c:v>0.46666667</c:v>
                </c:pt>
                <c:pt idx="330">
                  <c:v>0.46666667</c:v>
                </c:pt>
                <c:pt idx="331">
                  <c:v>0.46666667</c:v>
                </c:pt>
                <c:pt idx="332">
                  <c:v>0.46666667</c:v>
                </c:pt>
                <c:pt idx="333">
                  <c:v>0.46666667</c:v>
                </c:pt>
                <c:pt idx="334">
                  <c:v>0.5</c:v>
                </c:pt>
                <c:pt idx="335">
                  <c:v>0.5</c:v>
                </c:pt>
                <c:pt idx="336">
                  <c:v>0.53333333</c:v>
                </c:pt>
                <c:pt idx="337">
                  <c:v>0.53333333</c:v>
                </c:pt>
                <c:pt idx="338">
                  <c:v>0.53333333</c:v>
                </c:pt>
                <c:pt idx="339">
                  <c:v>0.53333333</c:v>
                </c:pt>
                <c:pt idx="340">
                  <c:v>0.53333333</c:v>
                </c:pt>
                <c:pt idx="341">
                  <c:v>0.53333333</c:v>
                </c:pt>
                <c:pt idx="342">
                  <c:v>0.53333333</c:v>
                </c:pt>
                <c:pt idx="343">
                  <c:v>0.53333333</c:v>
                </c:pt>
                <c:pt idx="344">
                  <c:v>0.53333333</c:v>
                </c:pt>
                <c:pt idx="345">
                  <c:v>0.53333333</c:v>
                </c:pt>
                <c:pt idx="346">
                  <c:v>0.53333333</c:v>
                </c:pt>
                <c:pt idx="347">
                  <c:v>0.53333333</c:v>
                </c:pt>
                <c:pt idx="348">
                  <c:v>0.53333333</c:v>
                </c:pt>
                <c:pt idx="349">
                  <c:v>0.53333333</c:v>
                </c:pt>
                <c:pt idx="350">
                  <c:v>0.53333333</c:v>
                </c:pt>
                <c:pt idx="351">
                  <c:v>0.53333333</c:v>
                </c:pt>
                <c:pt idx="352">
                  <c:v>0.53333333</c:v>
                </c:pt>
                <c:pt idx="353">
                  <c:v>0.53333333</c:v>
                </c:pt>
                <c:pt idx="354">
                  <c:v>0.53333333</c:v>
                </c:pt>
                <c:pt idx="355">
                  <c:v>0.53333333</c:v>
                </c:pt>
                <c:pt idx="356">
                  <c:v>0.53333333</c:v>
                </c:pt>
                <c:pt idx="357">
                  <c:v>0.53333333</c:v>
                </c:pt>
                <c:pt idx="358">
                  <c:v>0.53333333</c:v>
                </c:pt>
                <c:pt idx="359">
                  <c:v>0.53333333</c:v>
                </c:pt>
                <c:pt idx="360">
                  <c:v>0.6</c:v>
                </c:pt>
                <c:pt idx="361">
                  <c:v>0.6</c:v>
                </c:pt>
                <c:pt idx="362">
                  <c:v>0.6</c:v>
                </c:pt>
                <c:pt idx="363">
                  <c:v>0.6</c:v>
                </c:pt>
                <c:pt idx="364">
                  <c:v>0.6</c:v>
                </c:pt>
                <c:pt idx="365">
                  <c:v>0.6</c:v>
                </c:pt>
                <c:pt idx="366">
                  <c:v>0.6</c:v>
                </c:pt>
                <c:pt idx="367">
                  <c:v>0.6</c:v>
                </c:pt>
                <c:pt idx="368">
                  <c:v>0.6</c:v>
                </c:pt>
                <c:pt idx="369">
                  <c:v>0.6</c:v>
                </c:pt>
                <c:pt idx="370">
                  <c:v>0.6</c:v>
                </c:pt>
                <c:pt idx="371">
                  <c:v>0.6</c:v>
                </c:pt>
                <c:pt idx="372">
                  <c:v>0.6</c:v>
                </c:pt>
                <c:pt idx="373">
                  <c:v>0.6</c:v>
                </c:pt>
                <c:pt idx="374">
                  <c:v>0.6</c:v>
                </c:pt>
                <c:pt idx="375">
                  <c:v>0.6</c:v>
                </c:pt>
                <c:pt idx="376">
                  <c:v>0.6</c:v>
                </c:pt>
                <c:pt idx="377">
                  <c:v>0.6</c:v>
                </c:pt>
                <c:pt idx="378">
                  <c:v>0.6</c:v>
                </c:pt>
                <c:pt idx="379">
                  <c:v>0.6</c:v>
                </c:pt>
                <c:pt idx="380">
                  <c:v>0.6</c:v>
                </c:pt>
                <c:pt idx="381">
                  <c:v>0.6</c:v>
                </c:pt>
                <c:pt idx="382">
                  <c:v>0.6</c:v>
                </c:pt>
                <c:pt idx="383">
                  <c:v>0.6</c:v>
                </c:pt>
                <c:pt idx="384">
                  <c:v>0.6</c:v>
                </c:pt>
                <c:pt idx="385">
                  <c:v>0.6</c:v>
                </c:pt>
                <c:pt idx="386">
                  <c:v>0.6</c:v>
                </c:pt>
                <c:pt idx="387">
                  <c:v>0.6</c:v>
                </c:pt>
                <c:pt idx="388">
                  <c:v>0.6</c:v>
                </c:pt>
                <c:pt idx="389">
                  <c:v>0.6</c:v>
                </c:pt>
                <c:pt idx="390">
                  <c:v>0.6</c:v>
                </c:pt>
                <c:pt idx="391">
                  <c:v>0.6</c:v>
                </c:pt>
                <c:pt idx="392">
                  <c:v>0.6</c:v>
                </c:pt>
                <c:pt idx="393">
                  <c:v>0.6</c:v>
                </c:pt>
                <c:pt idx="394">
                  <c:v>0.6</c:v>
                </c:pt>
                <c:pt idx="395">
                  <c:v>0.6</c:v>
                </c:pt>
                <c:pt idx="396">
                  <c:v>0.6</c:v>
                </c:pt>
                <c:pt idx="397">
                  <c:v>0.6</c:v>
                </c:pt>
                <c:pt idx="398">
                  <c:v>0.6</c:v>
                </c:pt>
                <c:pt idx="399">
                  <c:v>0.6</c:v>
                </c:pt>
                <c:pt idx="400">
                  <c:v>0.6</c:v>
                </c:pt>
                <c:pt idx="401">
                  <c:v>0.6</c:v>
                </c:pt>
                <c:pt idx="402">
                  <c:v>0.6</c:v>
                </c:pt>
                <c:pt idx="403">
                  <c:v>0.6</c:v>
                </c:pt>
                <c:pt idx="404">
                  <c:v>0.6</c:v>
                </c:pt>
                <c:pt idx="405">
                  <c:v>0.6</c:v>
                </c:pt>
                <c:pt idx="406">
                  <c:v>0.6</c:v>
                </c:pt>
                <c:pt idx="407">
                  <c:v>0.6</c:v>
                </c:pt>
                <c:pt idx="408">
                  <c:v>0.6</c:v>
                </c:pt>
                <c:pt idx="409">
                  <c:v>0.6</c:v>
                </c:pt>
                <c:pt idx="410">
                  <c:v>0.6</c:v>
                </c:pt>
                <c:pt idx="411">
                  <c:v>0.6</c:v>
                </c:pt>
                <c:pt idx="412">
                  <c:v>0.6</c:v>
                </c:pt>
                <c:pt idx="413">
                  <c:v>0.6</c:v>
                </c:pt>
                <c:pt idx="414">
                  <c:v>0.6</c:v>
                </c:pt>
                <c:pt idx="415">
                  <c:v>0.6</c:v>
                </c:pt>
                <c:pt idx="416">
                  <c:v>0.6</c:v>
                </c:pt>
                <c:pt idx="417">
                  <c:v>0.6</c:v>
                </c:pt>
                <c:pt idx="418">
                  <c:v>0.6</c:v>
                </c:pt>
                <c:pt idx="419">
                  <c:v>0.6</c:v>
                </c:pt>
                <c:pt idx="420">
                  <c:v>0.63333333</c:v>
                </c:pt>
                <c:pt idx="421">
                  <c:v>0.63333333</c:v>
                </c:pt>
                <c:pt idx="422">
                  <c:v>0.63333333</c:v>
                </c:pt>
                <c:pt idx="423">
                  <c:v>0.63333333</c:v>
                </c:pt>
                <c:pt idx="424">
                  <c:v>0.66666667</c:v>
                </c:pt>
                <c:pt idx="425">
                  <c:v>0.66666667</c:v>
                </c:pt>
                <c:pt idx="426">
                  <c:v>0.66666667</c:v>
                </c:pt>
                <c:pt idx="427">
                  <c:v>0.66666667</c:v>
                </c:pt>
                <c:pt idx="428">
                  <c:v>0.66666667</c:v>
                </c:pt>
                <c:pt idx="429">
                  <c:v>0.66666667</c:v>
                </c:pt>
                <c:pt idx="430">
                  <c:v>0.7</c:v>
                </c:pt>
                <c:pt idx="431">
                  <c:v>0.7</c:v>
                </c:pt>
                <c:pt idx="432">
                  <c:v>0.7</c:v>
                </c:pt>
                <c:pt idx="433">
                  <c:v>0.7</c:v>
                </c:pt>
                <c:pt idx="434">
                  <c:v>0.73333333</c:v>
                </c:pt>
                <c:pt idx="435">
                  <c:v>0.73333333</c:v>
                </c:pt>
                <c:pt idx="436">
                  <c:v>0.73333333</c:v>
                </c:pt>
                <c:pt idx="437">
                  <c:v>0.73333333</c:v>
                </c:pt>
                <c:pt idx="438">
                  <c:v>0.73333333</c:v>
                </c:pt>
                <c:pt idx="439">
                  <c:v>0.73333333</c:v>
                </c:pt>
                <c:pt idx="440">
                  <c:v>0.73333333</c:v>
                </c:pt>
                <c:pt idx="441">
                  <c:v>0.73333333</c:v>
                </c:pt>
                <c:pt idx="442">
                  <c:v>0.73333333</c:v>
                </c:pt>
                <c:pt idx="443">
                  <c:v>0.73333333</c:v>
                </c:pt>
                <c:pt idx="444">
                  <c:v>0.73333333</c:v>
                </c:pt>
                <c:pt idx="445">
                  <c:v>0.73333333</c:v>
                </c:pt>
                <c:pt idx="446">
                  <c:v>0.73333333</c:v>
                </c:pt>
                <c:pt idx="447">
                  <c:v>0.73333333</c:v>
                </c:pt>
                <c:pt idx="448">
                  <c:v>0.73333333</c:v>
                </c:pt>
                <c:pt idx="449">
                  <c:v>0.73333333</c:v>
                </c:pt>
                <c:pt idx="450">
                  <c:v>0.73333333</c:v>
                </c:pt>
                <c:pt idx="451">
                  <c:v>0.73333333</c:v>
                </c:pt>
                <c:pt idx="452">
                  <c:v>0.73333333</c:v>
                </c:pt>
                <c:pt idx="453">
                  <c:v>0.73333333</c:v>
                </c:pt>
                <c:pt idx="454">
                  <c:v>0.76666667</c:v>
                </c:pt>
                <c:pt idx="455">
                  <c:v>0.76666667</c:v>
                </c:pt>
                <c:pt idx="456">
                  <c:v>0.76666667</c:v>
                </c:pt>
                <c:pt idx="457">
                  <c:v>0.76666667</c:v>
                </c:pt>
                <c:pt idx="458">
                  <c:v>0.76666667</c:v>
                </c:pt>
                <c:pt idx="459">
                  <c:v>0.76666667</c:v>
                </c:pt>
                <c:pt idx="460">
                  <c:v>0.76666667</c:v>
                </c:pt>
                <c:pt idx="461">
                  <c:v>0.76666667</c:v>
                </c:pt>
                <c:pt idx="462">
                  <c:v>0.76666667</c:v>
                </c:pt>
                <c:pt idx="463">
                  <c:v>0.76666667</c:v>
                </c:pt>
                <c:pt idx="464">
                  <c:v>0.76666667</c:v>
                </c:pt>
                <c:pt idx="465">
                  <c:v>0.76666667</c:v>
                </c:pt>
                <c:pt idx="466">
                  <c:v>0.76666667</c:v>
                </c:pt>
                <c:pt idx="467">
                  <c:v>0.76666667</c:v>
                </c:pt>
                <c:pt idx="468">
                  <c:v>0.76666667</c:v>
                </c:pt>
                <c:pt idx="469">
                  <c:v>0.76666667</c:v>
                </c:pt>
                <c:pt idx="470">
                  <c:v>0.76666667</c:v>
                </c:pt>
                <c:pt idx="471">
                  <c:v>0.76666667</c:v>
                </c:pt>
                <c:pt idx="472">
                  <c:v>0.76666667</c:v>
                </c:pt>
                <c:pt idx="473">
                  <c:v>0.76666667</c:v>
                </c:pt>
                <c:pt idx="474">
                  <c:v>0.83333333</c:v>
                </c:pt>
                <c:pt idx="475">
                  <c:v>0.83333333</c:v>
                </c:pt>
                <c:pt idx="476">
                  <c:v>0.83333333</c:v>
                </c:pt>
                <c:pt idx="477">
                  <c:v>0.83333333</c:v>
                </c:pt>
                <c:pt idx="478">
                  <c:v>0.83333333</c:v>
                </c:pt>
                <c:pt idx="479">
                  <c:v>0.83333333</c:v>
                </c:pt>
                <c:pt idx="480">
                  <c:v>0.86666667</c:v>
                </c:pt>
                <c:pt idx="481">
                  <c:v>0.86666667</c:v>
                </c:pt>
                <c:pt idx="482">
                  <c:v>0.86666667</c:v>
                </c:pt>
                <c:pt idx="483">
                  <c:v>0.86666667</c:v>
                </c:pt>
                <c:pt idx="484">
                  <c:v>0.86666667</c:v>
                </c:pt>
                <c:pt idx="485">
                  <c:v>0.86666667</c:v>
                </c:pt>
                <c:pt idx="486">
                  <c:v>0.86666667</c:v>
                </c:pt>
                <c:pt idx="487">
                  <c:v>0.86666667</c:v>
                </c:pt>
                <c:pt idx="488">
                  <c:v>0.86666667</c:v>
                </c:pt>
                <c:pt idx="489">
                  <c:v>0.86666667</c:v>
                </c:pt>
                <c:pt idx="490">
                  <c:v>0.86666667</c:v>
                </c:pt>
                <c:pt idx="491">
                  <c:v>0.86666667</c:v>
                </c:pt>
                <c:pt idx="492">
                  <c:v>0.86666667</c:v>
                </c:pt>
                <c:pt idx="493">
                  <c:v>0.86666667</c:v>
                </c:pt>
                <c:pt idx="494">
                  <c:v>0.9</c:v>
                </c:pt>
                <c:pt idx="495">
                  <c:v>0.9</c:v>
                </c:pt>
                <c:pt idx="496">
                  <c:v>0.9</c:v>
                </c:pt>
                <c:pt idx="497">
                  <c:v>0.9</c:v>
                </c:pt>
                <c:pt idx="498">
                  <c:v>0.9</c:v>
                </c:pt>
                <c:pt idx="499">
                  <c:v>0.9</c:v>
                </c:pt>
                <c:pt idx="500">
                  <c:v>0.9</c:v>
                </c:pt>
                <c:pt idx="501">
                  <c:v>0.9</c:v>
                </c:pt>
                <c:pt idx="502">
                  <c:v>0.9</c:v>
                </c:pt>
                <c:pt idx="503">
                  <c:v>0.9</c:v>
                </c:pt>
                <c:pt idx="504">
                  <c:v>0.9</c:v>
                </c:pt>
                <c:pt idx="505">
                  <c:v>0.9</c:v>
                </c:pt>
                <c:pt idx="506">
                  <c:v>0.9</c:v>
                </c:pt>
                <c:pt idx="507">
                  <c:v>0.9</c:v>
                </c:pt>
                <c:pt idx="508">
                  <c:v>0.9</c:v>
                </c:pt>
                <c:pt idx="509">
                  <c:v>0.9</c:v>
                </c:pt>
                <c:pt idx="510">
                  <c:v>0.9</c:v>
                </c:pt>
                <c:pt idx="511">
                  <c:v>0.9</c:v>
                </c:pt>
                <c:pt idx="512">
                  <c:v>0.9</c:v>
                </c:pt>
                <c:pt idx="513">
                  <c:v>0.9</c:v>
                </c:pt>
                <c:pt idx="514">
                  <c:v>0.9</c:v>
                </c:pt>
                <c:pt idx="515">
                  <c:v>0.9</c:v>
                </c:pt>
                <c:pt idx="516">
                  <c:v>0.9</c:v>
                </c:pt>
                <c:pt idx="517">
                  <c:v>0.9</c:v>
                </c:pt>
                <c:pt idx="518">
                  <c:v>0.93333333</c:v>
                </c:pt>
                <c:pt idx="519">
                  <c:v>0.93333333</c:v>
                </c:pt>
                <c:pt idx="520">
                  <c:v>0.93333333</c:v>
                </c:pt>
                <c:pt idx="521">
                  <c:v>0.93333333</c:v>
                </c:pt>
                <c:pt idx="522">
                  <c:v>0.93333333</c:v>
                </c:pt>
                <c:pt idx="523">
                  <c:v>0.93333333</c:v>
                </c:pt>
                <c:pt idx="524">
                  <c:v>0.93333333</c:v>
                </c:pt>
                <c:pt idx="525">
                  <c:v>0.93333333</c:v>
                </c:pt>
                <c:pt idx="526">
                  <c:v>0.93333333</c:v>
                </c:pt>
                <c:pt idx="527">
                  <c:v>0.93333333</c:v>
                </c:pt>
                <c:pt idx="528">
                  <c:v>0.93333333</c:v>
                </c:pt>
                <c:pt idx="529">
                  <c:v>0.93333333</c:v>
                </c:pt>
                <c:pt idx="530">
                  <c:v>0.93333333</c:v>
                </c:pt>
                <c:pt idx="531">
                  <c:v>0.93333333</c:v>
                </c:pt>
                <c:pt idx="532">
                  <c:v>0.93333333</c:v>
                </c:pt>
                <c:pt idx="533">
                  <c:v>0.93333333</c:v>
                </c:pt>
                <c:pt idx="534">
                  <c:v>0.93333333</c:v>
                </c:pt>
                <c:pt idx="535">
                  <c:v>0.93333333</c:v>
                </c:pt>
                <c:pt idx="536">
                  <c:v>0.93333333</c:v>
                </c:pt>
                <c:pt idx="537">
                  <c:v>0.93333333</c:v>
                </c:pt>
                <c:pt idx="538">
                  <c:v>0.93333333</c:v>
                </c:pt>
                <c:pt idx="539">
                  <c:v>0.93333333</c:v>
                </c:pt>
                <c:pt idx="540">
                  <c:v>0.93333333</c:v>
                </c:pt>
                <c:pt idx="541">
                  <c:v>0.93333333</c:v>
                </c:pt>
                <c:pt idx="542">
                  <c:v>0.93333333</c:v>
                </c:pt>
                <c:pt idx="543">
                  <c:v>0.93333333</c:v>
                </c:pt>
                <c:pt idx="544">
                  <c:v>0.93333333</c:v>
                </c:pt>
                <c:pt idx="545">
                  <c:v>0.93333333</c:v>
                </c:pt>
                <c:pt idx="546">
                  <c:v>0.93333333</c:v>
                </c:pt>
                <c:pt idx="547">
                  <c:v>0.93333333</c:v>
                </c:pt>
                <c:pt idx="548">
                  <c:v>0.93333333</c:v>
                </c:pt>
                <c:pt idx="549">
                  <c:v>0.93333333</c:v>
                </c:pt>
                <c:pt idx="550">
                  <c:v>0.93333333</c:v>
                </c:pt>
                <c:pt idx="551">
                  <c:v>0.93333333</c:v>
                </c:pt>
                <c:pt idx="552">
                  <c:v>0.93333333</c:v>
                </c:pt>
                <c:pt idx="553">
                  <c:v>0.93333333</c:v>
                </c:pt>
                <c:pt idx="554">
                  <c:v>0.93333333</c:v>
                </c:pt>
                <c:pt idx="555">
                  <c:v>0.93333333</c:v>
                </c:pt>
                <c:pt idx="556">
                  <c:v>0.93333333</c:v>
                </c:pt>
                <c:pt idx="557">
                  <c:v>0.93333333</c:v>
                </c:pt>
                <c:pt idx="558">
                  <c:v>0.93333333</c:v>
                </c:pt>
                <c:pt idx="559">
                  <c:v>0.93333333</c:v>
                </c:pt>
                <c:pt idx="560">
                  <c:v>0.93333333</c:v>
                </c:pt>
                <c:pt idx="561">
                  <c:v>0.93333333</c:v>
                </c:pt>
                <c:pt idx="562">
                  <c:v>0.93333333</c:v>
                </c:pt>
                <c:pt idx="563">
                  <c:v>0.93333333</c:v>
                </c:pt>
                <c:pt idx="564">
                  <c:v>0.93333333</c:v>
                </c:pt>
                <c:pt idx="565">
                  <c:v>0.93333333</c:v>
                </c:pt>
                <c:pt idx="566">
                  <c:v>0.93333333</c:v>
                </c:pt>
                <c:pt idx="567">
                  <c:v>0.93333333</c:v>
                </c:pt>
                <c:pt idx="568">
                  <c:v>0.93333333</c:v>
                </c:pt>
                <c:pt idx="569">
                  <c:v>0.93333333</c:v>
                </c:pt>
                <c:pt idx="570">
                  <c:v>0.93333333</c:v>
                </c:pt>
                <c:pt idx="571">
                  <c:v>0.93333333</c:v>
                </c:pt>
                <c:pt idx="572">
                  <c:v>0.93333333</c:v>
                </c:pt>
                <c:pt idx="573">
                  <c:v>0.93333333</c:v>
                </c:pt>
                <c:pt idx="574">
                  <c:v>0.93333333</c:v>
                </c:pt>
                <c:pt idx="575">
                  <c:v>0.93333333</c:v>
                </c:pt>
                <c:pt idx="576">
                  <c:v>0.93333333</c:v>
                </c:pt>
                <c:pt idx="577">
                  <c:v>0.93333333</c:v>
                </c:pt>
                <c:pt idx="578">
                  <c:v>0.93333333</c:v>
                </c:pt>
                <c:pt idx="579">
                  <c:v>0.93333333</c:v>
                </c:pt>
                <c:pt idx="580">
                  <c:v>0.93333333</c:v>
                </c:pt>
                <c:pt idx="581">
                  <c:v>0.93333333</c:v>
                </c:pt>
                <c:pt idx="582">
                  <c:v>0.93333333</c:v>
                </c:pt>
                <c:pt idx="583">
                  <c:v>0.93333333</c:v>
                </c:pt>
                <c:pt idx="584">
                  <c:v>0.93333333</c:v>
                </c:pt>
                <c:pt idx="585">
                  <c:v>0.93333333</c:v>
                </c:pt>
                <c:pt idx="586">
                  <c:v>0.93333333</c:v>
                </c:pt>
                <c:pt idx="587">
                  <c:v>0.93333333</c:v>
                </c:pt>
                <c:pt idx="588">
                  <c:v>0.93333333</c:v>
                </c:pt>
                <c:pt idx="589">
                  <c:v>0.93333333</c:v>
                </c:pt>
                <c:pt idx="590">
                  <c:v>0.93333333</c:v>
                </c:pt>
                <c:pt idx="591">
                  <c:v>0.93333333</c:v>
                </c:pt>
                <c:pt idx="592">
                  <c:v>0.93333333</c:v>
                </c:pt>
                <c:pt idx="593">
                  <c:v>0.93333333</c:v>
                </c:pt>
                <c:pt idx="594">
                  <c:v>0.93333333</c:v>
                </c:pt>
                <c:pt idx="595">
                  <c:v>0.93333333</c:v>
                </c:pt>
                <c:pt idx="596">
                  <c:v>0.93333333</c:v>
                </c:pt>
                <c:pt idx="597">
                  <c:v>0.93333333</c:v>
                </c:pt>
                <c:pt idx="598">
                  <c:v>0.93333333</c:v>
                </c:pt>
                <c:pt idx="599">
                  <c:v>0.93333333</c:v>
                </c:pt>
                <c:pt idx="600">
                  <c:v>0.93333333</c:v>
                </c:pt>
                <c:pt idx="601">
                  <c:v>0.93333333</c:v>
                </c:pt>
                <c:pt idx="602">
                  <c:v>0.93333333</c:v>
                </c:pt>
                <c:pt idx="603">
                  <c:v>0.93333333</c:v>
                </c:pt>
                <c:pt idx="604">
                  <c:v>0.93333333</c:v>
                </c:pt>
                <c:pt idx="605">
                  <c:v>0.93333333</c:v>
                </c:pt>
                <c:pt idx="606">
                  <c:v>0.93333333</c:v>
                </c:pt>
                <c:pt idx="607">
                  <c:v>0.93333333</c:v>
                </c:pt>
                <c:pt idx="608">
                  <c:v>0.93333333</c:v>
                </c:pt>
                <c:pt idx="609">
                  <c:v>0.93333333</c:v>
                </c:pt>
                <c:pt idx="610">
                  <c:v>0.93333333</c:v>
                </c:pt>
                <c:pt idx="611">
                  <c:v>0.93333333</c:v>
                </c:pt>
                <c:pt idx="612">
                  <c:v>0.93333333</c:v>
                </c:pt>
                <c:pt idx="613">
                  <c:v>0.93333333</c:v>
                </c:pt>
                <c:pt idx="614">
                  <c:v>0.93333333</c:v>
                </c:pt>
                <c:pt idx="615">
                  <c:v>0.93333333</c:v>
                </c:pt>
                <c:pt idx="616">
                  <c:v>0.93333333</c:v>
                </c:pt>
                <c:pt idx="617">
                  <c:v>0.93333333</c:v>
                </c:pt>
                <c:pt idx="618">
                  <c:v>0.93333333</c:v>
                </c:pt>
                <c:pt idx="619">
                  <c:v>0.93333333</c:v>
                </c:pt>
                <c:pt idx="620">
                  <c:v>0.93333333</c:v>
                </c:pt>
                <c:pt idx="621">
                  <c:v>0.93333333</c:v>
                </c:pt>
                <c:pt idx="622">
                  <c:v>0.96666667</c:v>
                </c:pt>
                <c:pt idx="623">
                  <c:v>0.96666667</c:v>
                </c:pt>
                <c:pt idx="624">
                  <c:v>0.96666667</c:v>
                </c:pt>
                <c:pt idx="625">
                  <c:v>0.96666667</c:v>
                </c:pt>
                <c:pt idx="626">
                  <c:v>0.96666667</c:v>
                </c:pt>
                <c:pt idx="627">
                  <c:v>0.96666667</c:v>
                </c:pt>
                <c:pt idx="628">
                  <c:v>0.96666667</c:v>
                </c:pt>
                <c:pt idx="629">
                  <c:v>0.96666667</c:v>
                </c:pt>
                <c:pt idx="630">
                  <c:v>0.96666667</c:v>
                </c:pt>
                <c:pt idx="631">
                  <c:v>0.96666667</c:v>
                </c:pt>
                <c:pt idx="632">
                  <c:v>0.96666667</c:v>
                </c:pt>
                <c:pt idx="633">
                  <c:v>0.96666667</c:v>
                </c:pt>
                <c:pt idx="634">
                  <c:v>0.96666667</c:v>
                </c:pt>
                <c:pt idx="635">
                  <c:v>0.96666667</c:v>
                </c:pt>
                <c:pt idx="636">
                  <c:v>0.96666667</c:v>
                </c:pt>
                <c:pt idx="637">
                  <c:v>0.96666667</c:v>
                </c:pt>
                <c:pt idx="638">
                  <c:v>0.96666667</c:v>
                </c:pt>
                <c:pt idx="639">
                  <c:v>0.96666667</c:v>
                </c:pt>
                <c:pt idx="640">
                  <c:v>0.96666667</c:v>
                </c:pt>
                <c:pt idx="641">
                  <c:v>0.96666667</c:v>
                </c:pt>
                <c:pt idx="642">
                  <c:v>0.96666667</c:v>
                </c:pt>
                <c:pt idx="643">
                  <c:v>0.96666667</c:v>
                </c:pt>
                <c:pt idx="644">
                  <c:v>0.96666667</c:v>
                </c:pt>
                <c:pt idx="645">
                  <c:v>0.96666667</c:v>
                </c:pt>
                <c:pt idx="646">
                  <c:v>0.96666667</c:v>
                </c:pt>
                <c:pt idx="647">
                  <c:v>0.96666667</c:v>
                </c:pt>
                <c:pt idx="648">
                  <c:v>0.96666667</c:v>
                </c:pt>
                <c:pt idx="649">
                  <c:v>0.96666667</c:v>
                </c:pt>
                <c:pt idx="650">
                  <c:v>0.96666667</c:v>
                </c:pt>
                <c:pt idx="651">
                  <c:v>0.96666667</c:v>
                </c:pt>
                <c:pt idx="652">
                  <c:v>0.96666667</c:v>
                </c:pt>
                <c:pt idx="653">
                  <c:v>0.96666667</c:v>
                </c:pt>
                <c:pt idx="654">
                  <c:v>0.96666667</c:v>
                </c:pt>
                <c:pt idx="655">
                  <c:v>0.96666667</c:v>
                </c:pt>
                <c:pt idx="656">
                  <c:v>0.96666667</c:v>
                </c:pt>
                <c:pt idx="657">
                  <c:v>0.96666667</c:v>
                </c:pt>
                <c:pt idx="658">
                  <c:v>0.96666667</c:v>
                </c:pt>
                <c:pt idx="659">
                  <c:v>0.96666667</c:v>
                </c:pt>
                <c:pt idx="660">
                  <c:v>0.96666667</c:v>
                </c:pt>
                <c:pt idx="661">
                  <c:v>0.96666667</c:v>
                </c:pt>
                <c:pt idx="662">
                  <c:v>0.96666667</c:v>
                </c:pt>
                <c:pt idx="663">
                  <c:v>0.96666667</c:v>
                </c:pt>
                <c:pt idx="664">
                  <c:v>0.96666667</c:v>
                </c:pt>
                <c:pt idx="665">
                  <c:v>0.96666667</c:v>
                </c:pt>
                <c:pt idx="666">
                  <c:v>0.96666667</c:v>
                </c:pt>
                <c:pt idx="667">
                  <c:v>0.96666667</c:v>
                </c:pt>
                <c:pt idx="668">
                  <c:v>0.96666667</c:v>
                </c:pt>
                <c:pt idx="669">
                  <c:v>0.96666667</c:v>
                </c:pt>
                <c:pt idx="670">
                  <c:v>0.96666667</c:v>
                </c:pt>
                <c:pt idx="671">
                  <c:v>0.96666667</c:v>
                </c:pt>
                <c:pt idx="672">
                  <c:v>0.96666667</c:v>
                </c:pt>
                <c:pt idx="673">
                  <c:v>0.96666667</c:v>
                </c:pt>
                <c:pt idx="674">
                  <c:v>0.96666667</c:v>
                </c:pt>
                <c:pt idx="675">
                  <c:v>0.96666667</c:v>
                </c:pt>
                <c:pt idx="676">
                  <c:v>0.96666667</c:v>
                </c:pt>
                <c:pt idx="677">
                  <c:v>0.96666667</c:v>
                </c:pt>
                <c:pt idx="678">
                  <c:v>0.96666667</c:v>
                </c:pt>
                <c:pt idx="679">
                  <c:v>0.96666667</c:v>
                </c:pt>
                <c:pt idx="680">
                  <c:v>0.96666667</c:v>
                </c:pt>
                <c:pt idx="681">
                  <c:v>0.96666667</c:v>
                </c:pt>
                <c:pt idx="682">
                  <c:v>0.96666667</c:v>
                </c:pt>
                <c:pt idx="683">
                  <c:v>0.96666667</c:v>
                </c:pt>
                <c:pt idx="684">
                  <c:v>0.96666667</c:v>
                </c:pt>
                <c:pt idx="685">
                  <c:v>0.96666667</c:v>
                </c:pt>
                <c:pt idx="686">
                  <c:v>0.96666667</c:v>
                </c:pt>
                <c:pt idx="687">
                  <c:v>0.96666667</c:v>
                </c:pt>
                <c:pt idx="688">
                  <c:v>0.96666667</c:v>
                </c:pt>
                <c:pt idx="689">
                  <c:v>0.96666667</c:v>
                </c:pt>
                <c:pt idx="690">
                  <c:v>0.96666667</c:v>
                </c:pt>
                <c:pt idx="691">
                  <c:v>0.96666667</c:v>
                </c:pt>
                <c:pt idx="692">
                  <c:v>0.96666667</c:v>
                </c:pt>
                <c:pt idx="693">
                  <c:v>0.96666667</c:v>
                </c:pt>
                <c:pt idx="694">
                  <c:v>0.96666667</c:v>
                </c:pt>
                <c:pt idx="695">
                  <c:v>0.96666667</c:v>
                </c:pt>
                <c:pt idx="696">
                  <c:v>0.96666667</c:v>
                </c:pt>
                <c:pt idx="697">
                  <c:v>0.96666667</c:v>
                </c:pt>
                <c:pt idx="698">
                  <c:v>0.96666667</c:v>
                </c:pt>
                <c:pt idx="699">
                  <c:v>0.96666667</c:v>
                </c:pt>
                <c:pt idx="700">
                  <c:v>0.96666667</c:v>
                </c:pt>
                <c:pt idx="701">
                  <c:v>0.96666667</c:v>
                </c:pt>
                <c:pt idx="702">
                  <c:v>0.96666667</c:v>
                </c:pt>
                <c:pt idx="703">
                  <c:v>0.96666667</c:v>
                </c:pt>
                <c:pt idx="704">
                  <c:v>0.96666667</c:v>
                </c:pt>
                <c:pt idx="705">
                  <c:v>0.96666667</c:v>
                </c:pt>
                <c:pt idx="706">
                  <c:v>0.96666667</c:v>
                </c:pt>
                <c:pt idx="707">
                  <c:v>0.96666667</c:v>
                </c:pt>
                <c:pt idx="708">
                  <c:v>0.96666667</c:v>
                </c:pt>
                <c:pt idx="709">
                  <c:v>0.96666667</c:v>
                </c:pt>
                <c:pt idx="710">
                  <c:v>0.96666667</c:v>
                </c:pt>
                <c:pt idx="711">
                  <c:v>0.96666667</c:v>
                </c:pt>
                <c:pt idx="712">
                  <c:v>1</c:v>
                </c:pt>
                <c:pt idx="713">
                  <c:v>1</c:v>
                </c:pt>
                <c:pt idx="714">
                  <c:v>1</c:v>
                </c:pt>
                <c:pt idx="715">
                  <c:v>1</c:v>
                </c:pt>
                <c:pt idx="716">
                  <c:v>1</c:v>
                </c:pt>
                <c:pt idx="717">
                  <c:v>1</c:v>
                </c:pt>
                <c:pt idx="718">
                  <c:v>1</c:v>
                </c:pt>
                <c:pt idx="719">
                  <c:v>1</c:v>
                </c:pt>
                <c:pt idx="720">
                  <c:v>1</c:v>
                </c:pt>
                <c:pt idx="721">
                  <c:v>1</c:v>
                </c:pt>
                <c:pt idx="722">
                  <c:v>1</c:v>
                </c:pt>
                <c:pt idx="723">
                  <c:v>1</c:v>
                </c:pt>
                <c:pt idx="724">
                  <c:v>1</c:v>
                </c:pt>
                <c:pt idx="725">
                  <c:v>1</c:v>
                </c:pt>
                <c:pt idx="726">
                  <c:v>1</c:v>
                </c:pt>
                <c:pt idx="727">
                  <c:v>1</c:v>
                </c:pt>
                <c:pt idx="728">
                  <c:v>1</c:v>
                </c:pt>
                <c:pt idx="729">
                  <c:v>1</c:v>
                </c:pt>
                <c:pt idx="730">
                  <c:v>1</c:v>
                </c:pt>
                <c:pt idx="731">
                  <c:v>1</c:v>
                </c:pt>
                <c:pt idx="732">
                  <c:v>1</c:v>
                </c:pt>
                <c:pt idx="733">
                  <c:v>1</c:v>
                </c:pt>
                <c:pt idx="734">
                  <c:v>1</c:v>
                </c:pt>
                <c:pt idx="735">
                  <c:v>1</c:v>
                </c:pt>
                <c:pt idx="736">
                  <c:v>1</c:v>
                </c:pt>
                <c:pt idx="737">
                  <c:v>1</c:v>
                </c:pt>
                <c:pt idx="738">
                  <c:v>1</c:v>
                </c:pt>
                <c:pt idx="739">
                  <c:v>1</c:v>
                </c:pt>
                <c:pt idx="740">
                  <c:v>1</c:v>
                </c:pt>
                <c:pt idx="741">
                  <c:v>1</c:v>
                </c:pt>
                <c:pt idx="742">
                  <c:v>1</c:v>
                </c:pt>
                <c:pt idx="743">
                  <c:v>1</c:v>
                </c:pt>
                <c:pt idx="744">
                  <c:v>1</c:v>
                </c:pt>
                <c:pt idx="745">
                  <c:v>1</c:v>
                </c:pt>
                <c:pt idx="746">
                  <c:v>1</c:v>
                </c:pt>
                <c:pt idx="747">
                  <c:v>1</c:v>
                </c:pt>
                <c:pt idx="748">
                  <c:v>1</c:v>
                </c:pt>
                <c:pt idx="749">
                  <c:v>1</c:v>
                </c:pt>
                <c:pt idx="750">
                  <c:v>1</c:v>
                </c:pt>
                <c:pt idx="751">
                  <c:v>1</c:v>
                </c:pt>
                <c:pt idx="752">
                  <c:v>1</c:v>
                </c:pt>
                <c:pt idx="753">
                  <c:v>1</c:v>
                </c:pt>
                <c:pt idx="754">
                  <c:v>1</c:v>
                </c:pt>
                <c:pt idx="755">
                  <c:v>1</c:v>
                </c:pt>
                <c:pt idx="756">
                  <c:v>1</c:v>
                </c:pt>
                <c:pt idx="757">
                  <c:v>1</c:v>
                </c:pt>
                <c:pt idx="758">
                  <c:v>1</c:v>
                </c:pt>
                <c:pt idx="759">
                  <c:v>1</c:v>
                </c:pt>
                <c:pt idx="760">
                  <c:v>1</c:v>
                </c:pt>
                <c:pt idx="761">
                  <c:v>1</c:v>
                </c:pt>
                <c:pt idx="762">
                  <c:v>1</c:v>
                </c:pt>
                <c:pt idx="763">
                  <c:v>1</c:v>
                </c:pt>
                <c:pt idx="764">
                  <c:v>1</c:v>
                </c:pt>
                <c:pt idx="765">
                  <c:v>1</c:v>
                </c:pt>
                <c:pt idx="766">
                  <c:v>1</c:v>
                </c:pt>
                <c:pt idx="767">
                  <c:v>1</c:v>
                </c:pt>
                <c:pt idx="768">
                  <c:v>1</c:v>
                </c:pt>
                <c:pt idx="769">
                  <c:v>1</c:v>
                </c:pt>
                <c:pt idx="770">
                  <c:v>1</c:v>
                </c:pt>
                <c:pt idx="771">
                  <c:v>1</c:v>
                </c:pt>
                <c:pt idx="772">
                  <c:v>1</c:v>
                </c:pt>
                <c:pt idx="773">
                  <c:v>1</c:v>
                </c:pt>
                <c:pt idx="774">
                  <c:v>1</c:v>
                </c:pt>
                <c:pt idx="775">
                  <c:v>1</c:v>
                </c:pt>
                <c:pt idx="776">
                  <c:v>1</c:v>
                </c:pt>
                <c:pt idx="777">
                  <c:v>1</c:v>
                </c:pt>
                <c:pt idx="778">
                  <c:v>1</c:v>
                </c:pt>
                <c:pt idx="779">
                  <c:v>1</c:v>
                </c:pt>
                <c:pt idx="780">
                  <c:v>1</c:v>
                </c:pt>
                <c:pt idx="781">
                  <c:v>1</c:v>
                </c:pt>
                <c:pt idx="782">
                  <c:v>1</c:v>
                </c:pt>
                <c:pt idx="783">
                  <c:v>1</c:v>
                </c:pt>
                <c:pt idx="784">
                  <c:v>1</c:v>
                </c:pt>
                <c:pt idx="785">
                  <c:v>1</c:v>
                </c:pt>
                <c:pt idx="786">
                  <c:v>1</c:v>
                </c:pt>
                <c:pt idx="787">
                  <c:v>1</c:v>
                </c:pt>
                <c:pt idx="788">
                  <c:v>1</c:v>
                </c:pt>
                <c:pt idx="789">
                  <c:v>1</c:v>
                </c:pt>
                <c:pt idx="790">
                  <c:v>1</c:v>
                </c:pt>
                <c:pt idx="791">
                  <c:v>1</c:v>
                </c:pt>
                <c:pt idx="792">
                  <c:v>1</c:v>
                </c:pt>
                <c:pt idx="793">
                  <c:v>1</c:v>
                </c:pt>
                <c:pt idx="794">
                  <c:v>1</c:v>
                </c:pt>
                <c:pt idx="795">
                  <c:v>1</c:v>
                </c:pt>
                <c:pt idx="796">
                  <c:v>1</c:v>
                </c:pt>
                <c:pt idx="797">
                  <c:v>1</c:v>
                </c:pt>
                <c:pt idx="798">
                  <c:v>1</c:v>
                </c:pt>
                <c:pt idx="799">
                  <c:v>1</c:v>
                </c:pt>
                <c:pt idx="800">
                  <c:v>1</c:v>
                </c:pt>
                <c:pt idx="801">
                  <c:v>1</c:v>
                </c:pt>
                <c:pt idx="802">
                  <c:v>1</c:v>
                </c:pt>
                <c:pt idx="803">
                  <c:v>1</c:v>
                </c:pt>
                <c:pt idx="804">
                  <c:v>1</c:v>
                </c:pt>
                <c:pt idx="805">
                  <c:v>1</c:v>
                </c:pt>
                <c:pt idx="806">
                  <c:v>1</c:v>
                </c:pt>
                <c:pt idx="807">
                  <c:v>1</c:v>
                </c:pt>
                <c:pt idx="808">
                  <c:v>1</c:v>
                </c:pt>
                <c:pt idx="809">
                  <c:v>1</c:v>
                </c:pt>
                <c:pt idx="810">
                  <c:v>1</c:v>
                </c:pt>
                <c:pt idx="811">
                  <c:v>1</c:v>
                </c:pt>
                <c:pt idx="812">
                  <c:v>1</c:v>
                </c:pt>
                <c:pt idx="813">
                  <c:v>1</c:v>
                </c:pt>
                <c:pt idx="814">
                  <c:v>1</c:v>
                </c:pt>
                <c:pt idx="815">
                  <c:v>1</c:v>
                </c:pt>
                <c:pt idx="816">
                  <c:v>1</c:v>
                </c:pt>
                <c:pt idx="817">
                  <c:v>1</c:v>
                </c:pt>
                <c:pt idx="818">
                  <c:v>1</c:v>
                </c:pt>
                <c:pt idx="819">
                  <c:v>1</c:v>
                </c:pt>
                <c:pt idx="820">
                  <c:v>1</c:v>
                </c:pt>
                <c:pt idx="821">
                  <c:v>1</c:v>
                </c:pt>
                <c:pt idx="822">
                  <c:v>1</c:v>
                </c:pt>
                <c:pt idx="823">
                  <c:v>1</c:v>
                </c:pt>
                <c:pt idx="824">
                  <c:v>1</c:v>
                </c:pt>
                <c:pt idx="825">
                  <c:v>1</c:v>
                </c:pt>
                <c:pt idx="826">
                  <c:v>1</c:v>
                </c:pt>
                <c:pt idx="827">
                  <c:v>1</c:v>
                </c:pt>
                <c:pt idx="828">
                  <c:v>1</c:v>
                </c:pt>
                <c:pt idx="829">
                  <c:v>1</c:v>
                </c:pt>
                <c:pt idx="830">
                  <c:v>1</c:v>
                </c:pt>
                <c:pt idx="831">
                  <c:v>1</c:v>
                </c:pt>
                <c:pt idx="832">
                  <c:v>1</c:v>
                </c:pt>
                <c:pt idx="833">
                  <c:v>1</c:v>
                </c:pt>
                <c:pt idx="834">
                  <c:v>1</c:v>
                </c:pt>
                <c:pt idx="835">
                  <c:v>1</c:v>
                </c:pt>
                <c:pt idx="836">
                  <c:v>1</c:v>
                </c:pt>
                <c:pt idx="837">
                  <c:v>1</c:v>
                </c:pt>
                <c:pt idx="838">
                  <c:v>1</c:v>
                </c:pt>
                <c:pt idx="839">
                  <c:v>1</c:v>
                </c:pt>
                <c:pt idx="840">
                  <c:v>1</c:v>
                </c:pt>
                <c:pt idx="841">
                  <c:v>1</c:v>
                </c:pt>
                <c:pt idx="842">
                  <c:v>1</c:v>
                </c:pt>
                <c:pt idx="843">
                  <c:v>1</c:v>
                </c:pt>
                <c:pt idx="844">
                  <c:v>1</c:v>
                </c:pt>
                <c:pt idx="845">
                  <c:v>1</c:v>
                </c:pt>
                <c:pt idx="846">
                  <c:v>1</c:v>
                </c:pt>
                <c:pt idx="847">
                  <c:v>1</c:v>
                </c:pt>
                <c:pt idx="848">
                  <c:v>1</c:v>
                </c:pt>
                <c:pt idx="849">
                  <c:v>1</c:v>
                </c:pt>
                <c:pt idx="850">
                  <c:v>1</c:v>
                </c:pt>
                <c:pt idx="851">
                  <c:v>1</c:v>
                </c:pt>
                <c:pt idx="852">
                  <c:v>1</c:v>
                </c:pt>
                <c:pt idx="853">
                  <c:v>1</c:v>
                </c:pt>
                <c:pt idx="854">
                  <c:v>1</c:v>
                </c:pt>
                <c:pt idx="855">
                  <c:v>1</c:v>
                </c:pt>
                <c:pt idx="856">
                  <c:v>1</c:v>
                </c:pt>
                <c:pt idx="857">
                  <c:v>1</c:v>
                </c:pt>
                <c:pt idx="858">
                  <c:v>1</c:v>
                </c:pt>
                <c:pt idx="859">
                  <c:v>1</c:v>
                </c:pt>
                <c:pt idx="860">
                  <c:v>1</c:v>
                </c:pt>
                <c:pt idx="861">
                  <c:v>1</c:v>
                </c:pt>
                <c:pt idx="862">
                  <c:v>1</c:v>
                </c:pt>
                <c:pt idx="863">
                  <c:v>1</c:v>
                </c:pt>
                <c:pt idx="864">
                  <c:v>1</c:v>
                </c:pt>
                <c:pt idx="865">
                  <c:v>1</c:v>
                </c:pt>
                <c:pt idx="866">
                  <c:v>1</c:v>
                </c:pt>
                <c:pt idx="867">
                  <c:v>1</c:v>
                </c:pt>
                <c:pt idx="868">
                  <c:v>1</c:v>
                </c:pt>
                <c:pt idx="869">
                  <c:v>1</c:v>
                </c:pt>
                <c:pt idx="870">
                  <c:v>1</c:v>
                </c:pt>
                <c:pt idx="871">
                  <c:v>1</c:v>
                </c:pt>
                <c:pt idx="872">
                  <c:v>1</c:v>
                </c:pt>
                <c:pt idx="873">
                  <c:v>1</c:v>
                </c:pt>
                <c:pt idx="874">
                  <c:v>1</c:v>
                </c:pt>
                <c:pt idx="875">
                  <c:v>1</c:v>
                </c:pt>
                <c:pt idx="876">
                  <c:v>1</c:v>
                </c:pt>
                <c:pt idx="877">
                  <c:v>1</c:v>
                </c:pt>
                <c:pt idx="878">
                  <c:v>1</c:v>
                </c:pt>
                <c:pt idx="879">
                  <c:v>1</c:v>
                </c:pt>
                <c:pt idx="880">
                  <c:v>1</c:v>
                </c:pt>
                <c:pt idx="881">
                  <c:v>1</c:v>
                </c:pt>
                <c:pt idx="882">
                  <c:v>1</c:v>
                </c:pt>
                <c:pt idx="883">
                  <c:v>1</c:v>
                </c:pt>
                <c:pt idx="884">
                  <c:v>1</c:v>
                </c:pt>
                <c:pt idx="885">
                  <c:v>1</c:v>
                </c:pt>
                <c:pt idx="886">
                  <c:v>1</c:v>
                </c:pt>
                <c:pt idx="887">
                  <c:v>1</c:v>
                </c:pt>
                <c:pt idx="888">
                  <c:v>1</c:v>
                </c:pt>
                <c:pt idx="889">
                  <c:v>1</c:v>
                </c:pt>
                <c:pt idx="890">
                  <c:v>1</c:v>
                </c:pt>
                <c:pt idx="891">
                  <c:v>1</c:v>
                </c:pt>
                <c:pt idx="892">
                  <c:v>1</c:v>
                </c:pt>
                <c:pt idx="893">
                  <c:v>1</c:v>
                </c:pt>
                <c:pt idx="894">
                  <c:v>1</c:v>
                </c:pt>
                <c:pt idx="895">
                  <c:v>1</c:v>
                </c:pt>
                <c:pt idx="896">
                  <c:v>1</c:v>
                </c:pt>
                <c:pt idx="897">
                  <c:v>1</c:v>
                </c:pt>
                <c:pt idx="898">
                  <c:v>1</c:v>
                </c:pt>
                <c:pt idx="899">
                  <c:v>1</c:v>
                </c:pt>
                <c:pt idx="900">
                  <c:v>1</c:v>
                </c:pt>
                <c:pt idx="901">
                  <c:v>1</c:v>
                </c:pt>
                <c:pt idx="902">
                  <c:v>1</c:v>
                </c:pt>
                <c:pt idx="903">
                  <c:v>1</c:v>
                </c:pt>
                <c:pt idx="904">
                  <c:v>1</c:v>
                </c:pt>
                <c:pt idx="905">
                  <c:v>1</c:v>
                </c:pt>
                <c:pt idx="906">
                  <c:v>1</c:v>
                </c:pt>
                <c:pt idx="907">
                  <c:v>1</c:v>
                </c:pt>
                <c:pt idx="908">
                  <c:v>1</c:v>
                </c:pt>
                <c:pt idx="909">
                  <c:v>1</c:v>
                </c:pt>
                <c:pt idx="910">
                  <c:v>1</c:v>
                </c:pt>
                <c:pt idx="911">
                  <c:v>1</c:v>
                </c:pt>
                <c:pt idx="912">
                  <c:v>1</c:v>
                </c:pt>
                <c:pt idx="913">
                  <c:v>1</c:v>
                </c:pt>
                <c:pt idx="914">
                  <c:v>1</c:v>
                </c:pt>
                <c:pt idx="915">
                  <c:v>1</c:v>
                </c:pt>
                <c:pt idx="916">
                  <c:v>1</c:v>
                </c:pt>
                <c:pt idx="917">
                  <c:v>1</c:v>
                </c:pt>
                <c:pt idx="918">
                  <c:v>1</c:v>
                </c:pt>
                <c:pt idx="919">
                  <c:v>1</c:v>
                </c:pt>
                <c:pt idx="920">
                  <c:v>1</c:v>
                </c:pt>
                <c:pt idx="921">
                  <c:v>1</c:v>
                </c:pt>
                <c:pt idx="922">
                  <c:v>1</c:v>
                </c:pt>
                <c:pt idx="923">
                  <c:v>1</c:v>
                </c:pt>
                <c:pt idx="924">
                  <c:v>1</c:v>
                </c:pt>
                <c:pt idx="925">
                  <c:v>1</c:v>
                </c:pt>
                <c:pt idx="926">
                  <c:v>1</c:v>
                </c:pt>
                <c:pt idx="927">
                  <c:v>1</c:v>
                </c:pt>
                <c:pt idx="928">
                  <c:v>1</c:v>
                </c:pt>
                <c:pt idx="929">
                  <c:v>1</c:v>
                </c:pt>
                <c:pt idx="930">
                  <c:v>1</c:v>
                </c:pt>
                <c:pt idx="931">
                  <c:v>1</c:v>
                </c:pt>
                <c:pt idx="932">
                  <c:v>1</c:v>
                </c:pt>
                <c:pt idx="933">
                  <c:v>1</c:v>
                </c:pt>
                <c:pt idx="934">
                  <c:v>1</c:v>
                </c:pt>
                <c:pt idx="935">
                  <c:v>1</c:v>
                </c:pt>
                <c:pt idx="936">
                  <c:v>1</c:v>
                </c:pt>
                <c:pt idx="937">
                  <c:v>1</c:v>
                </c:pt>
                <c:pt idx="938">
                  <c:v>1</c:v>
                </c:pt>
                <c:pt idx="939">
                  <c:v>1</c:v>
                </c:pt>
                <c:pt idx="940">
                  <c:v>1</c:v>
                </c:pt>
                <c:pt idx="941">
                  <c:v>1</c:v>
                </c:pt>
                <c:pt idx="942">
                  <c:v>1</c:v>
                </c:pt>
                <c:pt idx="943">
                  <c:v>1</c:v>
                </c:pt>
                <c:pt idx="944">
                  <c:v>1</c:v>
                </c:pt>
                <c:pt idx="945">
                  <c:v>1</c:v>
                </c:pt>
                <c:pt idx="946">
                  <c:v>1</c:v>
                </c:pt>
                <c:pt idx="947">
                  <c:v>1</c:v>
                </c:pt>
                <c:pt idx="948">
                  <c:v>1</c:v>
                </c:pt>
                <c:pt idx="949">
                  <c:v>1</c:v>
                </c:pt>
                <c:pt idx="950">
                  <c:v>1</c:v>
                </c:pt>
                <c:pt idx="951">
                  <c:v>1</c:v>
                </c:pt>
                <c:pt idx="952">
                  <c:v>1</c:v>
                </c:pt>
                <c:pt idx="953">
                  <c:v>1</c:v>
                </c:pt>
                <c:pt idx="954">
                  <c:v>1</c:v>
                </c:pt>
                <c:pt idx="955">
                  <c:v>1</c:v>
                </c:pt>
                <c:pt idx="956">
                  <c:v>1</c:v>
                </c:pt>
                <c:pt idx="957">
                  <c:v>1</c:v>
                </c:pt>
                <c:pt idx="958">
                  <c:v>1</c:v>
                </c:pt>
                <c:pt idx="959">
                  <c:v>1</c:v>
                </c:pt>
                <c:pt idx="960">
                  <c:v>1</c:v>
                </c:pt>
                <c:pt idx="961">
                  <c:v>1</c:v>
                </c:pt>
                <c:pt idx="962">
                  <c:v>1</c:v>
                </c:pt>
                <c:pt idx="963">
                  <c:v>1</c:v>
                </c:pt>
                <c:pt idx="964">
                  <c:v>1</c:v>
                </c:pt>
                <c:pt idx="965">
                  <c:v>1</c:v>
                </c:pt>
                <c:pt idx="966">
                  <c:v>1</c:v>
                </c:pt>
                <c:pt idx="967">
                  <c:v>1</c:v>
                </c:pt>
                <c:pt idx="968">
                  <c:v>1</c:v>
                </c:pt>
                <c:pt idx="969">
                  <c:v>1</c:v>
                </c:pt>
                <c:pt idx="970">
                  <c:v>1</c:v>
                </c:pt>
                <c:pt idx="971">
                  <c:v>1</c:v>
                </c:pt>
                <c:pt idx="972">
                  <c:v>1</c:v>
                </c:pt>
                <c:pt idx="973">
                  <c:v>1</c:v>
                </c:pt>
                <c:pt idx="974">
                  <c:v>1</c:v>
                </c:pt>
                <c:pt idx="975">
                  <c:v>1</c:v>
                </c:pt>
                <c:pt idx="976">
                  <c:v>1</c:v>
                </c:pt>
                <c:pt idx="977">
                  <c:v>1</c:v>
                </c:pt>
                <c:pt idx="978">
                  <c:v>1</c:v>
                </c:pt>
                <c:pt idx="979">
                  <c:v>1</c:v>
                </c:pt>
                <c:pt idx="980">
                  <c:v>1</c:v>
                </c:pt>
                <c:pt idx="981">
                  <c:v>1</c:v>
                </c:pt>
                <c:pt idx="982">
                  <c:v>1</c:v>
                </c:pt>
                <c:pt idx="983">
                  <c:v>1</c:v>
                </c:pt>
                <c:pt idx="984">
                  <c:v>1</c:v>
                </c:pt>
                <c:pt idx="985">
                  <c:v>1</c:v>
                </c:pt>
                <c:pt idx="986">
                  <c:v>1</c:v>
                </c:pt>
                <c:pt idx="987">
                  <c:v>1</c:v>
                </c:pt>
                <c:pt idx="988">
                  <c:v>1</c:v>
                </c:pt>
                <c:pt idx="989">
                  <c:v>1</c:v>
                </c:pt>
                <c:pt idx="990">
                  <c:v>1</c:v>
                </c:pt>
                <c:pt idx="991">
                  <c:v>1</c:v>
                </c:pt>
                <c:pt idx="992">
                  <c:v>1</c:v>
                </c:pt>
                <c:pt idx="993">
                  <c:v>1</c:v>
                </c:pt>
                <c:pt idx="994">
                  <c:v>1</c:v>
                </c:pt>
                <c:pt idx="995">
                  <c:v>1</c:v>
                </c:pt>
                <c:pt idx="996">
                  <c:v>1</c:v>
                </c:pt>
                <c:pt idx="997">
                  <c:v>1</c:v>
                </c:pt>
                <c:pt idx="998">
                  <c:v>1</c:v>
                </c:pt>
                <c:pt idx="999">
                  <c:v>1</c:v>
                </c:pt>
                <c:pt idx="1000">
                  <c:v>1</c:v>
                </c:pt>
                <c:pt idx="1001">
                  <c:v>1</c:v>
                </c:pt>
                <c:pt idx="1002">
                  <c:v>1</c:v>
                </c:pt>
                <c:pt idx="1003">
                  <c:v>1</c:v>
                </c:pt>
                <c:pt idx="1004">
                  <c:v>1</c:v>
                </c:pt>
                <c:pt idx="1005">
                  <c:v>1</c:v>
                </c:pt>
                <c:pt idx="1006">
                  <c:v>1</c:v>
                </c:pt>
                <c:pt idx="1007">
                  <c:v>1</c:v>
                </c:pt>
                <c:pt idx="1008">
                  <c:v>1</c:v>
                </c:pt>
                <c:pt idx="1009">
                  <c:v>1</c:v>
                </c:pt>
                <c:pt idx="1010">
                  <c:v>1</c:v>
                </c:pt>
                <c:pt idx="1011">
                  <c:v>1</c:v>
                </c:pt>
                <c:pt idx="1012">
                  <c:v>1</c:v>
                </c:pt>
                <c:pt idx="1013">
                  <c:v>1</c:v>
                </c:pt>
                <c:pt idx="1014">
                  <c:v>1</c:v>
                </c:pt>
                <c:pt idx="1015">
                  <c:v>1</c:v>
                </c:pt>
                <c:pt idx="1016">
                  <c:v>1</c:v>
                </c:pt>
                <c:pt idx="1017">
                  <c:v>1</c:v>
                </c:pt>
                <c:pt idx="1018">
                  <c:v>1</c:v>
                </c:pt>
                <c:pt idx="1019">
                  <c:v>1</c:v>
                </c:pt>
                <c:pt idx="1020">
                  <c:v>1</c:v>
                </c:pt>
                <c:pt idx="1021">
                  <c:v>1</c:v>
                </c:pt>
                <c:pt idx="1022">
                  <c:v>1</c:v>
                </c:pt>
                <c:pt idx="1023">
                  <c:v>1</c:v>
                </c:pt>
                <c:pt idx="1024">
                  <c:v>1</c:v>
                </c:pt>
                <c:pt idx="1025">
                  <c:v>1</c:v>
                </c:pt>
                <c:pt idx="1026">
                  <c:v>1</c:v>
                </c:pt>
                <c:pt idx="1027">
                  <c:v>1</c:v>
                </c:pt>
                <c:pt idx="1028">
                  <c:v>1</c:v>
                </c:pt>
                <c:pt idx="1029">
                  <c:v>1</c:v>
                </c:pt>
                <c:pt idx="1030">
                  <c:v>1</c:v>
                </c:pt>
                <c:pt idx="1031">
                  <c:v>1</c:v>
                </c:pt>
                <c:pt idx="1032">
                  <c:v>1</c:v>
                </c:pt>
                <c:pt idx="1033">
                  <c:v>1</c:v>
                </c:pt>
                <c:pt idx="1034">
                  <c:v>1</c:v>
                </c:pt>
                <c:pt idx="1035">
                  <c:v>1</c:v>
                </c:pt>
                <c:pt idx="1036">
                  <c:v>1</c:v>
                </c:pt>
                <c:pt idx="1037">
                  <c:v>1</c:v>
                </c:pt>
                <c:pt idx="1038">
                  <c:v>1</c:v>
                </c:pt>
                <c:pt idx="1039">
                  <c:v>1</c:v>
                </c:pt>
                <c:pt idx="1040">
                  <c:v>1</c:v>
                </c:pt>
                <c:pt idx="1041">
                  <c:v>1</c:v>
                </c:pt>
                <c:pt idx="1042">
                  <c:v>1</c:v>
                </c:pt>
                <c:pt idx="1043">
                  <c:v>1</c:v>
                </c:pt>
                <c:pt idx="1044">
                  <c:v>1</c:v>
                </c:pt>
                <c:pt idx="1045">
                  <c:v>1</c:v>
                </c:pt>
                <c:pt idx="1046">
                  <c:v>1</c:v>
                </c:pt>
                <c:pt idx="1047">
                  <c:v>1</c:v>
                </c:pt>
                <c:pt idx="1048">
                  <c:v>1</c:v>
                </c:pt>
                <c:pt idx="1049">
                  <c:v>1</c:v>
                </c:pt>
                <c:pt idx="1050">
                  <c:v>1</c:v>
                </c:pt>
                <c:pt idx="1051">
                  <c:v>1</c:v>
                </c:pt>
                <c:pt idx="1052">
                  <c:v>1</c:v>
                </c:pt>
                <c:pt idx="1053">
                  <c:v>1</c:v>
                </c:pt>
                <c:pt idx="1054">
                  <c:v>1</c:v>
                </c:pt>
                <c:pt idx="1055">
                  <c:v>1</c:v>
                </c:pt>
                <c:pt idx="1056">
                  <c:v>1</c:v>
                </c:pt>
                <c:pt idx="1057">
                  <c:v>1</c:v>
                </c:pt>
                <c:pt idx="1058">
                  <c:v>1</c:v>
                </c:pt>
                <c:pt idx="1059">
                  <c:v>1</c:v>
                </c:pt>
                <c:pt idx="1060">
                  <c:v>1</c:v>
                </c:pt>
                <c:pt idx="1061">
                  <c:v>1</c:v>
                </c:pt>
                <c:pt idx="1062">
                  <c:v>1</c:v>
                </c:pt>
                <c:pt idx="1063">
                  <c:v>1</c:v>
                </c:pt>
                <c:pt idx="1064">
                  <c:v>1</c:v>
                </c:pt>
                <c:pt idx="1065">
                  <c:v>1</c:v>
                </c:pt>
                <c:pt idx="1066">
                  <c:v>1</c:v>
                </c:pt>
                <c:pt idx="1067">
                  <c:v>1</c:v>
                </c:pt>
                <c:pt idx="1068">
                  <c:v>1</c:v>
                </c:pt>
                <c:pt idx="1069">
                  <c:v>1</c:v>
                </c:pt>
                <c:pt idx="1070">
                  <c:v>1</c:v>
                </c:pt>
                <c:pt idx="1071">
                  <c:v>1</c:v>
                </c:pt>
                <c:pt idx="1072">
                  <c:v>1</c:v>
                </c:pt>
                <c:pt idx="1073">
                  <c:v>1</c:v>
                </c:pt>
                <c:pt idx="1074">
                  <c:v>1</c:v>
                </c:pt>
                <c:pt idx="1075">
                  <c:v>1</c:v>
                </c:pt>
                <c:pt idx="1076">
                  <c:v>1</c:v>
                </c:pt>
                <c:pt idx="1077">
                  <c:v>1</c:v>
                </c:pt>
                <c:pt idx="1078">
                  <c:v>1</c:v>
                </c:pt>
                <c:pt idx="1079">
                  <c:v>1</c:v>
                </c:pt>
                <c:pt idx="1080">
                  <c:v>1</c:v>
                </c:pt>
                <c:pt idx="1081">
                  <c:v>1</c:v>
                </c:pt>
                <c:pt idx="1082">
                  <c:v>1</c:v>
                </c:pt>
                <c:pt idx="1083">
                  <c:v>1</c:v>
                </c:pt>
                <c:pt idx="1084">
                  <c:v>1</c:v>
                </c:pt>
                <c:pt idx="1085">
                  <c:v>1</c:v>
                </c:pt>
                <c:pt idx="1086">
                  <c:v>1</c:v>
                </c:pt>
                <c:pt idx="1087">
                  <c:v>1</c:v>
                </c:pt>
                <c:pt idx="1088">
                  <c:v>1</c:v>
                </c:pt>
                <c:pt idx="1089">
                  <c:v>1</c:v>
                </c:pt>
                <c:pt idx="1090">
                  <c:v>1</c:v>
                </c:pt>
                <c:pt idx="1091">
                  <c:v>1</c:v>
                </c:pt>
                <c:pt idx="1092">
                  <c:v>1</c:v>
                </c:pt>
                <c:pt idx="1093">
                  <c:v>1</c:v>
                </c:pt>
                <c:pt idx="1094">
                  <c:v>1</c:v>
                </c:pt>
                <c:pt idx="1095">
                  <c:v>1</c:v>
                </c:pt>
                <c:pt idx="1096">
                  <c:v>1</c:v>
                </c:pt>
                <c:pt idx="1097">
                  <c:v>1</c:v>
                </c:pt>
                <c:pt idx="1098">
                  <c:v>1</c:v>
                </c:pt>
                <c:pt idx="1099">
                  <c:v>1</c:v>
                </c:pt>
                <c:pt idx="1100">
                  <c:v>1</c:v>
                </c:pt>
                <c:pt idx="1101">
                  <c:v>1</c:v>
                </c:pt>
                <c:pt idx="1102">
                  <c:v>1</c:v>
                </c:pt>
                <c:pt idx="1103">
                  <c:v>1</c:v>
                </c:pt>
                <c:pt idx="1104">
                  <c:v>1</c:v>
                </c:pt>
                <c:pt idx="1105">
                  <c:v>1</c:v>
                </c:pt>
                <c:pt idx="1106">
                  <c:v>1</c:v>
                </c:pt>
                <c:pt idx="1107">
                  <c:v>1</c:v>
                </c:pt>
                <c:pt idx="1108">
                  <c:v>1</c:v>
                </c:pt>
                <c:pt idx="1109">
                  <c:v>1</c:v>
                </c:pt>
                <c:pt idx="1110">
                  <c:v>1</c:v>
                </c:pt>
                <c:pt idx="1111">
                  <c:v>1</c:v>
                </c:pt>
                <c:pt idx="1112">
                  <c:v>1</c:v>
                </c:pt>
                <c:pt idx="1113">
                  <c:v>1</c:v>
                </c:pt>
                <c:pt idx="1114">
                  <c:v>1</c:v>
                </c:pt>
                <c:pt idx="1115">
                  <c:v>1</c:v>
                </c:pt>
                <c:pt idx="1116">
                  <c:v>1</c:v>
                </c:pt>
                <c:pt idx="1117">
                  <c:v>1</c:v>
                </c:pt>
                <c:pt idx="1118">
                  <c:v>1</c:v>
                </c:pt>
                <c:pt idx="1119">
                  <c:v>1</c:v>
                </c:pt>
                <c:pt idx="1120">
                  <c:v>1</c:v>
                </c:pt>
                <c:pt idx="1121">
                  <c:v>1</c:v>
                </c:pt>
                <c:pt idx="1122">
                  <c:v>1</c:v>
                </c:pt>
                <c:pt idx="1123">
                  <c:v>1</c:v>
                </c:pt>
                <c:pt idx="1124">
                  <c:v>1</c:v>
                </c:pt>
                <c:pt idx="1125">
                  <c:v>1</c:v>
                </c:pt>
                <c:pt idx="1126">
                  <c:v>1</c:v>
                </c:pt>
                <c:pt idx="1127">
                  <c:v>1</c:v>
                </c:pt>
                <c:pt idx="1128">
                  <c:v>1</c:v>
                </c:pt>
                <c:pt idx="1129">
                  <c:v>1</c:v>
                </c:pt>
                <c:pt idx="1130">
                  <c:v>1</c:v>
                </c:pt>
                <c:pt idx="1131">
                  <c:v>1</c:v>
                </c:pt>
                <c:pt idx="1132">
                  <c:v>1</c:v>
                </c:pt>
                <c:pt idx="1133">
                  <c:v>1</c:v>
                </c:pt>
                <c:pt idx="1134">
                  <c:v>1</c:v>
                </c:pt>
                <c:pt idx="1135">
                  <c:v>1</c:v>
                </c:pt>
                <c:pt idx="1136">
                  <c:v>1</c:v>
                </c:pt>
                <c:pt idx="1137">
                  <c:v>1</c:v>
                </c:pt>
                <c:pt idx="1138">
                  <c:v>1</c:v>
                </c:pt>
                <c:pt idx="1139">
                  <c:v>1</c:v>
                </c:pt>
                <c:pt idx="1140">
                  <c:v>1</c:v>
                </c:pt>
                <c:pt idx="1141">
                  <c:v>1</c:v>
                </c:pt>
                <c:pt idx="1142">
                  <c:v>1</c:v>
                </c:pt>
                <c:pt idx="1143">
                  <c:v>1</c:v>
                </c:pt>
                <c:pt idx="1144">
                  <c:v>1</c:v>
                </c:pt>
                <c:pt idx="1145">
                  <c:v>1</c:v>
                </c:pt>
                <c:pt idx="1146">
                  <c:v>1</c:v>
                </c:pt>
                <c:pt idx="1147">
                  <c:v>1</c:v>
                </c:pt>
                <c:pt idx="1148">
                  <c:v>1</c:v>
                </c:pt>
                <c:pt idx="1149">
                  <c:v>1</c:v>
                </c:pt>
                <c:pt idx="1150">
                  <c:v>1</c:v>
                </c:pt>
                <c:pt idx="1151">
                  <c:v>1</c:v>
                </c:pt>
                <c:pt idx="1152">
                  <c:v>1</c:v>
                </c:pt>
                <c:pt idx="1153">
                  <c:v>1</c:v>
                </c:pt>
                <c:pt idx="1154">
                  <c:v>1</c:v>
                </c:pt>
                <c:pt idx="1155">
                  <c:v>1</c:v>
                </c:pt>
                <c:pt idx="1156">
                  <c:v>1</c:v>
                </c:pt>
                <c:pt idx="1157">
                  <c:v>1</c:v>
                </c:pt>
                <c:pt idx="1158">
                  <c:v>1</c:v>
                </c:pt>
                <c:pt idx="1159">
                  <c:v>1</c:v>
                </c:pt>
                <c:pt idx="1160">
                  <c:v>1</c:v>
                </c:pt>
                <c:pt idx="1161">
                  <c:v>1</c:v>
                </c:pt>
                <c:pt idx="1162">
                  <c:v>1</c:v>
                </c:pt>
                <c:pt idx="1163">
                  <c:v>1</c:v>
                </c:pt>
                <c:pt idx="1164">
                  <c:v>1</c:v>
                </c:pt>
                <c:pt idx="1165">
                  <c:v>1</c:v>
                </c:pt>
                <c:pt idx="1166">
                  <c:v>1</c:v>
                </c:pt>
                <c:pt idx="1167">
                  <c:v>1</c:v>
                </c:pt>
                <c:pt idx="1168">
                  <c:v>1</c:v>
                </c:pt>
                <c:pt idx="1169">
                  <c:v>1</c:v>
                </c:pt>
                <c:pt idx="1170">
                  <c:v>1</c:v>
                </c:pt>
                <c:pt idx="1171">
                  <c:v>1</c:v>
                </c:pt>
                <c:pt idx="1172">
                  <c:v>1</c:v>
                </c:pt>
                <c:pt idx="1173">
                  <c:v>1</c:v>
                </c:pt>
                <c:pt idx="1174">
                  <c:v>1</c:v>
                </c:pt>
                <c:pt idx="1175">
                  <c:v>1</c:v>
                </c:pt>
                <c:pt idx="1176">
                  <c:v>1</c:v>
                </c:pt>
                <c:pt idx="1177">
                  <c:v>1</c:v>
                </c:pt>
                <c:pt idx="1178">
                  <c:v>1</c:v>
                </c:pt>
                <c:pt idx="1179">
                  <c:v>1</c:v>
                </c:pt>
                <c:pt idx="1180">
                  <c:v>1</c:v>
                </c:pt>
                <c:pt idx="1181">
                  <c:v>1</c:v>
                </c:pt>
                <c:pt idx="1182">
                  <c:v>1</c:v>
                </c:pt>
                <c:pt idx="1183">
                  <c:v>1</c:v>
                </c:pt>
                <c:pt idx="1184">
                  <c:v>1</c:v>
                </c:pt>
                <c:pt idx="1185">
                  <c:v>1</c:v>
                </c:pt>
                <c:pt idx="1186">
                  <c:v>1</c:v>
                </c:pt>
                <c:pt idx="1187">
                  <c:v>1</c:v>
                </c:pt>
                <c:pt idx="1188">
                  <c:v>1</c:v>
                </c:pt>
                <c:pt idx="1189">
                  <c:v>1</c:v>
                </c:pt>
                <c:pt idx="1190">
                  <c:v>1</c:v>
                </c:pt>
                <c:pt idx="1191">
                  <c:v>1</c:v>
                </c:pt>
                <c:pt idx="1192">
                  <c:v>1</c:v>
                </c:pt>
                <c:pt idx="1193">
                  <c:v>1</c:v>
                </c:pt>
                <c:pt idx="1194">
                  <c:v>1</c:v>
                </c:pt>
                <c:pt idx="1195">
                  <c:v>1</c:v>
                </c:pt>
                <c:pt idx="1196">
                  <c:v>1</c:v>
                </c:pt>
                <c:pt idx="1197">
                  <c:v>1</c:v>
                </c:pt>
                <c:pt idx="1198">
                  <c:v>1</c:v>
                </c:pt>
                <c:pt idx="1199">
                  <c:v>1</c:v>
                </c:pt>
                <c:pt idx="1200">
                  <c:v>1</c:v>
                </c:pt>
                <c:pt idx="1201">
                  <c:v>1</c:v>
                </c:pt>
                <c:pt idx="1202">
                  <c:v>1</c:v>
                </c:pt>
                <c:pt idx="1203">
                  <c:v>1</c:v>
                </c:pt>
                <c:pt idx="1204">
                  <c:v>1</c:v>
                </c:pt>
                <c:pt idx="1205">
                  <c:v>1</c:v>
                </c:pt>
                <c:pt idx="1206">
                  <c:v>1</c:v>
                </c:pt>
                <c:pt idx="1207">
                  <c:v>1</c:v>
                </c:pt>
                <c:pt idx="1208">
                  <c:v>1</c:v>
                </c:pt>
                <c:pt idx="1209">
                  <c:v>1</c:v>
                </c:pt>
                <c:pt idx="1210">
                  <c:v>1</c:v>
                </c:pt>
                <c:pt idx="1211">
                  <c:v>1</c:v>
                </c:pt>
                <c:pt idx="1212">
                  <c:v>1</c:v>
                </c:pt>
                <c:pt idx="1213">
                  <c:v>1</c:v>
                </c:pt>
                <c:pt idx="1214">
                  <c:v>1</c:v>
                </c:pt>
                <c:pt idx="1215">
                  <c:v>1</c:v>
                </c:pt>
                <c:pt idx="1216">
                  <c:v>1</c:v>
                </c:pt>
                <c:pt idx="1217">
                  <c:v>1</c:v>
                </c:pt>
                <c:pt idx="1218">
                  <c:v>1</c:v>
                </c:pt>
                <c:pt idx="1219">
                  <c:v>1</c:v>
                </c:pt>
                <c:pt idx="1220">
                  <c:v>1</c:v>
                </c:pt>
                <c:pt idx="1221">
                  <c:v>1</c:v>
                </c:pt>
                <c:pt idx="1222">
                  <c:v>1</c:v>
                </c:pt>
                <c:pt idx="1223">
                  <c:v>1</c:v>
                </c:pt>
                <c:pt idx="1224">
                  <c:v>1</c:v>
                </c:pt>
                <c:pt idx="1225">
                  <c:v>1</c:v>
                </c:pt>
                <c:pt idx="1226">
                  <c:v>1</c:v>
                </c:pt>
                <c:pt idx="1227">
                  <c:v>1</c:v>
                </c:pt>
                <c:pt idx="1228">
                  <c:v>1</c:v>
                </c:pt>
                <c:pt idx="1229">
                  <c:v>1</c:v>
                </c:pt>
                <c:pt idx="1230">
                  <c:v>1</c:v>
                </c:pt>
                <c:pt idx="1231">
                  <c:v>1</c:v>
                </c:pt>
                <c:pt idx="1232">
                  <c:v>1</c:v>
                </c:pt>
                <c:pt idx="1233">
                  <c:v>1</c:v>
                </c:pt>
                <c:pt idx="1234">
                  <c:v>1</c:v>
                </c:pt>
                <c:pt idx="1235">
                  <c:v>1</c:v>
                </c:pt>
                <c:pt idx="1236">
                  <c:v>1</c:v>
                </c:pt>
                <c:pt idx="1237">
                  <c:v>1</c:v>
                </c:pt>
                <c:pt idx="1238">
                  <c:v>1</c:v>
                </c:pt>
                <c:pt idx="1239">
                  <c:v>1</c:v>
                </c:pt>
                <c:pt idx="1240">
                  <c:v>1</c:v>
                </c:pt>
                <c:pt idx="1241">
                  <c:v>1</c:v>
                </c:pt>
                <c:pt idx="1242">
                  <c:v>1</c:v>
                </c:pt>
                <c:pt idx="1243">
                  <c:v>1</c:v>
                </c:pt>
                <c:pt idx="1244">
                  <c:v>1</c:v>
                </c:pt>
                <c:pt idx="1245">
                  <c:v>1</c:v>
                </c:pt>
                <c:pt idx="1246">
                  <c:v>1</c:v>
                </c:pt>
                <c:pt idx="1247">
                  <c:v>1</c:v>
                </c:pt>
                <c:pt idx="1248">
                  <c:v>1</c:v>
                </c:pt>
                <c:pt idx="1249">
                  <c:v>1</c:v>
                </c:pt>
                <c:pt idx="1250">
                  <c:v>1</c:v>
                </c:pt>
                <c:pt idx="1251">
                  <c:v>1</c:v>
                </c:pt>
                <c:pt idx="1252">
                  <c:v>1</c:v>
                </c:pt>
                <c:pt idx="1253">
                  <c:v>1</c:v>
                </c:pt>
                <c:pt idx="1254">
                  <c:v>1</c:v>
                </c:pt>
                <c:pt idx="1255">
                  <c:v>1</c:v>
                </c:pt>
                <c:pt idx="1256">
                  <c:v>1</c:v>
                </c:pt>
                <c:pt idx="1257">
                  <c:v>1</c:v>
                </c:pt>
                <c:pt idx="1258">
                  <c:v>1</c:v>
                </c:pt>
                <c:pt idx="1259">
                  <c:v>1</c:v>
                </c:pt>
                <c:pt idx="1260">
                  <c:v>1</c:v>
                </c:pt>
                <c:pt idx="1261">
                  <c:v>1</c:v>
                </c:pt>
                <c:pt idx="1262">
                  <c:v>1</c:v>
                </c:pt>
                <c:pt idx="1263">
                  <c:v>1</c:v>
                </c:pt>
                <c:pt idx="1264">
                  <c:v>1</c:v>
                </c:pt>
                <c:pt idx="1265">
                  <c:v>1</c:v>
                </c:pt>
                <c:pt idx="1266">
                  <c:v>1</c:v>
                </c:pt>
                <c:pt idx="1267">
                  <c:v>1</c:v>
                </c:pt>
                <c:pt idx="1268">
                  <c:v>1</c:v>
                </c:pt>
                <c:pt idx="1269">
                  <c:v>1</c:v>
                </c:pt>
                <c:pt idx="1270">
                  <c:v>1</c:v>
                </c:pt>
                <c:pt idx="1271">
                  <c:v>1</c:v>
                </c:pt>
                <c:pt idx="1272">
                  <c:v>1</c:v>
                </c:pt>
                <c:pt idx="1273">
                  <c:v>1</c:v>
                </c:pt>
                <c:pt idx="1274">
                  <c:v>1</c:v>
                </c:pt>
                <c:pt idx="1275">
                  <c:v>1</c:v>
                </c:pt>
                <c:pt idx="1276">
                  <c:v>1</c:v>
                </c:pt>
                <c:pt idx="1277">
                  <c:v>1</c:v>
                </c:pt>
                <c:pt idx="1278">
                  <c:v>1</c:v>
                </c:pt>
                <c:pt idx="1279">
                  <c:v>1</c:v>
                </c:pt>
                <c:pt idx="1280">
                  <c:v>1</c:v>
                </c:pt>
                <c:pt idx="1281">
                  <c:v>1</c:v>
                </c:pt>
                <c:pt idx="1282">
                  <c:v>1</c:v>
                </c:pt>
                <c:pt idx="1283">
                  <c:v>1</c:v>
                </c:pt>
                <c:pt idx="1284">
                  <c:v>1</c:v>
                </c:pt>
                <c:pt idx="1285">
                  <c:v>1</c:v>
                </c:pt>
                <c:pt idx="1286">
                  <c:v>1</c:v>
                </c:pt>
                <c:pt idx="1287">
                  <c:v>1</c:v>
                </c:pt>
                <c:pt idx="1288">
                  <c:v>1</c:v>
                </c:pt>
                <c:pt idx="1289">
                  <c:v>1</c:v>
                </c:pt>
                <c:pt idx="1290">
                  <c:v>1</c:v>
                </c:pt>
                <c:pt idx="1291">
                  <c:v>1</c:v>
                </c:pt>
                <c:pt idx="1292">
                  <c:v>1</c:v>
                </c:pt>
                <c:pt idx="1293">
                  <c:v>1</c:v>
                </c:pt>
                <c:pt idx="1294">
                  <c:v>1</c:v>
                </c:pt>
                <c:pt idx="1295">
                  <c:v>1</c:v>
                </c:pt>
                <c:pt idx="1296">
                  <c:v>1</c:v>
                </c:pt>
                <c:pt idx="1297">
                  <c:v>1</c:v>
                </c:pt>
                <c:pt idx="1298">
                  <c:v>1</c:v>
                </c:pt>
                <c:pt idx="1299">
                  <c:v>1</c:v>
                </c:pt>
                <c:pt idx="1300">
                  <c:v>1</c:v>
                </c:pt>
                <c:pt idx="1301">
                  <c:v>1</c:v>
                </c:pt>
                <c:pt idx="1302">
                  <c:v>1</c:v>
                </c:pt>
                <c:pt idx="1303">
                  <c:v>1</c:v>
                </c:pt>
                <c:pt idx="1304">
                  <c:v>1</c:v>
                </c:pt>
                <c:pt idx="1305">
                  <c:v>1</c:v>
                </c:pt>
                <c:pt idx="1306">
                  <c:v>1</c:v>
                </c:pt>
                <c:pt idx="1307">
                  <c:v>1</c:v>
                </c:pt>
                <c:pt idx="1308">
                  <c:v>1</c:v>
                </c:pt>
                <c:pt idx="1309">
                  <c:v>1</c:v>
                </c:pt>
                <c:pt idx="1310">
                  <c:v>1</c:v>
                </c:pt>
                <c:pt idx="1311">
                  <c:v>1</c:v>
                </c:pt>
                <c:pt idx="1312">
                  <c:v>1</c:v>
                </c:pt>
                <c:pt idx="1313">
                  <c:v>1</c:v>
                </c:pt>
                <c:pt idx="1314">
                  <c:v>1</c:v>
                </c:pt>
                <c:pt idx="1315">
                  <c:v>1</c:v>
                </c:pt>
                <c:pt idx="1316">
                  <c:v>1</c:v>
                </c:pt>
                <c:pt idx="1317">
                  <c:v>1</c:v>
                </c:pt>
                <c:pt idx="1318">
                  <c:v>1</c:v>
                </c:pt>
                <c:pt idx="1319">
                  <c:v>1</c:v>
                </c:pt>
                <c:pt idx="1320">
                  <c:v>1</c:v>
                </c:pt>
                <c:pt idx="1321">
                  <c:v>1</c:v>
                </c:pt>
                <c:pt idx="1322">
                  <c:v>1</c:v>
                </c:pt>
                <c:pt idx="1323">
                  <c:v>1</c:v>
                </c:pt>
                <c:pt idx="1324">
                  <c:v>1</c:v>
                </c:pt>
                <c:pt idx="1325">
                  <c:v>1</c:v>
                </c:pt>
                <c:pt idx="1326">
                  <c:v>1</c:v>
                </c:pt>
                <c:pt idx="1327">
                  <c:v>1</c:v>
                </c:pt>
                <c:pt idx="1328">
                  <c:v>1</c:v>
                </c:pt>
                <c:pt idx="1329">
                  <c:v>1</c:v>
                </c:pt>
                <c:pt idx="1330">
                  <c:v>1</c:v>
                </c:pt>
                <c:pt idx="1331">
                  <c:v>1</c:v>
                </c:pt>
                <c:pt idx="1332">
                  <c:v>1</c:v>
                </c:pt>
                <c:pt idx="1333">
                  <c:v>1</c:v>
                </c:pt>
                <c:pt idx="1334">
                  <c:v>1</c:v>
                </c:pt>
                <c:pt idx="1335">
                  <c:v>1</c:v>
                </c:pt>
                <c:pt idx="1336">
                  <c:v>1</c:v>
                </c:pt>
                <c:pt idx="1337">
                  <c:v>1</c:v>
                </c:pt>
                <c:pt idx="1338">
                  <c:v>1</c:v>
                </c:pt>
                <c:pt idx="1339">
                  <c:v>1</c:v>
                </c:pt>
                <c:pt idx="1340">
                  <c:v>1</c:v>
                </c:pt>
                <c:pt idx="1341">
                  <c:v>1</c:v>
                </c:pt>
                <c:pt idx="1342">
                  <c:v>1</c:v>
                </c:pt>
                <c:pt idx="1343">
                  <c:v>1</c:v>
                </c:pt>
                <c:pt idx="1344">
                  <c:v>1</c:v>
                </c:pt>
                <c:pt idx="1345">
                  <c:v>1</c:v>
                </c:pt>
                <c:pt idx="1346">
                  <c:v>1</c:v>
                </c:pt>
                <c:pt idx="1347">
                  <c:v>1</c:v>
                </c:pt>
                <c:pt idx="1348">
                  <c:v>1</c:v>
                </c:pt>
                <c:pt idx="1349">
                  <c:v>1</c:v>
                </c:pt>
                <c:pt idx="1350">
                  <c:v>1</c:v>
                </c:pt>
                <c:pt idx="1351">
                  <c:v>1</c:v>
                </c:pt>
                <c:pt idx="1352">
                  <c:v>1</c:v>
                </c:pt>
                <c:pt idx="1353">
                  <c:v>1</c:v>
                </c:pt>
                <c:pt idx="1354">
                  <c:v>1</c:v>
                </c:pt>
                <c:pt idx="1355">
                  <c:v>1</c:v>
                </c:pt>
                <c:pt idx="1356">
                  <c:v>1</c:v>
                </c:pt>
                <c:pt idx="1357">
                  <c:v>1</c:v>
                </c:pt>
                <c:pt idx="1358">
                  <c:v>1</c:v>
                </c:pt>
                <c:pt idx="1359">
                  <c:v>1</c:v>
                </c:pt>
                <c:pt idx="1360">
                  <c:v>1</c:v>
                </c:pt>
                <c:pt idx="1361">
                  <c:v>1</c:v>
                </c:pt>
                <c:pt idx="1362">
                  <c:v>1</c:v>
                </c:pt>
                <c:pt idx="1363">
                  <c:v>1</c:v>
                </c:pt>
                <c:pt idx="1364">
                  <c:v>1</c:v>
                </c:pt>
                <c:pt idx="1365">
                  <c:v>1</c:v>
                </c:pt>
                <c:pt idx="1366">
                  <c:v>1</c:v>
                </c:pt>
                <c:pt idx="1367">
                  <c:v>1</c:v>
                </c:pt>
                <c:pt idx="1368">
                  <c:v>1</c:v>
                </c:pt>
                <c:pt idx="1369">
                  <c:v>1</c:v>
                </c:pt>
                <c:pt idx="1370">
                  <c:v>1</c:v>
                </c:pt>
                <c:pt idx="1371">
                  <c:v>1</c:v>
                </c:pt>
                <c:pt idx="1372">
                  <c:v>1</c:v>
                </c:pt>
                <c:pt idx="1373">
                  <c:v>1</c:v>
                </c:pt>
                <c:pt idx="1374">
                  <c:v>1</c:v>
                </c:pt>
                <c:pt idx="1375">
                  <c:v>1</c:v>
                </c:pt>
                <c:pt idx="1376">
                  <c:v>1</c:v>
                </c:pt>
                <c:pt idx="1377">
                  <c:v>1</c:v>
                </c:pt>
                <c:pt idx="1378">
                  <c:v>1</c:v>
                </c:pt>
                <c:pt idx="1379">
                  <c:v>1</c:v>
                </c:pt>
                <c:pt idx="1380">
                  <c:v>1</c:v>
                </c:pt>
                <c:pt idx="1381">
                  <c:v>1</c:v>
                </c:pt>
                <c:pt idx="1382">
                  <c:v>1</c:v>
                </c:pt>
                <c:pt idx="1383">
                  <c:v>1</c:v>
                </c:pt>
                <c:pt idx="1384">
                  <c:v>1</c:v>
                </c:pt>
                <c:pt idx="1385">
                  <c:v>1</c:v>
                </c:pt>
                <c:pt idx="1386">
                  <c:v>1</c:v>
                </c:pt>
                <c:pt idx="1387">
                  <c:v>1</c:v>
                </c:pt>
                <c:pt idx="1388">
                  <c:v>1</c:v>
                </c:pt>
                <c:pt idx="1389">
                  <c:v>1</c:v>
                </c:pt>
                <c:pt idx="1390">
                  <c:v>1</c:v>
                </c:pt>
                <c:pt idx="1391">
                  <c:v>1</c:v>
                </c:pt>
                <c:pt idx="1392">
                  <c:v>1</c:v>
                </c:pt>
                <c:pt idx="1393">
                  <c:v>1</c:v>
                </c:pt>
                <c:pt idx="1394">
                  <c:v>1</c:v>
                </c:pt>
                <c:pt idx="1395">
                  <c:v>1</c:v>
                </c:pt>
                <c:pt idx="1396">
                  <c:v>1</c:v>
                </c:pt>
                <c:pt idx="1397">
                  <c:v>1</c:v>
                </c:pt>
                <c:pt idx="1398">
                  <c:v>1</c:v>
                </c:pt>
                <c:pt idx="1399">
                  <c:v>1</c:v>
                </c:pt>
                <c:pt idx="1400">
                  <c:v>1</c:v>
                </c:pt>
                <c:pt idx="1401">
                  <c:v>1</c:v>
                </c:pt>
                <c:pt idx="1402">
                  <c:v>1</c:v>
                </c:pt>
                <c:pt idx="1403">
                  <c:v>1</c:v>
                </c:pt>
                <c:pt idx="1404">
                  <c:v>1</c:v>
                </c:pt>
                <c:pt idx="1405">
                  <c:v>1</c:v>
                </c:pt>
                <c:pt idx="1406">
                  <c:v>1</c:v>
                </c:pt>
                <c:pt idx="1407">
                  <c:v>1</c:v>
                </c:pt>
                <c:pt idx="1408">
                  <c:v>1</c:v>
                </c:pt>
                <c:pt idx="1409">
                  <c:v>1</c:v>
                </c:pt>
                <c:pt idx="1410">
                  <c:v>1</c:v>
                </c:pt>
                <c:pt idx="1411">
                  <c:v>1</c:v>
                </c:pt>
                <c:pt idx="1412">
                  <c:v>1</c:v>
                </c:pt>
                <c:pt idx="1413">
                  <c:v>1</c:v>
                </c:pt>
                <c:pt idx="1414">
                  <c:v>1</c:v>
                </c:pt>
                <c:pt idx="1415">
                  <c:v>1</c:v>
                </c:pt>
                <c:pt idx="1416">
                  <c:v>1</c:v>
                </c:pt>
                <c:pt idx="1417">
                  <c:v>1</c:v>
                </c:pt>
                <c:pt idx="1418">
                  <c:v>1</c:v>
                </c:pt>
                <c:pt idx="1419">
                  <c:v>1</c:v>
                </c:pt>
                <c:pt idx="1420">
                  <c:v>1</c:v>
                </c:pt>
                <c:pt idx="1421">
                  <c:v>1</c:v>
                </c:pt>
                <c:pt idx="1422">
                  <c:v>1</c:v>
                </c:pt>
                <c:pt idx="1423">
                  <c:v>1</c:v>
                </c:pt>
                <c:pt idx="1424">
                  <c:v>1</c:v>
                </c:pt>
                <c:pt idx="1425">
                  <c:v>1</c:v>
                </c:pt>
                <c:pt idx="1426">
                  <c:v>1</c:v>
                </c:pt>
                <c:pt idx="1427">
                  <c:v>1</c:v>
                </c:pt>
                <c:pt idx="1428">
                  <c:v>1</c:v>
                </c:pt>
                <c:pt idx="1429">
                  <c:v>1</c:v>
                </c:pt>
                <c:pt idx="1430">
                  <c:v>1</c:v>
                </c:pt>
                <c:pt idx="1431">
                  <c:v>1</c:v>
                </c:pt>
                <c:pt idx="1432">
                  <c:v>1</c:v>
                </c:pt>
                <c:pt idx="1433">
                  <c:v>1</c:v>
                </c:pt>
                <c:pt idx="1434">
                  <c:v>1</c:v>
                </c:pt>
                <c:pt idx="1435">
                  <c:v>1</c:v>
                </c:pt>
                <c:pt idx="1436">
                  <c:v>1</c:v>
                </c:pt>
                <c:pt idx="1437">
                  <c:v>1</c:v>
                </c:pt>
                <c:pt idx="1438">
                  <c:v>1</c:v>
                </c:pt>
                <c:pt idx="1439">
                  <c:v>1</c:v>
                </c:pt>
                <c:pt idx="1440">
                  <c:v>1</c:v>
                </c:pt>
                <c:pt idx="1441">
                  <c:v>1</c:v>
                </c:pt>
                <c:pt idx="1442">
                  <c:v>1</c:v>
                </c:pt>
                <c:pt idx="1443">
                  <c:v>1</c:v>
                </c:pt>
                <c:pt idx="1444">
                  <c:v>1</c:v>
                </c:pt>
                <c:pt idx="1445">
                  <c:v>1</c:v>
                </c:pt>
                <c:pt idx="1446">
                  <c:v>1</c:v>
                </c:pt>
                <c:pt idx="1447">
                  <c:v>1</c:v>
                </c:pt>
                <c:pt idx="1448">
                  <c:v>1</c:v>
                </c:pt>
                <c:pt idx="1449">
                  <c:v>1</c:v>
                </c:pt>
                <c:pt idx="1450">
                  <c:v>1</c:v>
                </c:pt>
                <c:pt idx="1451">
                  <c:v>1</c:v>
                </c:pt>
                <c:pt idx="1452">
                  <c:v>1</c:v>
                </c:pt>
                <c:pt idx="1453">
                  <c:v>1</c:v>
                </c:pt>
                <c:pt idx="1454">
                  <c:v>1</c:v>
                </c:pt>
                <c:pt idx="1455">
                  <c:v>1</c:v>
                </c:pt>
                <c:pt idx="1456">
                  <c:v>1</c:v>
                </c:pt>
                <c:pt idx="1457">
                  <c:v>1</c:v>
                </c:pt>
                <c:pt idx="1458">
                  <c:v>1</c:v>
                </c:pt>
                <c:pt idx="1459">
                  <c:v>1</c:v>
                </c:pt>
                <c:pt idx="1460">
                  <c:v>1</c:v>
                </c:pt>
                <c:pt idx="1461">
                  <c:v>1</c:v>
                </c:pt>
                <c:pt idx="1462">
                  <c:v>1</c:v>
                </c:pt>
                <c:pt idx="1463">
                  <c:v>1</c:v>
                </c:pt>
                <c:pt idx="1464">
                  <c:v>1</c:v>
                </c:pt>
                <c:pt idx="1465">
                  <c:v>1</c:v>
                </c:pt>
                <c:pt idx="1466">
                  <c:v>1</c:v>
                </c:pt>
                <c:pt idx="1467">
                  <c:v>1</c:v>
                </c:pt>
                <c:pt idx="1468">
                  <c:v>1</c:v>
                </c:pt>
                <c:pt idx="1469">
                  <c:v>1</c:v>
                </c:pt>
                <c:pt idx="1470">
                  <c:v>1</c:v>
                </c:pt>
                <c:pt idx="1471">
                  <c:v>1</c:v>
                </c:pt>
                <c:pt idx="1472">
                  <c:v>1</c:v>
                </c:pt>
                <c:pt idx="1473">
                  <c:v>1</c:v>
                </c:pt>
                <c:pt idx="1474">
                  <c:v>1</c:v>
                </c:pt>
                <c:pt idx="1475">
                  <c:v>1</c:v>
                </c:pt>
                <c:pt idx="1476">
                  <c:v>1</c:v>
                </c:pt>
                <c:pt idx="1477">
                  <c:v>1</c:v>
                </c:pt>
                <c:pt idx="1478">
                  <c:v>1</c:v>
                </c:pt>
                <c:pt idx="1479">
                  <c:v>1</c:v>
                </c:pt>
                <c:pt idx="1480">
                  <c:v>1</c:v>
                </c:pt>
                <c:pt idx="1481">
                  <c:v>1</c:v>
                </c:pt>
                <c:pt idx="1482">
                  <c:v>1</c:v>
                </c:pt>
                <c:pt idx="1483">
                  <c:v>1</c:v>
                </c:pt>
                <c:pt idx="1484">
                  <c:v>1</c:v>
                </c:pt>
                <c:pt idx="1485">
                  <c:v>1</c:v>
                </c:pt>
                <c:pt idx="1486">
                  <c:v>1</c:v>
                </c:pt>
                <c:pt idx="1487">
                  <c:v>1</c:v>
                </c:pt>
                <c:pt idx="1488">
                  <c:v>1</c:v>
                </c:pt>
                <c:pt idx="1489">
                  <c:v>1</c:v>
                </c:pt>
                <c:pt idx="1490">
                  <c:v>1</c:v>
                </c:pt>
                <c:pt idx="1491">
                  <c:v>1</c:v>
                </c:pt>
                <c:pt idx="1492">
                  <c:v>1</c:v>
                </c:pt>
                <c:pt idx="1493">
                  <c:v>1</c:v>
                </c:pt>
                <c:pt idx="1494">
                  <c:v>1</c:v>
                </c:pt>
                <c:pt idx="1495">
                  <c:v>1</c:v>
                </c:pt>
                <c:pt idx="1496">
                  <c:v>1</c:v>
                </c:pt>
                <c:pt idx="1497">
                  <c:v>1</c:v>
                </c:pt>
                <c:pt idx="1498">
                  <c:v>1</c:v>
                </c:pt>
                <c:pt idx="1499">
                  <c:v>1</c:v>
                </c:pt>
                <c:pt idx="1500">
                  <c:v>1</c:v>
                </c:pt>
                <c:pt idx="1501">
                  <c:v>1</c:v>
                </c:pt>
                <c:pt idx="1502">
                  <c:v>1</c:v>
                </c:pt>
                <c:pt idx="1503">
                  <c:v>1</c:v>
                </c:pt>
                <c:pt idx="1504">
                  <c:v>1</c:v>
                </c:pt>
                <c:pt idx="1505">
                  <c:v>1</c:v>
                </c:pt>
                <c:pt idx="1506">
                  <c:v>1</c:v>
                </c:pt>
                <c:pt idx="1507">
                  <c:v>1</c:v>
                </c:pt>
                <c:pt idx="1508">
                  <c:v>1</c:v>
                </c:pt>
                <c:pt idx="1509">
                  <c:v>1</c:v>
                </c:pt>
                <c:pt idx="1510">
                  <c:v>1</c:v>
                </c:pt>
                <c:pt idx="1511">
                  <c:v>1</c:v>
                </c:pt>
                <c:pt idx="1512">
                  <c:v>1</c:v>
                </c:pt>
                <c:pt idx="1513">
                  <c:v>1</c:v>
                </c:pt>
                <c:pt idx="1514">
                  <c:v>1</c:v>
                </c:pt>
                <c:pt idx="1515">
                  <c:v>1</c:v>
                </c:pt>
                <c:pt idx="1516">
                  <c:v>1</c:v>
                </c:pt>
                <c:pt idx="1517">
                  <c:v>1</c:v>
                </c:pt>
                <c:pt idx="1518">
                  <c:v>1</c:v>
                </c:pt>
                <c:pt idx="1519">
                  <c:v>1</c:v>
                </c:pt>
                <c:pt idx="1520">
                  <c:v>1</c:v>
                </c:pt>
                <c:pt idx="1521">
                  <c:v>1</c:v>
                </c:pt>
                <c:pt idx="1522">
                  <c:v>1</c:v>
                </c:pt>
                <c:pt idx="1523">
                  <c:v>1</c:v>
                </c:pt>
                <c:pt idx="1524">
                  <c:v>1</c:v>
                </c:pt>
                <c:pt idx="1525">
                  <c:v>1</c:v>
                </c:pt>
                <c:pt idx="1526">
                  <c:v>1</c:v>
                </c:pt>
                <c:pt idx="1527">
                  <c:v>1</c:v>
                </c:pt>
                <c:pt idx="1528">
                  <c:v>1</c:v>
                </c:pt>
                <c:pt idx="1529">
                  <c:v>1</c:v>
                </c:pt>
                <c:pt idx="1530">
                  <c:v>1</c:v>
                </c:pt>
                <c:pt idx="1531">
                  <c:v>1</c:v>
                </c:pt>
                <c:pt idx="1532">
                  <c:v>1</c:v>
                </c:pt>
                <c:pt idx="1533">
                  <c:v>1</c:v>
                </c:pt>
                <c:pt idx="1534">
                  <c:v>1</c:v>
                </c:pt>
                <c:pt idx="1535">
                  <c:v>1</c:v>
                </c:pt>
                <c:pt idx="1536">
                  <c:v>1</c:v>
                </c:pt>
                <c:pt idx="1537">
                  <c:v>1</c:v>
                </c:pt>
                <c:pt idx="1538">
                  <c:v>1</c:v>
                </c:pt>
                <c:pt idx="1539">
                  <c:v>1</c:v>
                </c:pt>
                <c:pt idx="1540">
                  <c:v>1</c:v>
                </c:pt>
                <c:pt idx="1541">
                  <c:v>1</c:v>
                </c:pt>
                <c:pt idx="1542">
                  <c:v>1</c:v>
                </c:pt>
                <c:pt idx="1543">
                  <c:v>1</c:v>
                </c:pt>
                <c:pt idx="1544">
                  <c:v>1</c:v>
                </c:pt>
                <c:pt idx="1545">
                  <c:v>1</c:v>
                </c:pt>
                <c:pt idx="1546">
                  <c:v>1</c:v>
                </c:pt>
                <c:pt idx="1547">
                  <c:v>1</c:v>
                </c:pt>
                <c:pt idx="1548">
                  <c:v>1</c:v>
                </c:pt>
                <c:pt idx="1549">
                  <c:v>1</c:v>
                </c:pt>
                <c:pt idx="1550">
                  <c:v>1</c:v>
                </c:pt>
                <c:pt idx="1551">
                  <c:v>1</c:v>
                </c:pt>
                <c:pt idx="1552">
                  <c:v>1</c:v>
                </c:pt>
                <c:pt idx="1553">
                  <c:v>1</c:v>
                </c:pt>
                <c:pt idx="1554">
                  <c:v>1</c:v>
                </c:pt>
                <c:pt idx="1555">
                  <c:v>1</c:v>
                </c:pt>
                <c:pt idx="1556">
                  <c:v>1</c:v>
                </c:pt>
                <c:pt idx="1557">
                  <c:v>1</c:v>
                </c:pt>
                <c:pt idx="1558">
                  <c:v>1</c:v>
                </c:pt>
                <c:pt idx="1559">
                  <c:v>1</c:v>
                </c:pt>
                <c:pt idx="1560">
                  <c:v>1</c:v>
                </c:pt>
                <c:pt idx="1561">
                  <c:v>1</c:v>
                </c:pt>
                <c:pt idx="1562">
                  <c:v>1</c:v>
                </c:pt>
                <c:pt idx="1563">
                  <c:v>1</c:v>
                </c:pt>
                <c:pt idx="1564">
                  <c:v>1</c:v>
                </c:pt>
                <c:pt idx="1565">
                  <c:v>1</c:v>
                </c:pt>
                <c:pt idx="1566">
                  <c:v>1</c:v>
                </c:pt>
                <c:pt idx="1567">
                  <c:v>1</c:v>
                </c:pt>
                <c:pt idx="1568">
                  <c:v>1</c:v>
                </c:pt>
                <c:pt idx="1569">
                  <c:v>1</c:v>
                </c:pt>
                <c:pt idx="1570">
                  <c:v>1</c:v>
                </c:pt>
                <c:pt idx="1571">
                  <c:v>1</c:v>
                </c:pt>
                <c:pt idx="1572">
                  <c:v>1</c:v>
                </c:pt>
                <c:pt idx="1573">
                  <c:v>1</c:v>
                </c:pt>
                <c:pt idx="1574">
                  <c:v>1</c:v>
                </c:pt>
                <c:pt idx="1575">
                  <c:v>1</c:v>
                </c:pt>
                <c:pt idx="1576">
                  <c:v>1</c:v>
                </c:pt>
                <c:pt idx="1577">
                  <c:v>1</c:v>
                </c:pt>
                <c:pt idx="1578">
                  <c:v>1</c:v>
                </c:pt>
                <c:pt idx="1579">
                  <c:v>1</c:v>
                </c:pt>
                <c:pt idx="1580">
                  <c:v>1</c:v>
                </c:pt>
                <c:pt idx="1581">
                  <c:v>1</c:v>
                </c:pt>
                <c:pt idx="1582">
                  <c:v>1</c:v>
                </c:pt>
                <c:pt idx="1583">
                  <c:v>1</c:v>
                </c:pt>
                <c:pt idx="1584">
                  <c:v>1</c:v>
                </c:pt>
                <c:pt idx="1585">
                  <c:v>1</c:v>
                </c:pt>
                <c:pt idx="1586">
                  <c:v>1</c:v>
                </c:pt>
                <c:pt idx="1587">
                  <c:v>1</c:v>
                </c:pt>
                <c:pt idx="1588">
                  <c:v>1</c:v>
                </c:pt>
                <c:pt idx="1589">
                  <c:v>1</c:v>
                </c:pt>
                <c:pt idx="1590">
                  <c:v>1</c:v>
                </c:pt>
                <c:pt idx="1591">
                  <c:v>1</c:v>
                </c:pt>
                <c:pt idx="1592">
                  <c:v>1</c:v>
                </c:pt>
                <c:pt idx="1593">
                  <c:v>1</c:v>
                </c:pt>
                <c:pt idx="1594">
                  <c:v>1</c:v>
                </c:pt>
                <c:pt idx="1595">
                  <c:v>1</c:v>
                </c:pt>
                <c:pt idx="1596">
                  <c:v>1</c:v>
                </c:pt>
                <c:pt idx="1597">
                  <c:v>1</c:v>
                </c:pt>
                <c:pt idx="1598">
                  <c:v>1</c:v>
                </c:pt>
                <c:pt idx="1599">
                  <c:v>1</c:v>
                </c:pt>
                <c:pt idx="1600">
                  <c:v>1</c:v>
                </c:pt>
                <c:pt idx="1601">
                  <c:v>1</c:v>
                </c:pt>
                <c:pt idx="1602">
                  <c:v>1</c:v>
                </c:pt>
                <c:pt idx="1603">
                  <c:v>1</c:v>
                </c:pt>
                <c:pt idx="1604">
                  <c:v>1</c:v>
                </c:pt>
                <c:pt idx="1605">
                  <c:v>1</c:v>
                </c:pt>
                <c:pt idx="1606">
                  <c:v>1</c:v>
                </c:pt>
                <c:pt idx="1607">
                  <c:v>1</c:v>
                </c:pt>
                <c:pt idx="1608">
                  <c:v>1</c:v>
                </c:pt>
                <c:pt idx="1609">
                  <c:v>1</c:v>
                </c:pt>
                <c:pt idx="1610">
                  <c:v>1</c:v>
                </c:pt>
                <c:pt idx="1611">
                  <c:v>1</c:v>
                </c:pt>
                <c:pt idx="1612">
                  <c:v>1</c:v>
                </c:pt>
                <c:pt idx="1613">
                  <c:v>1</c:v>
                </c:pt>
                <c:pt idx="1614">
                  <c:v>1</c:v>
                </c:pt>
                <c:pt idx="1615">
                  <c:v>1</c:v>
                </c:pt>
                <c:pt idx="1616">
                  <c:v>1</c:v>
                </c:pt>
                <c:pt idx="1617">
                  <c:v>1</c:v>
                </c:pt>
                <c:pt idx="1618">
                  <c:v>1</c:v>
                </c:pt>
                <c:pt idx="1619">
                  <c:v>1</c:v>
                </c:pt>
                <c:pt idx="1620">
                  <c:v>1</c:v>
                </c:pt>
                <c:pt idx="1621">
                  <c:v>1</c:v>
                </c:pt>
                <c:pt idx="1622">
                  <c:v>1</c:v>
                </c:pt>
                <c:pt idx="1623">
                  <c:v>1</c:v>
                </c:pt>
                <c:pt idx="1624">
                  <c:v>1</c:v>
                </c:pt>
                <c:pt idx="1625">
                  <c:v>1</c:v>
                </c:pt>
                <c:pt idx="1626">
                  <c:v>1</c:v>
                </c:pt>
                <c:pt idx="1627">
                  <c:v>1</c:v>
                </c:pt>
                <c:pt idx="1628">
                  <c:v>1</c:v>
                </c:pt>
                <c:pt idx="1629">
                  <c:v>1</c:v>
                </c:pt>
                <c:pt idx="1630">
                  <c:v>1</c:v>
                </c:pt>
                <c:pt idx="1631">
                  <c:v>1</c:v>
                </c:pt>
                <c:pt idx="1632">
                  <c:v>1</c:v>
                </c:pt>
                <c:pt idx="1633">
                  <c:v>1</c:v>
                </c:pt>
                <c:pt idx="1634">
                  <c:v>1</c:v>
                </c:pt>
                <c:pt idx="1635">
                  <c:v>1</c:v>
                </c:pt>
                <c:pt idx="1636">
                  <c:v>1</c:v>
                </c:pt>
                <c:pt idx="1637">
                  <c:v>1</c:v>
                </c:pt>
                <c:pt idx="1638">
                  <c:v>1</c:v>
                </c:pt>
                <c:pt idx="1639">
                  <c:v>1</c:v>
                </c:pt>
                <c:pt idx="1640">
                  <c:v>1</c:v>
                </c:pt>
                <c:pt idx="1641">
                  <c:v>1</c:v>
                </c:pt>
                <c:pt idx="1642">
                  <c:v>1</c:v>
                </c:pt>
                <c:pt idx="1643">
                  <c:v>1</c:v>
                </c:pt>
                <c:pt idx="1644">
                  <c:v>1</c:v>
                </c:pt>
                <c:pt idx="1645">
                  <c:v>1</c:v>
                </c:pt>
                <c:pt idx="1646">
                  <c:v>1</c:v>
                </c:pt>
                <c:pt idx="1647">
                  <c:v>1</c:v>
                </c:pt>
                <c:pt idx="1648">
                  <c:v>1</c:v>
                </c:pt>
                <c:pt idx="1649">
                  <c:v>1</c:v>
                </c:pt>
                <c:pt idx="1650">
                  <c:v>1</c:v>
                </c:pt>
                <c:pt idx="1651">
                  <c:v>1</c:v>
                </c:pt>
                <c:pt idx="1652">
                  <c:v>1</c:v>
                </c:pt>
                <c:pt idx="1653">
                  <c:v>1</c:v>
                </c:pt>
                <c:pt idx="1654">
                  <c:v>1</c:v>
                </c:pt>
                <c:pt idx="1655">
                  <c:v>1</c:v>
                </c:pt>
                <c:pt idx="1656">
                  <c:v>1</c:v>
                </c:pt>
                <c:pt idx="1657">
                  <c:v>1</c:v>
                </c:pt>
                <c:pt idx="1658">
                  <c:v>1</c:v>
                </c:pt>
                <c:pt idx="1659">
                  <c:v>1</c:v>
                </c:pt>
                <c:pt idx="1660">
                  <c:v>1</c:v>
                </c:pt>
                <c:pt idx="1661">
                  <c:v>1</c:v>
                </c:pt>
                <c:pt idx="1662">
                  <c:v>1</c:v>
                </c:pt>
                <c:pt idx="1663">
                  <c:v>1</c:v>
                </c:pt>
                <c:pt idx="1664">
                  <c:v>1</c:v>
                </c:pt>
                <c:pt idx="1665">
                  <c:v>1</c:v>
                </c:pt>
                <c:pt idx="1666">
                  <c:v>1</c:v>
                </c:pt>
                <c:pt idx="1667">
                  <c:v>1</c:v>
                </c:pt>
                <c:pt idx="1668">
                  <c:v>1</c:v>
                </c:pt>
                <c:pt idx="1669">
                  <c:v>1</c:v>
                </c:pt>
                <c:pt idx="1670">
                  <c:v>1</c:v>
                </c:pt>
                <c:pt idx="1671">
                  <c:v>1</c:v>
                </c:pt>
                <c:pt idx="1672">
                  <c:v>1</c:v>
                </c:pt>
                <c:pt idx="1673">
                  <c:v>1</c:v>
                </c:pt>
                <c:pt idx="1674">
                  <c:v>1</c:v>
                </c:pt>
                <c:pt idx="1675">
                  <c:v>1</c:v>
                </c:pt>
                <c:pt idx="1676">
                  <c:v>1</c:v>
                </c:pt>
                <c:pt idx="1677">
                  <c:v>1</c:v>
                </c:pt>
                <c:pt idx="1678">
                  <c:v>1</c:v>
                </c:pt>
                <c:pt idx="1679">
                  <c:v>1</c:v>
                </c:pt>
                <c:pt idx="1680">
                  <c:v>1</c:v>
                </c:pt>
                <c:pt idx="1681">
                  <c:v>1</c:v>
                </c:pt>
                <c:pt idx="1682">
                  <c:v>1</c:v>
                </c:pt>
                <c:pt idx="1683">
                  <c:v>1</c:v>
                </c:pt>
                <c:pt idx="1684">
                  <c:v>1</c:v>
                </c:pt>
                <c:pt idx="1685">
                  <c:v>1</c:v>
                </c:pt>
                <c:pt idx="1686">
                  <c:v>1</c:v>
                </c:pt>
                <c:pt idx="1687">
                  <c:v>1</c:v>
                </c:pt>
                <c:pt idx="1688">
                  <c:v>1</c:v>
                </c:pt>
                <c:pt idx="1689">
                  <c:v>1</c:v>
                </c:pt>
                <c:pt idx="1690">
                  <c:v>1</c:v>
                </c:pt>
                <c:pt idx="1691">
                  <c:v>1</c:v>
                </c:pt>
                <c:pt idx="1692">
                  <c:v>1</c:v>
                </c:pt>
                <c:pt idx="1693">
                  <c:v>1</c:v>
                </c:pt>
                <c:pt idx="1694">
                  <c:v>1</c:v>
                </c:pt>
                <c:pt idx="1695">
                  <c:v>1</c:v>
                </c:pt>
                <c:pt idx="1696">
                  <c:v>1</c:v>
                </c:pt>
                <c:pt idx="1697">
                  <c:v>1</c:v>
                </c:pt>
                <c:pt idx="1698">
                  <c:v>1</c:v>
                </c:pt>
                <c:pt idx="1699">
                  <c:v>1</c:v>
                </c:pt>
                <c:pt idx="1700">
                  <c:v>1</c:v>
                </c:pt>
                <c:pt idx="1701">
                  <c:v>1</c:v>
                </c:pt>
                <c:pt idx="1702">
                  <c:v>1</c:v>
                </c:pt>
                <c:pt idx="1703">
                  <c:v>1</c:v>
                </c:pt>
                <c:pt idx="1704">
                  <c:v>1</c:v>
                </c:pt>
                <c:pt idx="1705">
                  <c:v>1</c:v>
                </c:pt>
                <c:pt idx="1706">
                  <c:v>1</c:v>
                </c:pt>
                <c:pt idx="1707">
                  <c:v>1</c:v>
                </c:pt>
                <c:pt idx="1708">
                  <c:v>1</c:v>
                </c:pt>
                <c:pt idx="1709">
                  <c:v>1</c:v>
                </c:pt>
                <c:pt idx="1710">
                  <c:v>1</c:v>
                </c:pt>
                <c:pt idx="1711">
                  <c:v>1</c:v>
                </c:pt>
                <c:pt idx="1712">
                  <c:v>1</c:v>
                </c:pt>
                <c:pt idx="1713">
                  <c:v>1</c:v>
                </c:pt>
                <c:pt idx="1714">
                  <c:v>1</c:v>
                </c:pt>
                <c:pt idx="1715">
                  <c:v>1</c:v>
                </c:pt>
                <c:pt idx="1716">
                  <c:v>1</c:v>
                </c:pt>
                <c:pt idx="1717">
                  <c:v>1</c:v>
                </c:pt>
                <c:pt idx="1718">
                  <c:v>1</c:v>
                </c:pt>
                <c:pt idx="1719">
                  <c:v>1</c:v>
                </c:pt>
                <c:pt idx="1720">
                  <c:v>1</c:v>
                </c:pt>
                <c:pt idx="1721">
                  <c:v>1</c:v>
                </c:pt>
                <c:pt idx="1722">
                  <c:v>1</c:v>
                </c:pt>
                <c:pt idx="1723">
                  <c:v>1</c:v>
                </c:pt>
                <c:pt idx="1724">
                  <c:v>1</c:v>
                </c:pt>
                <c:pt idx="1725">
                  <c:v>1</c:v>
                </c:pt>
                <c:pt idx="1726">
                  <c:v>1</c:v>
                </c:pt>
                <c:pt idx="1727">
                  <c:v>1</c:v>
                </c:pt>
                <c:pt idx="1728">
                  <c:v>1</c:v>
                </c:pt>
                <c:pt idx="1729">
                  <c:v>1</c:v>
                </c:pt>
                <c:pt idx="1730">
                  <c:v>1</c:v>
                </c:pt>
                <c:pt idx="1731">
                  <c:v>1</c:v>
                </c:pt>
                <c:pt idx="1732">
                  <c:v>1</c:v>
                </c:pt>
                <c:pt idx="1733">
                  <c:v>1</c:v>
                </c:pt>
                <c:pt idx="1734">
                  <c:v>1</c:v>
                </c:pt>
                <c:pt idx="1735">
                  <c:v>1</c:v>
                </c:pt>
                <c:pt idx="1736">
                  <c:v>1</c:v>
                </c:pt>
                <c:pt idx="1737">
                  <c:v>1</c:v>
                </c:pt>
                <c:pt idx="1738">
                  <c:v>1</c:v>
                </c:pt>
                <c:pt idx="1739">
                  <c:v>1</c:v>
                </c:pt>
                <c:pt idx="1740">
                  <c:v>1</c:v>
                </c:pt>
                <c:pt idx="1741">
                  <c:v>1</c:v>
                </c:pt>
                <c:pt idx="1742">
                  <c:v>1</c:v>
                </c:pt>
                <c:pt idx="1743">
                  <c:v>1</c:v>
                </c:pt>
                <c:pt idx="1744">
                  <c:v>1</c:v>
                </c:pt>
                <c:pt idx="1745">
                  <c:v>1</c:v>
                </c:pt>
                <c:pt idx="1746">
                  <c:v>1</c:v>
                </c:pt>
                <c:pt idx="1747">
                  <c:v>1</c:v>
                </c:pt>
                <c:pt idx="1748">
                  <c:v>1</c:v>
                </c:pt>
                <c:pt idx="1749">
                  <c:v>1</c:v>
                </c:pt>
                <c:pt idx="1750">
                  <c:v>1</c:v>
                </c:pt>
                <c:pt idx="1751">
                  <c:v>1</c:v>
                </c:pt>
                <c:pt idx="1752">
                  <c:v>1</c:v>
                </c:pt>
                <c:pt idx="1753">
                  <c:v>1</c:v>
                </c:pt>
                <c:pt idx="1754">
                  <c:v>1</c:v>
                </c:pt>
                <c:pt idx="1755">
                  <c:v>1</c:v>
                </c:pt>
                <c:pt idx="1756">
                  <c:v>1</c:v>
                </c:pt>
                <c:pt idx="1757">
                  <c:v>1</c:v>
                </c:pt>
                <c:pt idx="1758">
                  <c:v>1</c:v>
                </c:pt>
                <c:pt idx="1759">
                  <c:v>1</c:v>
                </c:pt>
                <c:pt idx="1760">
                  <c:v>1</c:v>
                </c:pt>
                <c:pt idx="1761">
                  <c:v>1</c:v>
                </c:pt>
                <c:pt idx="1762">
                  <c:v>1</c:v>
                </c:pt>
                <c:pt idx="1763">
                  <c:v>1</c:v>
                </c:pt>
                <c:pt idx="1764">
                  <c:v>1</c:v>
                </c:pt>
                <c:pt idx="1765">
                  <c:v>1</c:v>
                </c:pt>
                <c:pt idx="1766">
                  <c:v>1</c:v>
                </c:pt>
                <c:pt idx="1767">
                  <c:v>1</c:v>
                </c:pt>
                <c:pt idx="1768">
                  <c:v>1</c:v>
                </c:pt>
                <c:pt idx="1769">
                  <c:v>1</c:v>
                </c:pt>
                <c:pt idx="1770">
                  <c:v>1</c:v>
                </c:pt>
                <c:pt idx="1771">
                  <c:v>1</c:v>
                </c:pt>
                <c:pt idx="1772">
                  <c:v>1</c:v>
                </c:pt>
                <c:pt idx="1773">
                  <c:v>1</c:v>
                </c:pt>
                <c:pt idx="1774">
                  <c:v>1</c:v>
                </c:pt>
                <c:pt idx="1775">
                  <c:v>1</c:v>
                </c:pt>
                <c:pt idx="1776">
                  <c:v>1</c:v>
                </c:pt>
                <c:pt idx="1777">
                  <c:v>1</c:v>
                </c:pt>
                <c:pt idx="1778">
                  <c:v>1</c:v>
                </c:pt>
                <c:pt idx="1779">
                  <c:v>1</c:v>
                </c:pt>
                <c:pt idx="1780">
                  <c:v>1</c:v>
                </c:pt>
                <c:pt idx="1781">
                  <c:v>1</c:v>
                </c:pt>
                <c:pt idx="1782">
                  <c:v>1</c:v>
                </c:pt>
                <c:pt idx="1783">
                  <c:v>1</c:v>
                </c:pt>
                <c:pt idx="1784">
                  <c:v>1</c:v>
                </c:pt>
                <c:pt idx="1785">
                  <c:v>1</c:v>
                </c:pt>
                <c:pt idx="1786">
                  <c:v>1</c:v>
                </c:pt>
                <c:pt idx="1787">
                  <c:v>1</c:v>
                </c:pt>
                <c:pt idx="1788">
                  <c:v>1</c:v>
                </c:pt>
                <c:pt idx="1789">
                  <c:v>1</c:v>
                </c:pt>
                <c:pt idx="1790">
                  <c:v>1</c:v>
                </c:pt>
                <c:pt idx="1791">
                  <c:v>1</c:v>
                </c:pt>
                <c:pt idx="1792">
                  <c:v>1</c:v>
                </c:pt>
                <c:pt idx="1793">
                  <c:v>1</c:v>
                </c:pt>
                <c:pt idx="1794">
                  <c:v>1</c:v>
                </c:pt>
                <c:pt idx="1795">
                  <c:v>1</c:v>
                </c:pt>
                <c:pt idx="1796">
                  <c:v>1</c:v>
                </c:pt>
                <c:pt idx="1797">
                  <c:v>1</c:v>
                </c:pt>
                <c:pt idx="1798">
                  <c:v>1</c:v>
                </c:pt>
                <c:pt idx="1799">
                  <c:v>1</c:v>
                </c:pt>
                <c:pt idx="1800">
                  <c:v>1</c:v>
                </c:pt>
                <c:pt idx="1801">
                  <c:v>1</c:v>
                </c:pt>
                <c:pt idx="1802">
                  <c:v>1</c:v>
                </c:pt>
                <c:pt idx="1803">
                  <c:v>1</c:v>
                </c:pt>
                <c:pt idx="1804">
                  <c:v>1</c:v>
                </c:pt>
                <c:pt idx="1805">
                  <c:v>1</c:v>
                </c:pt>
                <c:pt idx="1806">
                  <c:v>1</c:v>
                </c:pt>
                <c:pt idx="1807">
                  <c:v>1</c:v>
                </c:pt>
                <c:pt idx="1808">
                  <c:v>1</c:v>
                </c:pt>
                <c:pt idx="1809">
                  <c:v>1</c:v>
                </c:pt>
                <c:pt idx="1810">
                  <c:v>1</c:v>
                </c:pt>
                <c:pt idx="1811">
                  <c:v>1</c:v>
                </c:pt>
                <c:pt idx="1812">
                  <c:v>1</c:v>
                </c:pt>
                <c:pt idx="1813">
                  <c:v>1</c:v>
                </c:pt>
                <c:pt idx="1814">
                  <c:v>1</c:v>
                </c:pt>
                <c:pt idx="1815">
                  <c:v>1</c:v>
                </c:pt>
                <c:pt idx="1816">
                  <c:v>1</c:v>
                </c:pt>
                <c:pt idx="1817">
                  <c:v>1</c:v>
                </c:pt>
                <c:pt idx="1818">
                  <c:v>1</c:v>
                </c:pt>
                <c:pt idx="1819">
                  <c:v>1</c:v>
                </c:pt>
                <c:pt idx="1820">
                  <c:v>1</c:v>
                </c:pt>
                <c:pt idx="1821">
                  <c:v>1</c:v>
                </c:pt>
                <c:pt idx="1822">
                  <c:v>1</c:v>
                </c:pt>
                <c:pt idx="1823">
                  <c:v>1</c:v>
                </c:pt>
                <c:pt idx="1824">
                  <c:v>1</c:v>
                </c:pt>
                <c:pt idx="1825">
                  <c:v>1</c:v>
                </c:pt>
                <c:pt idx="1826">
                  <c:v>1</c:v>
                </c:pt>
                <c:pt idx="1827">
                  <c:v>1</c:v>
                </c:pt>
                <c:pt idx="1828">
                  <c:v>1</c:v>
                </c:pt>
                <c:pt idx="1829">
                  <c:v>1</c:v>
                </c:pt>
                <c:pt idx="1830">
                  <c:v>1</c:v>
                </c:pt>
                <c:pt idx="1831">
                  <c:v>1</c:v>
                </c:pt>
                <c:pt idx="1832">
                  <c:v>1</c:v>
                </c:pt>
                <c:pt idx="1833">
                  <c:v>1</c:v>
                </c:pt>
                <c:pt idx="1834">
                  <c:v>1</c:v>
                </c:pt>
                <c:pt idx="1835">
                  <c:v>1</c:v>
                </c:pt>
                <c:pt idx="1836">
                  <c:v>1</c:v>
                </c:pt>
                <c:pt idx="1837">
                  <c:v>1</c:v>
                </c:pt>
                <c:pt idx="1838">
                  <c:v>1</c:v>
                </c:pt>
                <c:pt idx="1839">
                  <c:v>1</c:v>
                </c:pt>
                <c:pt idx="1840">
                  <c:v>1</c:v>
                </c:pt>
                <c:pt idx="1841">
                  <c:v>1</c:v>
                </c:pt>
                <c:pt idx="1842">
                  <c:v>1</c:v>
                </c:pt>
                <c:pt idx="1843">
                  <c:v>1</c:v>
                </c:pt>
                <c:pt idx="1844">
                  <c:v>1</c:v>
                </c:pt>
                <c:pt idx="1845">
                  <c:v>1</c:v>
                </c:pt>
                <c:pt idx="1846">
                  <c:v>1</c:v>
                </c:pt>
                <c:pt idx="1847">
                  <c:v>1</c:v>
                </c:pt>
                <c:pt idx="1848">
                  <c:v>1</c:v>
                </c:pt>
                <c:pt idx="1849">
                  <c:v>1</c:v>
                </c:pt>
                <c:pt idx="1850">
                  <c:v>1</c:v>
                </c:pt>
                <c:pt idx="1851">
                  <c:v>1</c:v>
                </c:pt>
                <c:pt idx="1852">
                  <c:v>1</c:v>
                </c:pt>
                <c:pt idx="1853">
                  <c:v>1</c:v>
                </c:pt>
                <c:pt idx="1854">
                  <c:v>1</c:v>
                </c:pt>
                <c:pt idx="1855">
                  <c:v>1</c:v>
                </c:pt>
                <c:pt idx="1856">
                  <c:v>1</c:v>
                </c:pt>
                <c:pt idx="1857">
                  <c:v>1</c:v>
                </c:pt>
                <c:pt idx="1858">
                  <c:v>1</c:v>
                </c:pt>
                <c:pt idx="1859">
                  <c:v>1</c:v>
                </c:pt>
                <c:pt idx="1860">
                  <c:v>1</c:v>
                </c:pt>
                <c:pt idx="1861">
                  <c:v>1</c:v>
                </c:pt>
                <c:pt idx="1862">
                  <c:v>1</c:v>
                </c:pt>
                <c:pt idx="1863">
                  <c:v>1</c:v>
                </c:pt>
                <c:pt idx="1864">
                  <c:v>1</c:v>
                </c:pt>
                <c:pt idx="1865">
                  <c:v>1</c:v>
                </c:pt>
                <c:pt idx="1866">
                  <c:v>1</c:v>
                </c:pt>
                <c:pt idx="1867">
                  <c:v>1</c:v>
                </c:pt>
                <c:pt idx="1868">
                  <c:v>1</c:v>
                </c:pt>
                <c:pt idx="1869">
                  <c:v>1</c:v>
                </c:pt>
                <c:pt idx="1870">
                  <c:v>1</c:v>
                </c:pt>
                <c:pt idx="1871">
                  <c:v>1</c:v>
                </c:pt>
                <c:pt idx="1872">
                  <c:v>1</c:v>
                </c:pt>
                <c:pt idx="1873">
                  <c:v>1</c:v>
                </c:pt>
                <c:pt idx="1874">
                  <c:v>1</c:v>
                </c:pt>
                <c:pt idx="1875">
                  <c:v>1</c:v>
                </c:pt>
                <c:pt idx="1876">
                  <c:v>1</c:v>
                </c:pt>
                <c:pt idx="1877">
                  <c:v>1</c:v>
                </c:pt>
                <c:pt idx="1878">
                  <c:v>1</c:v>
                </c:pt>
                <c:pt idx="1879">
                  <c:v>1</c:v>
                </c:pt>
                <c:pt idx="1880">
                  <c:v>1</c:v>
                </c:pt>
                <c:pt idx="1881">
                  <c:v>1</c:v>
                </c:pt>
                <c:pt idx="1882">
                  <c:v>1</c:v>
                </c:pt>
                <c:pt idx="1883">
                  <c:v>1</c:v>
                </c:pt>
                <c:pt idx="1884">
                  <c:v>1</c:v>
                </c:pt>
                <c:pt idx="1885">
                  <c:v>1</c:v>
                </c:pt>
                <c:pt idx="1886">
                  <c:v>1</c:v>
                </c:pt>
                <c:pt idx="1887">
                  <c:v>1</c:v>
                </c:pt>
                <c:pt idx="1888">
                  <c:v>1</c:v>
                </c:pt>
                <c:pt idx="1889">
                  <c:v>1</c:v>
                </c:pt>
                <c:pt idx="1890">
                  <c:v>1</c:v>
                </c:pt>
                <c:pt idx="1891">
                  <c:v>1</c:v>
                </c:pt>
                <c:pt idx="1892">
                  <c:v>1</c:v>
                </c:pt>
                <c:pt idx="1893">
                  <c:v>1</c:v>
                </c:pt>
                <c:pt idx="1894">
                  <c:v>1</c:v>
                </c:pt>
                <c:pt idx="1895">
                  <c:v>1</c:v>
                </c:pt>
                <c:pt idx="1896">
                  <c:v>1</c:v>
                </c:pt>
                <c:pt idx="1897">
                  <c:v>1</c:v>
                </c:pt>
                <c:pt idx="1898">
                  <c:v>1</c:v>
                </c:pt>
                <c:pt idx="1899">
                  <c:v>1</c:v>
                </c:pt>
                <c:pt idx="1900">
                  <c:v>1</c:v>
                </c:pt>
                <c:pt idx="1901">
                  <c:v>1</c:v>
                </c:pt>
                <c:pt idx="1902">
                  <c:v>1</c:v>
                </c:pt>
                <c:pt idx="1903">
                  <c:v>1</c:v>
                </c:pt>
                <c:pt idx="1904">
                  <c:v>1</c:v>
                </c:pt>
                <c:pt idx="1905">
                  <c:v>1</c:v>
                </c:pt>
                <c:pt idx="1906">
                  <c:v>1</c:v>
                </c:pt>
                <c:pt idx="1907">
                  <c:v>1</c:v>
                </c:pt>
                <c:pt idx="1908">
                  <c:v>1</c:v>
                </c:pt>
                <c:pt idx="1909">
                  <c:v>1</c:v>
                </c:pt>
                <c:pt idx="1910">
                  <c:v>1</c:v>
                </c:pt>
                <c:pt idx="1911">
                  <c:v>1</c:v>
                </c:pt>
                <c:pt idx="1912">
                  <c:v>1</c:v>
                </c:pt>
                <c:pt idx="1913">
                  <c:v>1</c:v>
                </c:pt>
                <c:pt idx="1914">
                  <c:v>1</c:v>
                </c:pt>
                <c:pt idx="1915">
                  <c:v>1</c:v>
                </c:pt>
                <c:pt idx="1916">
                  <c:v>1</c:v>
                </c:pt>
                <c:pt idx="1917">
                  <c:v>1</c:v>
                </c:pt>
                <c:pt idx="1918">
                  <c:v>1</c:v>
                </c:pt>
                <c:pt idx="1919">
                  <c:v>1</c:v>
                </c:pt>
                <c:pt idx="1920">
                  <c:v>1</c:v>
                </c:pt>
                <c:pt idx="1921">
                  <c:v>1</c:v>
                </c:pt>
                <c:pt idx="1922">
                  <c:v>1</c:v>
                </c:pt>
                <c:pt idx="1923">
                  <c:v>1</c:v>
                </c:pt>
                <c:pt idx="1924">
                  <c:v>1</c:v>
                </c:pt>
                <c:pt idx="1925">
                  <c:v>1</c:v>
                </c:pt>
                <c:pt idx="1926">
                  <c:v>1</c:v>
                </c:pt>
                <c:pt idx="1927">
                  <c:v>1</c:v>
                </c:pt>
                <c:pt idx="1928">
                  <c:v>1</c:v>
                </c:pt>
                <c:pt idx="1929">
                  <c:v>1</c:v>
                </c:pt>
                <c:pt idx="1930">
                  <c:v>1</c:v>
                </c:pt>
                <c:pt idx="1931">
                  <c:v>1</c:v>
                </c:pt>
                <c:pt idx="1932">
                  <c:v>1</c:v>
                </c:pt>
                <c:pt idx="1933">
                  <c:v>1</c:v>
                </c:pt>
                <c:pt idx="1934">
                  <c:v>1</c:v>
                </c:pt>
                <c:pt idx="1935">
                  <c:v>1</c:v>
                </c:pt>
                <c:pt idx="1936">
                  <c:v>1</c:v>
                </c:pt>
                <c:pt idx="1937">
                  <c:v>1</c:v>
                </c:pt>
                <c:pt idx="1938">
                  <c:v>1</c:v>
                </c:pt>
                <c:pt idx="1939">
                  <c:v>1</c:v>
                </c:pt>
                <c:pt idx="1940">
                  <c:v>1</c:v>
                </c:pt>
                <c:pt idx="1941">
                  <c:v>1</c:v>
                </c:pt>
                <c:pt idx="1942">
                  <c:v>1</c:v>
                </c:pt>
                <c:pt idx="1943">
                  <c:v>1</c:v>
                </c:pt>
                <c:pt idx="1944">
                  <c:v>1</c:v>
                </c:pt>
                <c:pt idx="1945">
                  <c:v>1</c:v>
                </c:pt>
                <c:pt idx="1946">
                  <c:v>1</c:v>
                </c:pt>
                <c:pt idx="1947">
                  <c:v>1</c:v>
                </c:pt>
                <c:pt idx="1948">
                  <c:v>1</c:v>
                </c:pt>
                <c:pt idx="1949">
                  <c:v>1</c:v>
                </c:pt>
                <c:pt idx="1950">
                  <c:v>1</c:v>
                </c:pt>
                <c:pt idx="1951">
                  <c:v>1</c:v>
                </c:pt>
                <c:pt idx="1952">
                  <c:v>1</c:v>
                </c:pt>
                <c:pt idx="1953">
                  <c:v>1</c:v>
                </c:pt>
                <c:pt idx="1954">
                  <c:v>1</c:v>
                </c:pt>
                <c:pt idx="1955">
                  <c:v>1</c:v>
                </c:pt>
                <c:pt idx="1956">
                  <c:v>1</c:v>
                </c:pt>
                <c:pt idx="1957">
                  <c:v>1</c:v>
                </c:pt>
                <c:pt idx="1958">
                  <c:v>1</c:v>
                </c:pt>
                <c:pt idx="1959">
                  <c:v>1</c:v>
                </c:pt>
                <c:pt idx="1960">
                  <c:v>1</c:v>
                </c:pt>
                <c:pt idx="1961">
                  <c:v>1</c:v>
                </c:pt>
                <c:pt idx="1962">
                  <c:v>1</c:v>
                </c:pt>
                <c:pt idx="1963">
                  <c:v>1</c:v>
                </c:pt>
                <c:pt idx="1964">
                  <c:v>1</c:v>
                </c:pt>
                <c:pt idx="1965">
                  <c:v>1</c:v>
                </c:pt>
                <c:pt idx="1966">
                  <c:v>1</c:v>
                </c:pt>
                <c:pt idx="1967">
                  <c:v>1</c:v>
                </c:pt>
                <c:pt idx="1968">
                  <c:v>1</c:v>
                </c:pt>
                <c:pt idx="1969">
                  <c:v>1</c:v>
                </c:pt>
                <c:pt idx="1970">
                  <c:v>1</c:v>
                </c:pt>
                <c:pt idx="1971">
                  <c:v>1</c:v>
                </c:pt>
                <c:pt idx="1972">
                  <c:v>1</c:v>
                </c:pt>
                <c:pt idx="1973">
                  <c:v>1</c:v>
                </c:pt>
                <c:pt idx="1974">
                  <c:v>1</c:v>
                </c:pt>
                <c:pt idx="1975">
                  <c:v>1</c:v>
                </c:pt>
                <c:pt idx="1976">
                  <c:v>1</c:v>
                </c:pt>
                <c:pt idx="1977">
                  <c:v>1</c:v>
                </c:pt>
                <c:pt idx="1978">
                  <c:v>1</c:v>
                </c:pt>
                <c:pt idx="1979">
                  <c:v>1</c:v>
                </c:pt>
                <c:pt idx="1980">
                  <c:v>1</c:v>
                </c:pt>
                <c:pt idx="1981">
                  <c:v>1</c:v>
                </c:pt>
                <c:pt idx="1982">
                  <c:v>1</c:v>
                </c:pt>
                <c:pt idx="1983">
                  <c:v>1</c:v>
                </c:pt>
                <c:pt idx="1984">
                  <c:v>1</c:v>
                </c:pt>
                <c:pt idx="1985">
                  <c:v>1</c:v>
                </c:pt>
                <c:pt idx="1986">
                  <c:v>1</c:v>
                </c:pt>
                <c:pt idx="1987">
                  <c:v>1</c:v>
                </c:pt>
                <c:pt idx="1988">
                  <c:v>1</c:v>
                </c:pt>
                <c:pt idx="1989">
                  <c:v>1</c:v>
                </c:pt>
                <c:pt idx="1990">
                  <c:v>1</c:v>
                </c:pt>
                <c:pt idx="1991">
                  <c:v>1</c:v>
                </c:pt>
                <c:pt idx="1992">
                  <c:v>1</c:v>
                </c:pt>
                <c:pt idx="1993">
                  <c:v>1</c:v>
                </c:pt>
                <c:pt idx="1994">
                  <c:v>1</c:v>
                </c:pt>
                <c:pt idx="1995">
                  <c:v>1</c:v>
                </c:pt>
                <c:pt idx="1996">
                  <c:v>1</c:v>
                </c:pt>
                <c:pt idx="1997">
                  <c:v>1</c:v>
                </c:pt>
                <c:pt idx="1998">
                  <c:v>1</c:v>
                </c:pt>
                <c:pt idx="1999">
                  <c:v>1</c:v>
                </c:pt>
                <c:pt idx="2000">
                  <c:v>1</c:v>
                </c:pt>
                <c:pt idx="2001">
                  <c:v>1</c:v>
                </c:pt>
                <c:pt idx="2002">
                  <c:v>1</c:v>
                </c:pt>
                <c:pt idx="2003">
                  <c:v>1</c:v>
                </c:pt>
                <c:pt idx="2004">
                  <c:v>1</c:v>
                </c:pt>
                <c:pt idx="2005">
                  <c:v>1</c:v>
                </c:pt>
                <c:pt idx="2006">
                  <c:v>1</c:v>
                </c:pt>
                <c:pt idx="2007">
                  <c:v>1</c:v>
                </c:pt>
                <c:pt idx="2008">
                  <c:v>1</c:v>
                </c:pt>
                <c:pt idx="2009">
                  <c:v>1</c:v>
                </c:pt>
                <c:pt idx="2010">
                  <c:v>1</c:v>
                </c:pt>
                <c:pt idx="2011">
                  <c:v>1</c:v>
                </c:pt>
                <c:pt idx="2012">
                  <c:v>1</c:v>
                </c:pt>
                <c:pt idx="2013">
                  <c:v>1</c:v>
                </c:pt>
                <c:pt idx="2014">
                  <c:v>1</c:v>
                </c:pt>
                <c:pt idx="2015">
                  <c:v>1</c:v>
                </c:pt>
                <c:pt idx="2016">
                  <c:v>1</c:v>
                </c:pt>
                <c:pt idx="2017">
                  <c:v>1</c:v>
                </c:pt>
                <c:pt idx="2018">
                  <c:v>1</c:v>
                </c:pt>
                <c:pt idx="2019">
                  <c:v>1</c:v>
                </c:pt>
                <c:pt idx="2020">
                  <c:v>1</c:v>
                </c:pt>
                <c:pt idx="2021">
                  <c:v>1</c:v>
                </c:pt>
                <c:pt idx="2022">
                  <c:v>1</c:v>
                </c:pt>
                <c:pt idx="2023">
                  <c:v>1</c:v>
                </c:pt>
                <c:pt idx="2024">
                  <c:v>1</c:v>
                </c:pt>
                <c:pt idx="2025">
                  <c:v>1</c:v>
                </c:pt>
                <c:pt idx="2026">
                  <c:v>1</c:v>
                </c:pt>
                <c:pt idx="2027">
                  <c:v>1</c:v>
                </c:pt>
                <c:pt idx="2028">
                  <c:v>1</c:v>
                </c:pt>
                <c:pt idx="2029">
                  <c:v>1</c:v>
                </c:pt>
                <c:pt idx="2030">
                  <c:v>1</c:v>
                </c:pt>
                <c:pt idx="2031">
                  <c:v>1</c:v>
                </c:pt>
                <c:pt idx="2032">
                  <c:v>1</c:v>
                </c:pt>
                <c:pt idx="2033">
                  <c:v>1</c:v>
                </c:pt>
                <c:pt idx="2034">
                  <c:v>1</c:v>
                </c:pt>
                <c:pt idx="2035">
                  <c:v>1</c:v>
                </c:pt>
                <c:pt idx="2036">
                  <c:v>1</c:v>
                </c:pt>
                <c:pt idx="2037">
                  <c:v>1</c:v>
                </c:pt>
                <c:pt idx="2038">
                  <c:v>1</c:v>
                </c:pt>
                <c:pt idx="2039">
                  <c:v>1</c:v>
                </c:pt>
                <c:pt idx="2040">
                  <c:v>1</c:v>
                </c:pt>
                <c:pt idx="2041">
                  <c:v>1</c:v>
                </c:pt>
                <c:pt idx="2042">
                  <c:v>1</c:v>
                </c:pt>
                <c:pt idx="2043">
                  <c:v>1</c:v>
                </c:pt>
                <c:pt idx="2044">
                  <c:v>1</c:v>
                </c:pt>
                <c:pt idx="2045">
                  <c:v>1</c:v>
                </c:pt>
                <c:pt idx="2046">
                  <c:v>1</c:v>
                </c:pt>
                <c:pt idx="2047">
                  <c:v>1</c:v>
                </c:pt>
                <c:pt idx="2048">
                  <c:v>1</c:v>
                </c:pt>
                <c:pt idx="2049">
                  <c:v>1</c:v>
                </c:pt>
                <c:pt idx="2050">
                  <c:v>1</c:v>
                </c:pt>
                <c:pt idx="2051">
                  <c:v>1</c:v>
                </c:pt>
                <c:pt idx="2052">
                  <c:v>1</c:v>
                </c:pt>
                <c:pt idx="2053">
                  <c:v>1</c:v>
                </c:pt>
                <c:pt idx="2054">
                  <c:v>1</c:v>
                </c:pt>
                <c:pt idx="2055">
                  <c:v>1</c:v>
                </c:pt>
                <c:pt idx="2056">
                  <c:v>1</c:v>
                </c:pt>
                <c:pt idx="2057">
                  <c:v>1</c:v>
                </c:pt>
                <c:pt idx="2058">
                  <c:v>1</c:v>
                </c:pt>
                <c:pt idx="2059">
                  <c:v>1</c:v>
                </c:pt>
                <c:pt idx="2060">
                  <c:v>1</c:v>
                </c:pt>
                <c:pt idx="2061">
                  <c:v>1</c:v>
                </c:pt>
                <c:pt idx="2062">
                  <c:v>1</c:v>
                </c:pt>
                <c:pt idx="2063">
                  <c:v>1</c:v>
                </c:pt>
                <c:pt idx="2064">
                  <c:v>1</c:v>
                </c:pt>
                <c:pt idx="2065">
                  <c:v>1</c:v>
                </c:pt>
                <c:pt idx="2066">
                  <c:v>1</c:v>
                </c:pt>
                <c:pt idx="2067">
                  <c:v>1</c:v>
                </c:pt>
                <c:pt idx="2068">
                  <c:v>1</c:v>
                </c:pt>
                <c:pt idx="2069">
                  <c:v>1</c:v>
                </c:pt>
                <c:pt idx="2070">
                  <c:v>1</c:v>
                </c:pt>
                <c:pt idx="2071">
                  <c:v>1</c:v>
                </c:pt>
                <c:pt idx="2072">
                  <c:v>1</c:v>
                </c:pt>
                <c:pt idx="2073">
                  <c:v>1</c:v>
                </c:pt>
                <c:pt idx="2074">
                  <c:v>1</c:v>
                </c:pt>
                <c:pt idx="2075">
                  <c:v>1</c:v>
                </c:pt>
                <c:pt idx="2076">
                  <c:v>1</c:v>
                </c:pt>
                <c:pt idx="2077">
                  <c:v>1</c:v>
                </c:pt>
                <c:pt idx="2078">
                  <c:v>1</c:v>
                </c:pt>
                <c:pt idx="2079">
                  <c:v>1</c:v>
                </c:pt>
                <c:pt idx="2080">
                  <c:v>1</c:v>
                </c:pt>
                <c:pt idx="2081">
                  <c:v>1</c:v>
                </c:pt>
                <c:pt idx="2082">
                  <c:v>1</c:v>
                </c:pt>
                <c:pt idx="2083">
                  <c:v>1</c:v>
                </c:pt>
                <c:pt idx="2084">
                  <c:v>1</c:v>
                </c:pt>
                <c:pt idx="2085">
                  <c:v>1</c:v>
                </c:pt>
                <c:pt idx="2086">
                  <c:v>1</c:v>
                </c:pt>
                <c:pt idx="2087">
                  <c:v>1</c:v>
                </c:pt>
                <c:pt idx="2088">
                  <c:v>1</c:v>
                </c:pt>
                <c:pt idx="2089">
                  <c:v>1</c:v>
                </c:pt>
                <c:pt idx="2090">
                  <c:v>1</c:v>
                </c:pt>
                <c:pt idx="2091">
                  <c:v>1</c:v>
                </c:pt>
                <c:pt idx="2092">
                  <c:v>1</c:v>
                </c:pt>
                <c:pt idx="2093">
                  <c:v>1</c:v>
                </c:pt>
                <c:pt idx="2094">
                  <c:v>1</c:v>
                </c:pt>
                <c:pt idx="2095">
                  <c:v>1</c:v>
                </c:pt>
                <c:pt idx="2096">
                  <c:v>1</c:v>
                </c:pt>
                <c:pt idx="2097">
                  <c:v>1</c:v>
                </c:pt>
                <c:pt idx="2098">
                  <c:v>1</c:v>
                </c:pt>
                <c:pt idx="2099">
                  <c:v>1</c:v>
                </c:pt>
                <c:pt idx="2100">
                  <c:v>1</c:v>
                </c:pt>
                <c:pt idx="2101">
                  <c:v>1</c:v>
                </c:pt>
                <c:pt idx="2102">
                  <c:v>1</c:v>
                </c:pt>
                <c:pt idx="2103">
                  <c:v>1</c:v>
                </c:pt>
                <c:pt idx="2104">
                  <c:v>1</c:v>
                </c:pt>
                <c:pt idx="2105">
                  <c:v>1</c:v>
                </c:pt>
                <c:pt idx="2106">
                  <c:v>1</c:v>
                </c:pt>
                <c:pt idx="2107">
                  <c:v>1</c:v>
                </c:pt>
                <c:pt idx="2108">
                  <c:v>1</c:v>
                </c:pt>
                <c:pt idx="2109">
                  <c:v>1</c:v>
                </c:pt>
                <c:pt idx="2110">
                  <c:v>1</c:v>
                </c:pt>
                <c:pt idx="2111">
                  <c:v>1</c:v>
                </c:pt>
                <c:pt idx="2112">
                  <c:v>1</c:v>
                </c:pt>
                <c:pt idx="2113">
                  <c:v>1</c:v>
                </c:pt>
                <c:pt idx="2114">
                  <c:v>1</c:v>
                </c:pt>
                <c:pt idx="2115">
                  <c:v>1</c:v>
                </c:pt>
                <c:pt idx="2116">
                  <c:v>1</c:v>
                </c:pt>
                <c:pt idx="2117">
                  <c:v>1</c:v>
                </c:pt>
                <c:pt idx="2118">
                  <c:v>1</c:v>
                </c:pt>
                <c:pt idx="2119">
                  <c:v>1</c:v>
                </c:pt>
                <c:pt idx="2120">
                  <c:v>1</c:v>
                </c:pt>
                <c:pt idx="2121">
                  <c:v>1</c:v>
                </c:pt>
                <c:pt idx="2122">
                  <c:v>1</c:v>
                </c:pt>
                <c:pt idx="2123">
                  <c:v>1</c:v>
                </c:pt>
                <c:pt idx="2124">
                  <c:v>1</c:v>
                </c:pt>
                <c:pt idx="2125">
                  <c:v>1</c:v>
                </c:pt>
                <c:pt idx="2126">
                  <c:v>1</c:v>
                </c:pt>
                <c:pt idx="2127">
                  <c:v>1</c:v>
                </c:pt>
                <c:pt idx="2128">
                  <c:v>1</c:v>
                </c:pt>
                <c:pt idx="2129">
                  <c:v>1</c:v>
                </c:pt>
                <c:pt idx="2130">
                  <c:v>1</c:v>
                </c:pt>
                <c:pt idx="2131">
                  <c:v>1</c:v>
                </c:pt>
                <c:pt idx="2132">
                  <c:v>1</c:v>
                </c:pt>
                <c:pt idx="2133">
                  <c:v>1</c:v>
                </c:pt>
                <c:pt idx="2134">
                  <c:v>1</c:v>
                </c:pt>
                <c:pt idx="2135">
                  <c:v>1</c:v>
                </c:pt>
                <c:pt idx="2136">
                  <c:v>1</c:v>
                </c:pt>
                <c:pt idx="2137">
                  <c:v>1</c:v>
                </c:pt>
                <c:pt idx="2138">
                  <c:v>1</c:v>
                </c:pt>
                <c:pt idx="2139">
                  <c:v>1</c:v>
                </c:pt>
                <c:pt idx="2140">
                  <c:v>1</c:v>
                </c:pt>
                <c:pt idx="2141">
                  <c:v>1</c:v>
                </c:pt>
                <c:pt idx="2142">
                  <c:v>1</c:v>
                </c:pt>
                <c:pt idx="2143">
                  <c:v>1</c:v>
                </c:pt>
                <c:pt idx="2144">
                  <c:v>1</c:v>
                </c:pt>
                <c:pt idx="2145">
                  <c:v>1</c:v>
                </c:pt>
                <c:pt idx="2146">
                  <c:v>1</c:v>
                </c:pt>
                <c:pt idx="2147">
                  <c:v>1</c:v>
                </c:pt>
                <c:pt idx="2148">
                  <c:v>1</c:v>
                </c:pt>
                <c:pt idx="2149">
                  <c:v>1</c:v>
                </c:pt>
                <c:pt idx="2150">
                  <c:v>1</c:v>
                </c:pt>
                <c:pt idx="2151">
                  <c:v>1</c:v>
                </c:pt>
                <c:pt idx="2152">
                  <c:v>1</c:v>
                </c:pt>
                <c:pt idx="2153">
                  <c:v>1</c:v>
                </c:pt>
                <c:pt idx="2154">
                  <c:v>1</c:v>
                </c:pt>
                <c:pt idx="2155">
                  <c:v>1</c:v>
                </c:pt>
                <c:pt idx="2156">
                  <c:v>1</c:v>
                </c:pt>
                <c:pt idx="2157">
                  <c:v>1</c:v>
                </c:pt>
                <c:pt idx="2158">
                  <c:v>1</c:v>
                </c:pt>
                <c:pt idx="2159">
                  <c:v>1</c:v>
                </c:pt>
                <c:pt idx="2160">
                  <c:v>1</c:v>
                </c:pt>
                <c:pt idx="2161">
                  <c:v>1</c:v>
                </c:pt>
                <c:pt idx="2162">
                  <c:v>1</c:v>
                </c:pt>
                <c:pt idx="2163">
                  <c:v>1</c:v>
                </c:pt>
                <c:pt idx="2164">
                  <c:v>1</c:v>
                </c:pt>
                <c:pt idx="2165">
                  <c:v>1</c:v>
                </c:pt>
                <c:pt idx="2166">
                  <c:v>1</c:v>
                </c:pt>
                <c:pt idx="2167">
                  <c:v>1</c:v>
                </c:pt>
                <c:pt idx="2168">
                  <c:v>1</c:v>
                </c:pt>
                <c:pt idx="2169">
                  <c:v>1</c:v>
                </c:pt>
                <c:pt idx="2170">
                  <c:v>1</c:v>
                </c:pt>
                <c:pt idx="2171">
                  <c:v>1</c:v>
                </c:pt>
                <c:pt idx="2172">
                  <c:v>1</c:v>
                </c:pt>
                <c:pt idx="2173">
                  <c:v>1</c:v>
                </c:pt>
                <c:pt idx="2174">
                  <c:v>1</c:v>
                </c:pt>
                <c:pt idx="2175">
                  <c:v>1</c:v>
                </c:pt>
                <c:pt idx="2176">
                  <c:v>1</c:v>
                </c:pt>
                <c:pt idx="2177">
                  <c:v>1</c:v>
                </c:pt>
                <c:pt idx="2178">
                  <c:v>1</c:v>
                </c:pt>
                <c:pt idx="2179">
                  <c:v>1</c:v>
                </c:pt>
                <c:pt idx="2180">
                  <c:v>1</c:v>
                </c:pt>
                <c:pt idx="2181">
                  <c:v>1</c:v>
                </c:pt>
                <c:pt idx="2182">
                  <c:v>1</c:v>
                </c:pt>
                <c:pt idx="2183">
                  <c:v>1</c:v>
                </c:pt>
                <c:pt idx="2184">
                  <c:v>1</c:v>
                </c:pt>
                <c:pt idx="2185">
                  <c:v>1</c:v>
                </c:pt>
                <c:pt idx="2186">
                  <c:v>1</c:v>
                </c:pt>
                <c:pt idx="2187">
                  <c:v>1</c:v>
                </c:pt>
                <c:pt idx="2188">
                  <c:v>1</c:v>
                </c:pt>
                <c:pt idx="2189">
                  <c:v>1</c:v>
                </c:pt>
                <c:pt idx="2190">
                  <c:v>1</c:v>
                </c:pt>
                <c:pt idx="2191">
                  <c:v>1</c:v>
                </c:pt>
                <c:pt idx="2192">
                  <c:v>1</c:v>
                </c:pt>
                <c:pt idx="2193">
                  <c:v>1</c:v>
                </c:pt>
                <c:pt idx="2194">
                  <c:v>1</c:v>
                </c:pt>
                <c:pt idx="2195">
                  <c:v>1</c:v>
                </c:pt>
                <c:pt idx="2196">
                  <c:v>1</c:v>
                </c:pt>
                <c:pt idx="2197">
                  <c:v>1</c:v>
                </c:pt>
                <c:pt idx="2198">
                  <c:v>1</c:v>
                </c:pt>
                <c:pt idx="2199">
                  <c:v>1</c:v>
                </c:pt>
                <c:pt idx="2200">
                  <c:v>1</c:v>
                </c:pt>
                <c:pt idx="2201">
                  <c:v>1</c:v>
                </c:pt>
                <c:pt idx="2202">
                  <c:v>1</c:v>
                </c:pt>
                <c:pt idx="2203">
                  <c:v>1</c:v>
                </c:pt>
                <c:pt idx="2204">
                  <c:v>1</c:v>
                </c:pt>
                <c:pt idx="2205">
                  <c:v>1</c:v>
                </c:pt>
                <c:pt idx="2206">
                  <c:v>1</c:v>
                </c:pt>
                <c:pt idx="2207">
                  <c:v>1</c:v>
                </c:pt>
                <c:pt idx="2208">
                  <c:v>1</c:v>
                </c:pt>
                <c:pt idx="2209">
                  <c:v>1</c:v>
                </c:pt>
                <c:pt idx="2210">
                  <c:v>1</c:v>
                </c:pt>
                <c:pt idx="2211">
                  <c:v>1</c:v>
                </c:pt>
                <c:pt idx="2212">
                  <c:v>1</c:v>
                </c:pt>
                <c:pt idx="2213">
                  <c:v>1</c:v>
                </c:pt>
                <c:pt idx="2214">
                  <c:v>1</c:v>
                </c:pt>
                <c:pt idx="2215">
                  <c:v>1</c:v>
                </c:pt>
                <c:pt idx="2216">
                  <c:v>1</c:v>
                </c:pt>
                <c:pt idx="2217">
                  <c:v>1</c:v>
                </c:pt>
                <c:pt idx="2218">
                  <c:v>1</c:v>
                </c:pt>
                <c:pt idx="2219">
                  <c:v>1</c:v>
                </c:pt>
                <c:pt idx="2220">
                  <c:v>1</c:v>
                </c:pt>
                <c:pt idx="2221">
                  <c:v>1</c:v>
                </c:pt>
                <c:pt idx="2222">
                  <c:v>1</c:v>
                </c:pt>
                <c:pt idx="2223">
                  <c:v>1</c:v>
                </c:pt>
                <c:pt idx="2224">
                  <c:v>1</c:v>
                </c:pt>
                <c:pt idx="2225">
                  <c:v>1</c:v>
                </c:pt>
                <c:pt idx="2226">
                  <c:v>1</c:v>
                </c:pt>
                <c:pt idx="2227">
                  <c:v>1</c:v>
                </c:pt>
                <c:pt idx="2228">
                  <c:v>1</c:v>
                </c:pt>
                <c:pt idx="2229">
                  <c:v>1</c:v>
                </c:pt>
                <c:pt idx="2230">
                  <c:v>1</c:v>
                </c:pt>
                <c:pt idx="2231">
                  <c:v>1</c:v>
                </c:pt>
                <c:pt idx="2232">
                  <c:v>1</c:v>
                </c:pt>
                <c:pt idx="2233">
                  <c:v>1</c:v>
                </c:pt>
                <c:pt idx="2234">
                  <c:v>1</c:v>
                </c:pt>
                <c:pt idx="2235">
                  <c:v>1</c:v>
                </c:pt>
                <c:pt idx="2236">
                  <c:v>1</c:v>
                </c:pt>
                <c:pt idx="2237">
                  <c:v>1</c:v>
                </c:pt>
                <c:pt idx="2238">
                  <c:v>1</c:v>
                </c:pt>
                <c:pt idx="2239">
                  <c:v>1</c:v>
                </c:pt>
                <c:pt idx="2240">
                  <c:v>1</c:v>
                </c:pt>
                <c:pt idx="2241">
                  <c:v>1</c:v>
                </c:pt>
                <c:pt idx="2242">
                  <c:v>1</c:v>
                </c:pt>
                <c:pt idx="2243">
                  <c:v>1</c:v>
                </c:pt>
                <c:pt idx="2244">
                  <c:v>1</c:v>
                </c:pt>
                <c:pt idx="2245">
                  <c:v>1</c:v>
                </c:pt>
                <c:pt idx="2246">
                  <c:v>1</c:v>
                </c:pt>
                <c:pt idx="2247">
                  <c:v>1</c:v>
                </c:pt>
                <c:pt idx="2248">
                  <c:v>1</c:v>
                </c:pt>
                <c:pt idx="2249">
                  <c:v>1</c:v>
                </c:pt>
                <c:pt idx="2250">
                  <c:v>1</c:v>
                </c:pt>
                <c:pt idx="2251">
                  <c:v>1</c:v>
                </c:pt>
                <c:pt idx="2252">
                  <c:v>1</c:v>
                </c:pt>
                <c:pt idx="2253">
                  <c:v>1</c:v>
                </c:pt>
                <c:pt idx="2254">
                  <c:v>1</c:v>
                </c:pt>
                <c:pt idx="2255">
                  <c:v>1</c:v>
                </c:pt>
                <c:pt idx="2256">
                  <c:v>1</c:v>
                </c:pt>
                <c:pt idx="2257">
                  <c:v>1</c:v>
                </c:pt>
                <c:pt idx="2258">
                  <c:v>1</c:v>
                </c:pt>
                <c:pt idx="2259">
                  <c:v>1</c:v>
                </c:pt>
                <c:pt idx="2260">
                  <c:v>1</c:v>
                </c:pt>
                <c:pt idx="2261">
                  <c:v>1</c:v>
                </c:pt>
                <c:pt idx="2262">
                  <c:v>1</c:v>
                </c:pt>
                <c:pt idx="2263">
                  <c:v>1</c:v>
                </c:pt>
                <c:pt idx="2264">
                  <c:v>1</c:v>
                </c:pt>
                <c:pt idx="2265">
                  <c:v>1</c:v>
                </c:pt>
                <c:pt idx="2266">
                  <c:v>1</c:v>
                </c:pt>
                <c:pt idx="2267">
                  <c:v>1</c:v>
                </c:pt>
                <c:pt idx="2268">
                  <c:v>1</c:v>
                </c:pt>
                <c:pt idx="2269">
                  <c:v>1</c:v>
                </c:pt>
                <c:pt idx="2270">
                  <c:v>1</c:v>
                </c:pt>
                <c:pt idx="2271">
                  <c:v>1</c:v>
                </c:pt>
                <c:pt idx="2272">
                  <c:v>1</c:v>
                </c:pt>
                <c:pt idx="2273">
                  <c:v>1</c:v>
                </c:pt>
                <c:pt idx="2274">
                  <c:v>1</c:v>
                </c:pt>
                <c:pt idx="2275">
                  <c:v>1</c:v>
                </c:pt>
                <c:pt idx="2276">
                  <c:v>1</c:v>
                </c:pt>
                <c:pt idx="2277">
                  <c:v>1</c:v>
                </c:pt>
                <c:pt idx="2278">
                  <c:v>1</c:v>
                </c:pt>
                <c:pt idx="2279">
                  <c:v>1</c:v>
                </c:pt>
                <c:pt idx="2280">
                  <c:v>1</c:v>
                </c:pt>
                <c:pt idx="2281">
                  <c:v>1</c:v>
                </c:pt>
                <c:pt idx="2282">
                  <c:v>1</c:v>
                </c:pt>
                <c:pt idx="2283">
                  <c:v>1</c:v>
                </c:pt>
                <c:pt idx="2284">
                  <c:v>1</c:v>
                </c:pt>
                <c:pt idx="2285">
                  <c:v>1</c:v>
                </c:pt>
                <c:pt idx="2286">
                  <c:v>1</c:v>
                </c:pt>
                <c:pt idx="2287">
                  <c:v>1</c:v>
                </c:pt>
                <c:pt idx="2288">
                  <c:v>1</c:v>
                </c:pt>
                <c:pt idx="2289">
                  <c:v>1</c:v>
                </c:pt>
                <c:pt idx="2290">
                  <c:v>1</c:v>
                </c:pt>
                <c:pt idx="2291">
                  <c:v>1</c:v>
                </c:pt>
                <c:pt idx="2292">
                  <c:v>1</c:v>
                </c:pt>
                <c:pt idx="2293">
                  <c:v>1</c:v>
                </c:pt>
                <c:pt idx="2294">
                  <c:v>1</c:v>
                </c:pt>
                <c:pt idx="2295">
                  <c:v>1</c:v>
                </c:pt>
                <c:pt idx="2296">
                  <c:v>1</c:v>
                </c:pt>
                <c:pt idx="2297">
                  <c:v>1</c:v>
                </c:pt>
                <c:pt idx="2298">
                  <c:v>1</c:v>
                </c:pt>
                <c:pt idx="2299">
                  <c:v>1</c:v>
                </c:pt>
                <c:pt idx="2300">
                  <c:v>1</c:v>
                </c:pt>
                <c:pt idx="2301">
                  <c:v>1</c:v>
                </c:pt>
                <c:pt idx="2302">
                  <c:v>1</c:v>
                </c:pt>
                <c:pt idx="2303">
                  <c:v>1</c:v>
                </c:pt>
                <c:pt idx="2304">
                  <c:v>1</c:v>
                </c:pt>
                <c:pt idx="2305">
                  <c:v>1</c:v>
                </c:pt>
                <c:pt idx="2306">
                  <c:v>1</c:v>
                </c:pt>
                <c:pt idx="2307">
                  <c:v>1</c:v>
                </c:pt>
                <c:pt idx="2308">
                  <c:v>1</c:v>
                </c:pt>
                <c:pt idx="2309">
                  <c:v>1</c:v>
                </c:pt>
                <c:pt idx="2310">
                  <c:v>1</c:v>
                </c:pt>
                <c:pt idx="2311">
                  <c:v>1</c:v>
                </c:pt>
                <c:pt idx="2312">
                  <c:v>1</c:v>
                </c:pt>
                <c:pt idx="2313">
                  <c:v>1</c:v>
                </c:pt>
                <c:pt idx="2314">
                  <c:v>1</c:v>
                </c:pt>
                <c:pt idx="2315">
                  <c:v>1</c:v>
                </c:pt>
                <c:pt idx="2316">
                  <c:v>1</c:v>
                </c:pt>
                <c:pt idx="2317">
                  <c:v>1</c:v>
                </c:pt>
                <c:pt idx="2318">
                  <c:v>1</c:v>
                </c:pt>
                <c:pt idx="2319">
                  <c:v>1</c:v>
                </c:pt>
                <c:pt idx="2320">
                  <c:v>1</c:v>
                </c:pt>
                <c:pt idx="2321">
                  <c:v>1</c:v>
                </c:pt>
                <c:pt idx="2322">
                  <c:v>1</c:v>
                </c:pt>
                <c:pt idx="2323">
                  <c:v>1</c:v>
                </c:pt>
                <c:pt idx="2324">
                  <c:v>1</c:v>
                </c:pt>
                <c:pt idx="2325">
                  <c:v>1</c:v>
                </c:pt>
                <c:pt idx="2326">
                  <c:v>1</c:v>
                </c:pt>
                <c:pt idx="2327">
                  <c:v>1</c:v>
                </c:pt>
                <c:pt idx="2328">
                  <c:v>1</c:v>
                </c:pt>
                <c:pt idx="2329">
                  <c:v>1</c:v>
                </c:pt>
                <c:pt idx="2330">
                  <c:v>1</c:v>
                </c:pt>
                <c:pt idx="2331">
                  <c:v>1</c:v>
                </c:pt>
                <c:pt idx="2332">
                  <c:v>1</c:v>
                </c:pt>
                <c:pt idx="2333">
                  <c:v>1</c:v>
                </c:pt>
                <c:pt idx="2334">
                  <c:v>1</c:v>
                </c:pt>
                <c:pt idx="2335">
                  <c:v>1</c:v>
                </c:pt>
                <c:pt idx="2336">
                  <c:v>1</c:v>
                </c:pt>
                <c:pt idx="2337">
                  <c:v>1</c:v>
                </c:pt>
                <c:pt idx="2338">
                  <c:v>1</c:v>
                </c:pt>
                <c:pt idx="2339">
                  <c:v>1</c:v>
                </c:pt>
                <c:pt idx="2340">
                  <c:v>1</c:v>
                </c:pt>
                <c:pt idx="2341">
                  <c:v>1</c:v>
                </c:pt>
                <c:pt idx="2342">
                  <c:v>1</c:v>
                </c:pt>
                <c:pt idx="2343">
                  <c:v>1</c:v>
                </c:pt>
                <c:pt idx="2344">
                  <c:v>1</c:v>
                </c:pt>
                <c:pt idx="2345">
                  <c:v>1</c:v>
                </c:pt>
                <c:pt idx="2346">
                  <c:v>1</c:v>
                </c:pt>
                <c:pt idx="2347">
                  <c:v>1</c:v>
                </c:pt>
                <c:pt idx="2348">
                  <c:v>1</c:v>
                </c:pt>
                <c:pt idx="2349">
                  <c:v>1</c:v>
                </c:pt>
                <c:pt idx="2350">
                  <c:v>1</c:v>
                </c:pt>
                <c:pt idx="2351">
                  <c:v>1</c:v>
                </c:pt>
                <c:pt idx="2352">
                  <c:v>1</c:v>
                </c:pt>
                <c:pt idx="2353">
                  <c:v>1</c:v>
                </c:pt>
                <c:pt idx="2354">
                  <c:v>1</c:v>
                </c:pt>
                <c:pt idx="2355">
                  <c:v>1</c:v>
                </c:pt>
                <c:pt idx="2356">
                  <c:v>1</c:v>
                </c:pt>
                <c:pt idx="2357">
                  <c:v>1</c:v>
                </c:pt>
                <c:pt idx="2358">
                  <c:v>1</c:v>
                </c:pt>
                <c:pt idx="2359">
                  <c:v>1</c:v>
                </c:pt>
                <c:pt idx="2360">
                  <c:v>1</c:v>
                </c:pt>
                <c:pt idx="2361">
                  <c:v>1</c:v>
                </c:pt>
                <c:pt idx="2362">
                  <c:v>1</c:v>
                </c:pt>
                <c:pt idx="2363">
                  <c:v>1</c:v>
                </c:pt>
                <c:pt idx="2364">
                  <c:v>1</c:v>
                </c:pt>
                <c:pt idx="2365">
                  <c:v>1</c:v>
                </c:pt>
                <c:pt idx="2366">
                  <c:v>1</c:v>
                </c:pt>
                <c:pt idx="2367">
                  <c:v>1</c:v>
                </c:pt>
                <c:pt idx="2368">
                  <c:v>1</c:v>
                </c:pt>
                <c:pt idx="2369">
                  <c:v>1</c:v>
                </c:pt>
                <c:pt idx="2370">
                  <c:v>1</c:v>
                </c:pt>
                <c:pt idx="2371">
                  <c:v>1</c:v>
                </c:pt>
                <c:pt idx="2372">
                  <c:v>1</c:v>
                </c:pt>
                <c:pt idx="2373">
                  <c:v>1</c:v>
                </c:pt>
                <c:pt idx="2374">
                  <c:v>1</c:v>
                </c:pt>
                <c:pt idx="2375">
                  <c:v>1</c:v>
                </c:pt>
                <c:pt idx="2376">
                  <c:v>1</c:v>
                </c:pt>
                <c:pt idx="2377">
                  <c:v>1</c:v>
                </c:pt>
                <c:pt idx="2378">
                  <c:v>1</c:v>
                </c:pt>
                <c:pt idx="2379">
                  <c:v>1</c:v>
                </c:pt>
                <c:pt idx="2380">
                  <c:v>1</c:v>
                </c:pt>
                <c:pt idx="2381">
                  <c:v>1</c:v>
                </c:pt>
                <c:pt idx="2382">
                  <c:v>1</c:v>
                </c:pt>
                <c:pt idx="2383">
                  <c:v>1</c:v>
                </c:pt>
                <c:pt idx="2384">
                  <c:v>1</c:v>
                </c:pt>
                <c:pt idx="2385">
                  <c:v>1</c:v>
                </c:pt>
                <c:pt idx="2386">
                  <c:v>1</c:v>
                </c:pt>
                <c:pt idx="2387">
                  <c:v>1</c:v>
                </c:pt>
                <c:pt idx="2388">
                  <c:v>1</c:v>
                </c:pt>
                <c:pt idx="2389">
                  <c:v>1</c:v>
                </c:pt>
                <c:pt idx="2390">
                  <c:v>1</c:v>
                </c:pt>
                <c:pt idx="2391">
                  <c:v>1</c:v>
                </c:pt>
                <c:pt idx="2392">
                  <c:v>1</c:v>
                </c:pt>
                <c:pt idx="2393">
                  <c:v>1</c:v>
                </c:pt>
                <c:pt idx="2394">
                  <c:v>1</c:v>
                </c:pt>
                <c:pt idx="2395">
                  <c:v>1</c:v>
                </c:pt>
                <c:pt idx="2396">
                  <c:v>1</c:v>
                </c:pt>
                <c:pt idx="2397">
                  <c:v>1</c:v>
                </c:pt>
                <c:pt idx="2398">
                  <c:v>1</c:v>
                </c:pt>
                <c:pt idx="2399">
                  <c:v>1</c:v>
                </c:pt>
                <c:pt idx="2400">
                  <c:v>1</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0"/>
        </c:scaling>
        <c:delete val="0"/>
        <c:axPos val="l"/>
        <c:majorGridlines>
          <c:spPr>
            <a:ln xmlns:a="http://schemas.openxmlformats.org/drawingml/2006/main" w="9525">
              <a:solidFill>
                <a:srgbClr val="DDE5EA"/>
              </a:solidFill>
              <a:prstDash val="solid"/>
            </a:ln>
          </c:spPr>
        </c:majorGridlines>
        <c:title>
          <c:tx>
            <c:rich>
              <a:bodyPr xmlns:a="http://schemas.openxmlformats.org/drawingml/2006/main"/>
              <a:lstStyle xmlns:a="http://schemas.openxmlformats.org/drawingml/2006/main"/>
              <a:p xmlns:a="http://schemas.openxmlformats.org/drawingml/2006/main">
                <a:r>
                  <a:rPr sz="1800">
                    <a:solidFill>
                      <a:srgbClr val="172B3A"/>
                    </a:solidFill>
                    <a:latin typeface="Arial"/>
                    <a:ea typeface="Arial"/>
                    <a:cs typeface="Arial"/>
                  </a:rPr>
                  <a:t>Fraction confirmed</a:t>
                </a:r>
              </a:p>
            </c:rich>
          </c:tx>
          <c:overlay val="0"/>
          <c:txPr>
            <a:bodyPr xmlns:a="http://schemas.openxmlformats.org/drawingml/2006/main" anchorCtr="1"/>
            <a:lstStyle xmlns:a="http://schemas.openxmlformats.org/drawingml/2006/main"/>
            <a:p xmlns:a="http://schemas.openxmlformats.org/drawingml/2006/main">
              <a:pPr>
                <a:defRPr sz="1800">
                  <a:solidFill>
                    <a:srgbClr val="172B3A"/>
                  </a:solidFill>
                  <a:latin typeface="Arial"/>
                  <a:ea typeface="Arial"/>
                  <a:cs typeface="Arial"/>
                </a:defRPr>
              </a:pPr>
            </a:p>
          </c:txPr>
        </c:title>
        <c:numFmt formatCode="0%"/>
        <c:majorTickMark val="none"/>
        <c:minorTickMark val="none"/>
        <c:spPr>
          <a:ln xmlns:a="http://schemas.openxmlformats.org/drawingml/2006/main" w="9525">
            <a:solidFill>
              <a:srgbClr val="667784"/>
            </a:solidFill>
          </a:ln>
        </c:spPr>
        <c:txPr>
          <a:bodyPr xmlns:a="http://schemas.openxmlformats.org/drawingml/2006/main" anchorCtr="1"/>
          <a:lstStyle xmlns:a="http://schemas.openxmlformats.org/drawingml/2006/main"/>
          <a:p xmlns:a="http://schemas.openxmlformats.org/drawingml/2006/main">
            <a:pPr>
              <a:defRPr sz="1725">
                <a:solidFill>
                  <a:srgbClr val="172B3A"/>
                </a:solidFill>
                <a:latin typeface="Arial"/>
                <a:ea typeface="Arial"/>
                <a:cs typeface="Arial"/>
              </a:defRPr>
            </a:pPr>
          </a:p>
        </c:txPr>
        <c:crossAx val="48650112"/>
        <c:majorUnit val="0.25"/>
      </c:valAx>
      <c:valAx>
        <c:axId val="48650112"/>
        <c:scaling>
          <c:orientation val="minMax"/>
          <c:max val="30000"/>
          <c:min val="0"/>
        </c:scaling>
        <c:delete val="0"/>
        <c:axPos val="b"/>
        <c:title>
          <c:tx>
            <c:rich>
              <a:bodyPr xmlns:a="http://schemas.openxmlformats.org/drawingml/2006/main"/>
              <a:lstStyle xmlns:a="http://schemas.openxmlformats.org/drawingml/2006/main"/>
              <a:p xmlns:a="http://schemas.openxmlformats.org/drawingml/2006/main">
                <a:r>
                  <a:rPr sz="1800">
                    <a:solidFill>
                      <a:srgbClr val="172B3A"/>
                    </a:solidFill>
                    <a:latin typeface="Arial"/>
                    <a:ea typeface="Arial"/>
                    <a:cs typeface="Arial"/>
                  </a:rPr>
                  <a:t>Learning steps (updates)</a:t>
                </a:r>
              </a:p>
            </c:rich>
          </c:tx>
          <c:overlay val="0"/>
          <c:txPr>
            <a:bodyPr xmlns:a="http://schemas.openxmlformats.org/drawingml/2006/main" anchorCtr="1"/>
            <a:lstStyle xmlns:a="http://schemas.openxmlformats.org/drawingml/2006/main"/>
            <a:p xmlns:a="http://schemas.openxmlformats.org/drawingml/2006/main">
              <a:pPr>
                <a:defRPr sz="1800">
                  <a:solidFill>
                    <a:srgbClr val="172B3A"/>
                  </a:solidFill>
                  <a:latin typeface="Arial"/>
                  <a:ea typeface="Arial"/>
                  <a:cs typeface="Arial"/>
                </a:defRPr>
              </a:pPr>
            </a:p>
          </c:txPr>
        </c:title>
        <c:numFmt formatCode="0"/>
        <c:majorTickMark val="none"/>
        <c:minorTickMark val="none"/>
        <c:spPr>
          <a:ln xmlns:a="http://schemas.openxmlformats.org/drawingml/2006/main" w="9525">
            <a:solidFill>
              <a:srgbClr val="667784"/>
            </a:solidFill>
          </a:ln>
        </c:spPr>
        <c:txPr>
          <a:bodyPr xmlns:a="http://schemas.openxmlformats.org/drawingml/2006/main" anchorCtr="1"/>
          <a:lstStyle xmlns:a="http://schemas.openxmlformats.org/drawingml/2006/main"/>
          <a:p xmlns:a="http://schemas.openxmlformats.org/drawingml/2006/main">
            <a:pPr>
              <a:defRPr sz="1725">
                <a:solidFill>
                  <a:srgbClr val="172B3A"/>
                </a:solidFill>
                <a:latin typeface="Arial"/>
                <a:ea typeface="Arial"/>
                <a:cs typeface="Arial"/>
              </a:defRPr>
            </a:pPr>
          </a:p>
        </c:txPr>
        <c:crossAx val="48672768"/>
        <c:majorUnit val="10000"/>
      </c:valAx>
      <c:spPr>
        <a:solidFill xmlns:a="http://schemas.openxmlformats.org/drawingml/2006/main">
          <a:srgbClr val="FFFFFF"/>
        </a:solidFill>
        <a:ln xmlns:a="http://schemas.openxmlformats.org/drawingml/2006/main" w="0">
          <a:noFill/>
        </a:ln>
      </c:spPr>
    </c:plotArea>
    <c:legend>
      <c:legendPos val="t"/>
      <c:overlay val="0"/>
      <c:txPr>
        <a:bodyPr xmlns:a="http://schemas.openxmlformats.org/drawingml/2006/main" anchorCtr="1"/>
        <a:lstStyle xmlns:a="http://schemas.openxmlformats.org/drawingml/2006/main"/>
        <a:p xmlns:a="http://schemas.openxmlformats.org/drawingml/2006/main">
          <a:pPr>
            <a:defRPr sz="1725">
              <a:solidFill>
                <a:srgbClr val="172B3A"/>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00">
                <a:solidFill>
                  <a:srgbClr val="172B3A"/>
                </a:solidFill>
                <a:latin typeface="Arial"/>
                <a:ea typeface="Arial"/>
                <a:cs typeface="Arial"/>
              </a:rPr>
              <a:t>Original split; fresh first-confirmation outcomes</a:t>
            </a:r>
          </a:p>
        </c:rich>
      </c:tx>
      <c:overlay val="0"/>
      <c:txPr>
        <a:bodyPr xmlns:a="http://schemas.openxmlformats.org/drawingml/2006/main" anchorCtr="1"/>
        <a:lstStyle xmlns:a="http://schemas.openxmlformats.org/drawingml/2006/main"/>
        <a:p xmlns:a="http://schemas.openxmlformats.org/drawingml/2006/main">
          <a:pPr>
            <a:defRPr sz="1800">
              <a:solidFill>
                <a:srgbClr val="172B3A"/>
              </a:solidFill>
              <a:latin typeface="Arial"/>
              <a:ea typeface="Arial"/>
              <a:cs typeface="Arial"/>
            </a:defRPr>
          </a:pPr>
        </a:p>
      </c:txPr>
    </c:title>
    <c:plotArea>
      <c:barChart>
        <c:barDir val="col"/>
        <c:varyColors val="0"/>
        <c:ser>
          <c:idx val="0"/>
          <c:order val="0"/>
          <c:tx>
            <c:v>B = 8,000</c:v>
          </c:tx>
          <c:spPr>
            <a:solidFill xmlns:a="http://schemas.openxmlformats.org/drawingml/2006/main">
              <a:srgbClr val="175F96"/>
            </a:solidFill>
          </c:spPr>
          <c:invertIfNegative val="0"/>
          <c:cat>
            <c:strRef>
              <c:f>'Chart Data'!$A$2:$A$4</c:f>
              <c:strCache>
                <c:ptCount val="3"/>
                <c:pt idx="0">
                  <c:v>1 run</c:v>
                </c:pt>
                <c:pt idx="1">
                  <c:v>2 runs</c:v>
                </c:pt>
                <c:pt idx="2">
                  <c:v>4 runs</c:v>
                </c:pt>
              </c:strCache>
            </c:strRef>
          </c:cat>
          <c:val>
            <c:numRef>
              <c:f>'Chart Data'!$B$2:$B$4</c:f>
              <c:numCache>
                <c:formatCode>0%</c:formatCode>
                <c:ptCount val="3"/>
                <c:pt idx="0">
                  <c:v>0.93333333</c:v>
                </c:pt>
                <c:pt idx="1">
                  <c:v>0.76666667</c:v>
                </c:pt>
                <c:pt idx="2">
                  <c:v>0.4</c:v>
                </c:pt>
              </c:numCache>
            </c:numRef>
          </c:val>
        </c:ser>
        <c:ser>
          <c:idx val="1"/>
          <c:order val="1"/>
          <c:tx>
            <c:v>B = 12,000</c:v>
          </c:tx>
          <c:spPr>
            <a:solidFill xmlns:a="http://schemas.openxmlformats.org/drawingml/2006/main">
              <a:srgbClr val="637E8E"/>
            </a:solidFill>
          </c:spPr>
          <c:invertIfNegative val="0"/>
          <c:cat>
            <c:strRef>
              <c:f>'Chart Data'!$C$2:$C$4</c:f>
              <c:strCache>
                <c:ptCount val="3"/>
                <c:pt idx="0">
                  <c:v>1 run</c:v>
                </c:pt>
                <c:pt idx="1">
                  <c:v>2 runs</c:v>
                </c:pt>
                <c:pt idx="2">
                  <c:v>4 runs</c:v>
                </c:pt>
              </c:strCache>
            </c:strRef>
          </c:cat>
          <c:val>
            <c:numRef>
              <c:f>'Chart Data'!$D$2:$D$4</c:f>
              <c:numCache>
                <c:formatCode>0%</c:formatCode>
                <c:ptCount val="3"/>
                <c:pt idx="0">
                  <c:v>1</c:v>
                </c:pt>
                <c:pt idx="1">
                  <c:v>1</c:v>
                </c:pt>
                <c:pt idx="2">
                  <c:v>0.8</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70"/>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800">
                    <a:solidFill>
                      <a:srgbClr val="172B3A"/>
                    </a:solidFill>
                    <a:latin typeface="Arial"/>
                    <a:ea typeface="Arial"/>
                    <a:cs typeface="Arial"/>
                  </a:rPr>
                  <a:t>Policy</a:t>
                </a:r>
              </a:p>
            </c:rich>
          </c:tx>
          <c:overlay val="0"/>
          <c:txPr>
            <a:bodyPr xmlns:a="http://schemas.openxmlformats.org/drawingml/2006/main" anchorCtr="1"/>
            <a:lstStyle xmlns:a="http://schemas.openxmlformats.org/drawingml/2006/main"/>
            <a:p xmlns:a="http://schemas.openxmlformats.org/drawingml/2006/main">
              <a:pPr>
                <a:defRPr sz="1800">
                  <a:solidFill>
                    <a:srgbClr val="172B3A"/>
                  </a:solidFill>
                  <a:latin typeface="Arial"/>
                  <a:ea typeface="Arial"/>
                  <a:cs typeface="Arial"/>
                </a:defRPr>
              </a:pPr>
            </a:p>
          </c:txPr>
        </c:title>
        <c:numFmt formatCode="0"/>
        <c:majorTickMark val="none"/>
        <c:minorTickMark val="none"/>
        <c:spPr>
          <a:ln xmlns:a="http://schemas.openxmlformats.org/drawingml/2006/main" w="9525">
            <a:solidFill>
              <a:srgbClr val="667784"/>
            </a:solidFill>
          </a:ln>
        </c:spPr>
        <c:txPr>
          <a:bodyPr xmlns:a="http://schemas.openxmlformats.org/drawingml/2006/main" anchorCtr="1"/>
          <a:lstStyle xmlns:a="http://schemas.openxmlformats.org/drawingml/2006/main"/>
          <a:p xmlns:a="http://schemas.openxmlformats.org/drawingml/2006/main">
            <a:pPr>
              <a:defRPr sz="1725">
                <a:solidFill>
                  <a:srgbClr val="172B3A"/>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DDE5EA"/>
              </a:solidFill>
              <a:prstDash val="solid"/>
            </a:ln>
          </c:spPr>
        </c:majorGridlines>
        <c:title>
          <c:tx>
            <c:rich>
              <a:bodyPr xmlns:a="http://schemas.openxmlformats.org/drawingml/2006/main"/>
              <a:lstStyle xmlns:a="http://schemas.openxmlformats.org/drawingml/2006/main"/>
              <a:p xmlns:a="http://schemas.openxmlformats.org/drawingml/2006/main">
                <a:r>
                  <a:rPr sz="1800">
                    <a:solidFill>
                      <a:srgbClr val="172B3A"/>
                    </a:solidFill>
                    <a:latin typeface="Arial"/>
                    <a:ea typeface="Arial"/>
                    <a:cs typeface="Arial"/>
                  </a:rPr>
                  <a:t>Observed success</a:t>
                </a:r>
              </a:p>
            </c:rich>
          </c:tx>
          <c:overlay val="0"/>
          <c:txPr>
            <a:bodyPr xmlns:a="http://schemas.openxmlformats.org/drawingml/2006/main" anchorCtr="1"/>
            <a:lstStyle xmlns:a="http://schemas.openxmlformats.org/drawingml/2006/main"/>
            <a:p xmlns:a="http://schemas.openxmlformats.org/drawingml/2006/main">
              <a:pPr>
                <a:defRPr sz="1800">
                  <a:solidFill>
                    <a:srgbClr val="172B3A"/>
                  </a:solidFill>
                  <a:latin typeface="Arial"/>
                  <a:ea typeface="Arial"/>
                  <a:cs typeface="Arial"/>
                </a:defRPr>
              </a:pPr>
            </a:p>
          </c:txPr>
        </c:title>
        <c:numFmt formatCode="0%"/>
        <c:majorTickMark val="none"/>
        <c:minorTickMark val="none"/>
        <c:spPr>
          <a:ln xmlns:a="http://schemas.openxmlformats.org/drawingml/2006/main" w="9525">
            <a:solidFill>
              <a:srgbClr val="667784"/>
            </a:solidFill>
          </a:ln>
        </c:spPr>
        <c:txPr>
          <a:bodyPr xmlns:a="http://schemas.openxmlformats.org/drawingml/2006/main" anchorCtr="1"/>
          <a:lstStyle xmlns:a="http://schemas.openxmlformats.org/drawingml/2006/main"/>
          <a:p xmlns:a="http://schemas.openxmlformats.org/drawingml/2006/main">
            <a:pPr>
              <a:defRPr sz="1725">
                <a:solidFill>
                  <a:srgbClr val="172B3A"/>
                </a:solidFill>
                <a:latin typeface="Arial"/>
                <a:ea typeface="Arial"/>
                <a:cs typeface="Arial"/>
              </a:defRPr>
            </a:pPr>
          </a:p>
        </c:txPr>
        <c:crossAx val="48650112"/>
        <c:crossBetween val="between"/>
        <c:majorUnit val="0.25"/>
      </c:valAx>
      <c:spPr>
        <a:solidFill xmlns:a="http://schemas.openxmlformats.org/drawingml/2006/main">
          <a:srgbClr val="FFFFFF"/>
        </a:solidFill>
        <a:ln xmlns:a="http://schemas.openxmlformats.org/drawingml/2006/main" w="0">
          <a:noFill/>
        </a:ln>
      </c:spPr>
    </c:plotArea>
    <c:legend>
      <c:legendPos val="t"/>
      <c:overlay val="0"/>
      <c:txPr>
        <a:bodyPr xmlns:a="http://schemas.openxmlformats.org/drawingml/2006/main" anchorCtr="1"/>
        <a:lstStyle xmlns:a="http://schemas.openxmlformats.org/drawingml/2006/main"/>
        <a:p xmlns:a="http://schemas.openxmlformats.org/drawingml/2006/main">
          <a:pPr>
            <a:defRPr sz="1650">
              <a:solidFill>
                <a:srgbClr val="172B3A"/>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00">
                <a:solidFill>
                  <a:srgbClr val="172B3A"/>
                </a:solidFill>
                <a:latin typeface="Arial"/>
                <a:ea typeface="Arial"/>
                <a:cs typeface="Arial"/>
              </a:rPr>
              <a:t>8,000 total updates; n = 30 per policy and split</a:t>
            </a:r>
          </a:p>
        </c:rich>
      </c:tx>
      <c:overlay val="0"/>
      <c:txPr>
        <a:bodyPr xmlns:a="http://schemas.openxmlformats.org/drawingml/2006/main" anchorCtr="1"/>
        <a:lstStyle xmlns:a="http://schemas.openxmlformats.org/drawingml/2006/main"/>
        <a:p xmlns:a="http://schemas.openxmlformats.org/drawingml/2006/main">
          <a:pPr>
            <a:defRPr sz="1800">
              <a:solidFill>
                <a:srgbClr val="172B3A"/>
              </a:solidFill>
              <a:latin typeface="Arial"/>
              <a:ea typeface="Arial"/>
              <a:cs typeface="Arial"/>
            </a:defRPr>
          </a:pPr>
        </a:p>
      </c:txPr>
    </c:title>
    <c:plotArea>
      <c:barChart>
        <c:barDir val="col"/>
        <c:varyColors val="0"/>
        <c:ser>
          <c:idx val="0"/>
          <c:order val="0"/>
          <c:tx>
            <c:v>1 run</c:v>
          </c:tx>
          <c:spPr>
            <a:solidFill xmlns:a="http://schemas.openxmlformats.org/drawingml/2006/main">
              <a:srgbClr val="175F96"/>
            </a:solidFill>
          </c:spPr>
          <c:invertIfNegative val="0"/>
          <c:cat>
            <c:strRef>
              <c:f>'Chart Data'!$A$2:$A$4</c:f>
              <c:strCache>
                <c:ptCount val="3"/>
                <c:pt idx="0">
                  <c:v>Split 1</c:v>
                </c:pt>
                <c:pt idx="1">
                  <c:v>Split 2</c:v>
                </c:pt>
                <c:pt idx="2">
                  <c:v>Split 3</c:v>
                </c:pt>
              </c:strCache>
            </c:strRef>
          </c:cat>
          <c:val>
            <c:numRef>
              <c:f>'Chart Data'!$B$2:$B$4</c:f>
              <c:numCache>
                <c:formatCode>0%</c:formatCode>
                <c:ptCount val="3"/>
                <c:pt idx="0">
                  <c:v>0.93333333</c:v>
                </c:pt>
                <c:pt idx="1">
                  <c:v>0.93333333</c:v>
                </c:pt>
                <c:pt idx="2">
                  <c:v>0.93333333</c:v>
                </c:pt>
              </c:numCache>
            </c:numRef>
          </c:val>
        </c:ser>
        <c:ser>
          <c:idx val="1"/>
          <c:order val="1"/>
          <c:tx>
            <c:v>2 runs</c:v>
          </c:tx>
          <c:spPr>
            <a:solidFill xmlns:a="http://schemas.openxmlformats.org/drawingml/2006/main">
              <a:srgbClr val="637E8E"/>
            </a:solidFill>
          </c:spPr>
          <c:invertIfNegative val="0"/>
          <c:cat>
            <c:strRef>
              <c:f>'Chart Data'!$C$2:$C$4</c:f>
              <c:strCache>
                <c:ptCount val="3"/>
                <c:pt idx="0">
                  <c:v>Split 1</c:v>
                </c:pt>
                <c:pt idx="1">
                  <c:v>Split 2</c:v>
                </c:pt>
                <c:pt idx="2">
                  <c:v>Split 3</c:v>
                </c:pt>
              </c:strCache>
            </c:strRef>
          </c:cat>
          <c:val>
            <c:numRef>
              <c:f>'Chart Data'!$D$2:$D$4</c:f>
              <c:numCache>
                <c:formatCode>0%</c:formatCode>
                <c:ptCount val="3"/>
                <c:pt idx="0">
                  <c:v>0.76666667</c:v>
                </c:pt>
                <c:pt idx="1">
                  <c:v>0.8</c:v>
                </c:pt>
                <c:pt idx="2">
                  <c:v>0.83333333</c:v>
                </c:pt>
              </c:numCache>
            </c:numRef>
          </c:val>
        </c:ser>
        <c:ser>
          <c:idx val="2"/>
          <c:order val="2"/>
          <c:tx>
            <c:v>4 runs</c:v>
          </c:tx>
          <c:spPr>
            <a:solidFill xmlns:a="http://schemas.openxmlformats.org/drawingml/2006/main">
              <a:srgbClr val="253F50"/>
            </a:solidFill>
          </c:spPr>
          <c:invertIfNegative val="0"/>
          <c:cat>
            <c:strRef>
              <c:f>'Chart Data'!$E$2:$E$4</c:f>
              <c:strCache>
                <c:ptCount val="3"/>
                <c:pt idx="0">
                  <c:v>Split 1</c:v>
                </c:pt>
                <c:pt idx="1">
                  <c:v>Split 2</c:v>
                </c:pt>
                <c:pt idx="2">
                  <c:v>Split 3</c:v>
                </c:pt>
              </c:strCache>
            </c:strRef>
          </c:cat>
          <c:val>
            <c:numRef>
              <c:f>'Chart Data'!$F$2:$F$4</c:f>
              <c:numCache>
                <c:formatCode>0%</c:formatCode>
                <c:ptCount val="3"/>
                <c:pt idx="0">
                  <c:v>0.4</c:v>
                </c:pt>
                <c:pt idx="1">
                  <c:v>0.3</c:v>
                </c:pt>
                <c:pt idx="2">
                  <c:v>0.36666667</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80"/>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800">
                    <a:solidFill>
                      <a:srgbClr val="172B3A"/>
                    </a:solidFill>
                    <a:latin typeface="Arial"/>
                    <a:ea typeface="Arial"/>
                    <a:cs typeface="Arial"/>
                  </a:rPr>
                  <a:t>Fixed dataset split</a:t>
                </a:r>
              </a:p>
            </c:rich>
          </c:tx>
          <c:overlay val="0"/>
          <c:txPr>
            <a:bodyPr xmlns:a="http://schemas.openxmlformats.org/drawingml/2006/main" anchorCtr="1"/>
            <a:lstStyle xmlns:a="http://schemas.openxmlformats.org/drawingml/2006/main"/>
            <a:p xmlns:a="http://schemas.openxmlformats.org/drawingml/2006/main">
              <a:pPr>
                <a:defRPr sz="1800">
                  <a:solidFill>
                    <a:srgbClr val="172B3A"/>
                  </a:solidFill>
                  <a:latin typeface="Arial"/>
                  <a:ea typeface="Arial"/>
                  <a:cs typeface="Arial"/>
                </a:defRPr>
              </a:pPr>
            </a:p>
          </c:txPr>
        </c:title>
        <c:numFmt formatCode="0"/>
        <c:majorTickMark val="none"/>
        <c:minorTickMark val="none"/>
        <c:spPr>
          <a:ln xmlns:a="http://schemas.openxmlformats.org/drawingml/2006/main" w="9525">
            <a:solidFill>
              <a:srgbClr val="667784"/>
            </a:solidFill>
          </a:ln>
        </c:spPr>
        <c:txPr>
          <a:bodyPr xmlns:a="http://schemas.openxmlformats.org/drawingml/2006/main" anchorCtr="1"/>
          <a:lstStyle xmlns:a="http://schemas.openxmlformats.org/drawingml/2006/main"/>
          <a:p xmlns:a="http://schemas.openxmlformats.org/drawingml/2006/main">
            <a:pPr>
              <a:defRPr sz="1725">
                <a:solidFill>
                  <a:srgbClr val="172B3A"/>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DDE5EA"/>
              </a:solidFill>
              <a:prstDash val="solid"/>
            </a:ln>
          </c:spPr>
        </c:majorGridlines>
        <c:title>
          <c:tx>
            <c:rich>
              <a:bodyPr xmlns:a="http://schemas.openxmlformats.org/drawingml/2006/main"/>
              <a:lstStyle xmlns:a="http://schemas.openxmlformats.org/drawingml/2006/main"/>
              <a:p xmlns:a="http://schemas.openxmlformats.org/drawingml/2006/main">
                <a:r>
                  <a:rPr sz="1800">
                    <a:solidFill>
                      <a:srgbClr val="172B3A"/>
                    </a:solidFill>
                    <a:latin typeface="Arial"/>
                    <a:ea typeface="Arial"/>
                    <a:cs typeface="Arial"/>
                  </a:rPr>
                  <a:t>Observed first-confirmation success</a:t>
                </a:r>
              </a:p>
            </c:rich>
          </c:tx>
          <c:overlay val="0"/>
          <c:txPr>
            <a:bodyPr xmlns:a="http://schemas.openxmlformats.org/drawingml/2006/main" anchorCtr="1"/>
            <a:lstStyle xmlns:a="http://schemas.openxmlformats.org/drawingml/2006/main"/>
            <a:p xmlns:a="http://schemas.openxmlformats.org/drawingml/2006/main">
              <a:pPr>
                <a:defRPr sz="1800">
                  <a:solidFill>
                    <a:srgbClr val="172B3A"/>
                  </a:solidFill>
                  <a:latin typeface="Arial"/>
                  <a:ea typeface="Arial"/>
                  <a:cs typeface="Arial"/>
                </a:defRPr>
              </a:pPr>
            </a:p>
          </c:txPr>
        </c:title>
        <c:numFmt formatCode="0%"/>
        <c:majorTickMark val="none"/>
        <c:minorTickMark val="none"/>
        <c:spPr>
          <a:ln xmlns:a="http://schemas.openxmlformats.org/drawingml/2006/main" w="9525">
            <a:solidFill>
              <a:srgbClr val="667784"/>
            </a:solidFill>
          </a:ln>
        </c:spPr>
        <c:txPr>
          <a:bodyPr xmlns:a="http://schemas.openxmlformats.org/drawingml/2006/main" anchorCtr="1"/>
          <a:lstStyle xmlns:a="http://schemas.openxmlformats.org/drawingml/2006/main"/>
          <a:p xmlns:a="http://schemas.openxmlformats.org/drawingml/2006/main">
            <a:pPr>
              <a:defRPr sz="1725">
                <a:solidFill>
                  <a:srgbClr val="172B3A"/>
                </a:solidFill>
                <a:latin typeface="Arial"/>
                <a:ea typeface="Arial"/>
                <a:cs typeface="Arial"/>
              </a:defRPr>
            </a:pPr>
          </a:p>
        </c:txPr>
        <c:crossAx val="48650112"/>
        <c:crossBetween val="between"/>
        <c:majorUnit val="0.25"/>
      </c:valAx>
      <c:spPr>
        <a:solidFill xmlns:a="http://schemas.openxmlformats.org/drawingml/2006/main">
          <a:srgbClr val="FFFFFF"/>
        </a:solidFill>
        <a:ln xmlns:a="http://schemas.openxmlformats.org/drawingml/2006/main" w="0">
          <a:noFill/>
        </a:ln>
      </c:spPr>
    </c:plotArea>
    <c:legend>
      <c:legendPos val="t"/>
      <c:overlay val="0"/>
      <c:txPr>
        <a:bodyPr xmlns:a="http://schemas.openxmlformats.org/drawingml/2006/main" anchorCtr="1"/>
        <a:lstStyle xmlns:a="http://schemas.openxmlformats.org/drawingml/2006/main"/>
        <a:p xmlns:a="http://schemas.openxmlformats.org/drawingml/2006/main">
          <a:pPr>
            <a:defRPr sz="1725">
              <a:solidFill>
                <a:srgbClr val="172B3A"/>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00">
                <a:solidFill>
                  <a:srgbClr val="172B3A"/>
                </a:solidFill>
                <a:latin typeface="Arial"/>
                <a:ea typeface="Arial"/>
                <a:cs typeface="Arial"/>
              </a:rPr>
              <a:t>Original split: predictions frozen before validation</a:t>
            </a:r>
          </a:p>
        </c:rich>
      </c:tx>
      <c:overlay val="0"/>
      <c:txPr>
        <a:bodyPr xmlns:a="http://schemas.openxmlformats.org/drawingml/2006/main" anchorCtr="1"/>
        <a:lstStyle xmlns:a="http://schemas.openxmlformats.org/drawingml/2006/main"/>
        <a:p xmlns:a="http://schemas.openxmlformats.org/drawingml/2006/main">
          <a:pPr>
            <a:defRPr sz="1800">
              <a:solidFill>
                <a:srgbClr val="172B3A"/>
              </a:solidFill>
              <a:latin typeface="Arial"/>
              <a:ea typeface="Arial"/>
              <a:cs typeface="Arial"/>
            </a:defRPr>
          </a:pPr>
        </a:p>
      </c:txPr>
    </c:title>
    <c:plotArea>
      <c:barChart>
        <c:barDir val="col"/>
        <c:varyColors val="0"/>
        <c:ser>
          <c:idx val="0"/>
          <c:order val="0"/>
          <c:tx>
            <c:v>Predicted</c:v>
          </c:tx>
          <c:spPr>
            <a:solidFill xmlns:a="http://schemas.openxmlformats.org/drawingml/2006/main">
              <a:srgbClr val="667784"/>
            </a:solidFill>
          </c:spPr>
          <c:invertIfNegative val="0"/>
          <c:cat>
            <c:strRef>
              <c:f>'Chart Data'!$A$2:$A$7</c:f>
              <c:strCache>
                <c:ptCount val="6"/>
                <c:pt idx="0">
                  <c:v>8k / 1</c:v>
                </c:pt>
                <c:pt idx="1">
                  <c:v>8k / 2</c:v>
                </c:pt>
                <c:pt idx="2">
                  <c:v>8k / 4</c:v>
                </c:pt>
                <c:pt idx="3">
                  <c:v>12k / 1</c:v>
                </c:pt>
                <c:pt idx="4">
                  <c:v>12k / 2</c:v>
                </c:pt>
                <c:pt idx="5">
                  <c:v>12k / 4</c:v>
                </c:pt>
              </c:strCache>
            </c:strRef>
          </c:cat>
          <c:val>
            <c:numRef>
              <c:f>'Chart Data'!$B$2:$B$7</c:f>
              <c:numCache>
                <c:formatCode>0%</c:formatCode>
                <c:ptCount val="6"/>
                <c:pt idx="0">
                  <c:v>0.93333333</c:v>
                </c:pt>
                <c:pt idx="1">
                  <c:v>0.67888889</c:v>
                </c:pt>
                <c:pt idx="2">
                  <c:v>0.24116543</c:v>
                </c:pt>
                <c:pt idx="3">
                  <c:v>0.96666667</c:v>
                </c:pt>
                <c:pt idx="4">
                  <c:v>0.92888889</c:v>
                </c:pt>
                <c:pt idx="5">
                  <c:v>0.71079506</c:v>
                </c:pt>
              </c:numCache>
            </c:numRef>
          </c:val>
        </c:ser>
        <c:ser>
          <c:idx val="1"/>
          <c:order val="1"/>
          <c:tx>
            <c:v>Observed</c:v>
          </c:tx>
          <c:spPr>
            <a:solidFill xmlns:a="http://schemas.openxmlformats.org/drawingml/2006/main">
              <a:srgbClr val="175F96"/>
            </a:solidFill>
          </c:spPr>
          <c:invertIfNegative val="0"/>
          <c:cat>
            <c:strRef>
              <c:f>'Chart Data'!$C$2:$C$7</c:f>
              <c:strCache>
                <c:ptCount val="6"/>
                <c:pt idx="0">
                  <c:v>8k / 1</c:v>
                </c:pt>
                <c:pt idx="1">
                  <c:v>8k / 2</c:v>
                </c:pt>
                <c:pt idx="2">
                  <c:v>8k / 4</c:v>
                </c:pt>
                <c:pt idx="3">
                  <c:v>12k / 1</c:v>
                </c:pt>
                <c:pt idx="4">
                  <c:v>12k / 2</c:v>
                </c:pt>
                <c:pt idx="5">
                  <c:v>12k / 4</c:v>
                </c:pt>
              </c:strCache>
            </c:strRef>
          </c:cat>
          <c:val>
            <c:numRef>
              <c:f>'Chart Data'!$D$2:$D$7</c:f>
              <c:numCache>
                <c:formatCode>0%</c:formatCode>
                <c:ptCount val="6"/>
                <c:pt idx="0">
                  <c:v>0.93333333</c:v>
                </c:pt>
                <c:pt idx="1">
                  <c:v>0.76666667</c:v>
                </c:pt>
                <c:pt idx="2">
                  <c:v>0.4</c:v>
                </c:pt>
                <c:pt idx="3">
                  <c:v>1</c:v>
                </c:pt>
                <c:pt idx="4">
                  <c:v>1</c:v>
                </c:pt>
                <c:pt idx="5">
                  <c:v>0.8</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60"/>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800">
                    <a:solidFill>
                      <a:srgbClr val="172B3A"/>
                    </a:solidFill>
                    <a:latin typeface="Arial"/>
                    <a:ea typeface="Arial"/>
                    <a:cs typeface="Arial"/>
                  </a:rPr>
                  <a:t>Total budget / number of runs</a:t>
                </a:r>
              </a:p>
            </c:rich>
          </c:tx>
          <c:overlay val="0"/>
          <c:txPr>
            <a:bodyPr xmlns:a="http://schemas.openxmlformats.org/drawingml/2006/main" anchorCtr="1"/>
            <a:lstStyle xmlns:a="http://schemas.openxmlformats.org/drawingml/2006/main"/>
            <a:p xmlns:a="http://schemas.openxmlformats.org/drawingml/2006/main">
              <a:pPr>
                <a:defRPr sz="1800">
                  <a:solidFill>
                    <a:srgbClr val="172B3A"/>
                  </a:solidFill>
                  <a:latin typeface="Arial"/>
                  <a:ea typeface="Arial"/>
                  <a:cs typeface="Arial"/>
                </a:defRPr>
              </a:pPr>
            </a:p>
          </c:txPr>
        </c:title>
        <c:numFmt formatCode="0"/>
        <c:majorTickMark val="none"/>
        <c:minorTickMark val="none"/>
        <c:spPr>
          <a:ln xmlns:a="http://schemas.openxmlformats.org/drawingml/2006/main" w="9525">
            <a:solidFill>
              <a:srgbClr val="667784"/>
            </a:solidFill>
          </a:ln>
        </c:spPr>
        <c:txPr>
          <a:bodyPr xmlns:a="http://schemas.openxmlformats.org/drawingml/2006/main" anchorCtr="1"/>
          <a:lstStyle xmlns:a="http://schemas.openxmlformats.org/drawingml/2006/main"/>
          <a:p xmlns:a="http://schemas.openxmlformats.org/drawingml/2006/main">
            <a:pPr>
              <a:defRPr sz="1575">
                <a:solidFill>
                  <a:srgbClr val="172B3A"/>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DDE5EA"/>
              </a:solidFill>
              <a:prstDash val="solid"/>
            </a:ln>
          </c:spPr>
        </c:majorGridlines>
        <c:title>
          <c:tx>
            <c:rich>
              <a:bodyPr xmlns:a="http://schemas.openxmlformats.org/drawingml/2006/main"/>
              <a:lstStyle xmlns:a="http://schemas.openxmlformats.org/drawingml/2006/main"/>
              <a:p xmlns:a="http://schemas.openxmlformats.org/drawingml/2006/main">
                <a:r>
                  <a:rPr sz="1800">
                    <a:solidFill>
                      <a:srgbClr val="172B3A"/>
                    </a:solidFill>
                    <a:latin typeface="Arial"/>
                    <a:ea typeface="Arial"/>
                    <a:cs typeface="Arial"/>
                  </a:rPr>
                  <a:t>First-confirmation probability</a:t>
                </a:r>
              </a:p>
            </c:rich>
          </c:tx>
          <c:overlay val="0"/>
          <c:txPr>
            <a:bodyPr xmlns:a="http://schemas.openxmlformats.org/drawingml/2006/main" anchorCtr="1"/>
            <a:lstStyle xmlns:a="http://schemas.openxmlformats.org/drawingml/2006/main"/>
            <a:p xmlns:a="http://schemas.openxmlformats.org/drawingml/2006/main">
              <a:pPr>
                <a:defRPr sz="1800">
                  <a:solidFill>
                    <a:srgbClr val="172B3A"/>
                  </a:solidFill>
                  <a:latin typeface="Arial"/>
                  <a:ea typeface="Arial"/>
                  <a:cs typeface="Arial"/>
                </a:defRPr>
              </a:pPr>
            </a:p>
          </c:txPr>
        </c:title>
        <c:numFmt formatCode="0%"/>
        <c:majorTickMark val="none"/>
        <c:minorTickMark val="none"/>
        <c:spPr>
          <a:ln xmlns:a="http://schemas.openxmlformats.org/drawingml/2006/main" w="9525">
            <a:solidFill>
              <a:srgbClr val="667784"/>
            </a:solidFill>
          </a:ln>
        </c:spPr>
        <c:txPr>
          <a:bodyPr xmlns:a="http://schemas.openxmlformats.org/drawingml/2006/main" anchorCtr="1"/>
          <a:lstStyle xmlns:a="http://schemas.openxmlformats.org/drawingml/2006/main"/>
          <a:p xmlns:a="http://schemas.openxmlformats.org/drawingml/2006/main">
            <a:pPr>
              <a:defRPr sz="1725">
                <a:solidFill>
                  <a:srgbClr val="172B3A"/>
                </a:solidFill>
                <a:latin typeface="Arial"/>
                <a:ea typeface="Arial"/>
                <a:cs typeface="Arial"/>
              </a:defRPr>
            </a:pPr>
          </a:p>
        </c:txPr>
        <c:crossAx val="48650112"/>
        <c:crossBetween val="between"/>
        <c:majorUnit val="0.25"/>
      </c:valAx>
      <c:spPr>
        <a:solidFill xmlns:a="http://schemas.openxmlformats.org/drawingml/2006/main">
          <a:srgbClr val="FFFFFF"/>
        </a:solidFill>
        <a:ln xmlns:a="http://schemas.openxmlformats.org/drawingml/2006/main" w="0">
          <a:noFill/>
        </a:ln>
      </c:spPr>
    </c:plotArea>
    <c:legend>
      <c:legendPos val="t"/>
      <c:overlay val="0"/>
      <c:txPr>
        <a:bodyPr xmlns:a="http://schemas.openxmlformats.org/drawingml/2006/main" anchorCtr="1"/>
        <a:lstStyle xmlns:a="http://schemas.openxmlformats.org/drawingml/2006/main"/>
        <a:p xmlns:a="http://schemas.openxmlformats.org/drawingml/2006/main">
          <a:pPr>
            <a:defRPr sz="1725">
              <a:solidFill>
                <a:srgbClr val="172B3A"/>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00">
                <a:solidFill>
                  <a:srgbClr val="172B3A"/>
                </a:solidFill>
                <a:latin typeface="Arial"/>
                <a:ea typeface="Arial"/>
                <a:cs typeface="Arial"/>
              </a:rPr>
              <a:t>Original split: both endpoints on the same 30 attempts per condition</a:t>
            </a:r>
          </a:p>
        </c:rich>
      </c:tx>
      <c:overlay val="0"/>
      <c:txPr>
        <a:bodyPr xmlns:a="http://schemas.openxmlformats.org/drawingml/2006/main" anchorCtr="1"/>
        <a:lstStyle xmlns:a="http://schemas.openxmlformats.org/drawingml/2006/main"/>
        <a:p xmlns:a="http://schemas.openxmlformats.org/drawingml/2006/main">
          <a:pPr>
            <a:defRPr sz="1800">
              <a:solidFill>
                <a:srgbClr val="172B3A"/>
              </a:solidFill>
              <a:latin typeface="Arial"/>
              <a:ea typeface="Arial"/>
              <a:cs typeface="Arial"/>
            </a:defRPr>
          </a:pPr>
        </a:p>
      </c:txPr>
    </c:title>
    <c:plotArea>
      <c:barChart>
        <c:barDir val="col"/>
        <c:varyColors val="0"/>
        <c:ser>
          <c:idx val="0"/>
          <c:order val="0"/>
          <c:tx>
            <c:v>First confirmation</c:v>
          </c:tx>
          <c:spPr>
            <a:solidFill xmlns:a="http://schemas.openxmlformats.org/drawingml/2006/main">
              <a:srgbClr val="175F96"/>
            </a:solidFill>
          </c:spPr>
          <c:invertIfNegative val="0"/>
          <c:cat>
            <c:strRef>
              <c:f>'Chart Data'!$A$2:$A$7</c:f>
              <c:strCache>
                <c:ptCount val="6"/>
                <c:pt idx="0">
                  <c:v>8k / 1</c:v>
                </c:pt>
                <c:pt idx="1">
                  <c:v>8k / 2</c:v>
                </c:pt>
                <c:pt idx="2">
                  <c:v>8k / 4</c:v>
                </c:pt>
                <c:pt idx="3">
                  <c:v>12k / 1</c:v>
                </c:pt>
                <c:pt idx="4">
                  <c:v>12k / 2</c:v>
                </c:pt>
                <c:pt idx="5">
                  <c:v>12k / 4</c:v>
                </c:pt>
              </c:strCache>
            </c:strRef>
          </c:cat>
          <c:val>
            <c:numRef>
              <c:f>'Chart Data'!$B$2:$B$7</c:f>
              <c:numCache>
                <c:formatCode>0%</c:formatCode>
                <c:ptCount val="6"/>
                <c:pt idx="0">
                  <c:v>0.93333333</c:v>
                </c:pt>
                <c:pt idx="1">
                  <c:v>0.76666667</c:v>
                </c:pt>
                <c:pt idx="2">
                  <c:v>0.4</c:v>
                </c:pt>
                <c:pt idx="3">
                  <c:v>1</c:v>
                </c:pt>
                <c:pt idx="4">
                  <c:v>1</c:v>
                </c:pt>
                <c:pt idx="5">
                  <c:v>0.8</c:v>
                </c:pt>
              </c:numCache>
            </c:numRef>
          </c:val>
        </c:ser>
        <c:ser>
          <c:idx val="1"/>
          <c:order val="1"/>
          <c:tx>
            <c:v>500-update window</c:v>
          </c:tx>
          <c:spPr>
            <a:solidFill xmlns:a="http://schemas.openxmlformats.org/drawingml/2006/main">
              <a:srgbClr val="667784"/>
            </a:solidFill>
          </c:spPr>
          <c:invertIfNegative val="0"/>
          <c:cat>
            <c:strRef>
              <c:f>'Chart Data'!$C$2:$C$7</c:f>
              <c:strCache>
                <c:ptCount val="6"/>
                <c:pt idx="0">
                  <c:v>8k / 1</c:v>
                </c:pt>
                <c:pt idx="1">
                  <c:v>8k / 2</c:v>
                </c:pt>
                <c:pt idx="2">
                  <c:v>8k / 4</c:v>
                </c:pt>
                <c:pt idx="3">
                  <c:v>12k / 1</c:v>
                </c:pt>
                <c:pt idx="4">
                  <c:v>12k / 2</c:v>
                </c:pt>
                <c:pt idx="5">
                  <c:v>12k / 4</c:v>
                </c:pt>
              </c:strCache>
            </c:strRef>
          </c:cat>
          <c:val>
            <c:numRef>
              <c:f>'Chart Data'!$D$2:$D$7</c:f>
              <c:numCache>
                <c:formatCode>0%</c:formatCode>
                <c:ptCount val="6"/>
                <c:pt idx="0">
                  <c:v>0.93333333</c:v>
                </c:pt>
                <c:pt idx="1">
                  <c:v>0.7</c:v>
                </c:pt>
                <c:pt idx="2">
                  <c:v>0.13333333</c:v>
                </c:pt>
                <c:pt idx="3">
                  <c:v>1</c:v>
                </c:pt>
                <c:pt idx="4">
                  <c:v>1</c:v>
                </c:pt>
                <c:pt idx="5">
                  <c:v>0.43333333</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60"/>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800">
                    <a:solidFill>
                      <a:srgbClr val="172B3A"/>
                    </a:solidFill>
                    <a:latin typeface="Arial"/>
                    <a:ea typeface="Arial"/>
                    <a:cs typeface="Arial"/>
                  </a:rPr>
                  <a:t>Total budget / number of runs</a:t>
                </a:r>
              </a:p>
            </c:rich>
          </c:tx>
          <c:overlay val="0"/>
          <c:txPr>
            <a:bodyPr xmlns:a="http://schemas.openxmlformats.org/drawingml/2006/main" anchorCtr="1"/>
            <a:lstStyle xmlns:a="http://schemas.openxmlformats.org/drawingml/2006/main"/>
            <a:p xmlns:a="http://schemas.openxmlformats.org/drawingml/2006/main">
              <a:pPr>
                <a:defRPr sz="1800">
                  <a:solidFill>
                    <a:srgbClr val="172B3A"/>
                  </a:solidFill>
                  <a:latin typeface="Arial"/>
                  <a:ea typeface="Arial"/>
                  <a:cs typeface="Arial"/>
                </a:defRPr>
              </a:pPr>
            </a:p>
          </c:txPr>
        </c:title>
        <c:numFmt formatCode="0"/>
        <c:majorTickMark val="none"/>
        <c:minorTickMark val="none"/>
        <c:spPr>
          <a:ln xmlns:a="http://schemas.openxmlformats.org/drawingml/2006/main" w="9525">
            <a:solidFill>
              <a:srgbClr val="667784"/>
            </a:solidFill>
          </a:ln>
        </c:spPr>
        <c:txPr>
          <a:bodyPr xmlns:a="http://schemas.openxmlformats.org/drawingml/2006/main" anchorCtr="1"/>
          <a:lstStyle xmlns:a="http://schemas.openxmlformats.org/drawingml/2006/main"/>
          <a:p xmlns:a="http://schemas.openxmlformats.org/drawingml/2006/main">
            <a:pPr>
              <a:defRPr sz="1575">
                <a:solidFill>
                  <a:srgbClr val="172B3A"/>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DDE5EA"/>
              </a:solidFill>
              <a:prstDash val="solid"/>
            </a:ln>
          </c:spPr>
        </c:majorGridlines>
        <c:title>
          <c:tx>
            <c:rich>
              <a:bodyPr xmlns:a="http://schemas.openxmlformats.org/drawingml/2006/main"/>
              <a:lstStyle xmlns:a="http://schemas.openxmlformats.org/drawingml/2006/main"/>
              <a:p xmlns:a="http://schemas.openxmlformats.org/drawingml/2006/main">
                <a:r>
                  <a:rPr sz="1800">
                    <a:solidFill>
                      <a:srgbClr val="172B3A"/>
                    </a:solidFill>
                    <a:latin typeface="Arial"/>
                    <a:ea typeface="Arial"/>
                    <a:cs typeface="Arial"/>
                  </a:rPr>
                  <a:t>Observed success</a:t>
                </a:r>
              </a:p>
            </c:rich>
          </c:tx>
          <c:overlay val="0"/>
          <c:txPr>
            <a:bodyPr xmlns:a="http://schemas.openxmlformats.org/drawingml/2006/main" anchorCtr="1"/>
            <a:lstStyle xmlns:a="http://schemas.openxmlformats.org/drawingml/2006/main"/>
            <a:p xmlns:a="http://schemas.openxmlformats.org/drawingml/2006/main">
              <a:pPr>
                <a:defRPr sz="1800">
                  <a:solidFill>
                    <a:srgbClr val="172B3A"/>
                  </a:solidFill>
                  <a:latin typeface="Arial"/>
                  <a:ea typeface="Arial"/>
                  <a:cs typeface="Arial"/>
                </a:defRPr>
              </a:pPr>
            </a:p>
          </c:txPr>
        </c:title>
        <c:numFmt formatCode="0%"/>
        <c:majorTickMark val="none"/>
        <c:minorTickMark val="none"/>
        <c:spPr>
          <a:ln xmlns:a="http://schemas.openxmlformats.org/drawingml/2006/main" w="9525">
            <a:solidFill>
              <a:srgbClr val="667784"/>
            </a:solidFill>
          </a:ln>
        </c:spPr>
        <c:txPr>
          <a:bodyPr xmlns:a="http://schemas.openxmlformats.org/drawingml/2006/main" anchorCtr="1"/>
          <a:lstStyle xmlns:a="http://schemas.openxmlformats.org/drawingml/2006/main"/>
          <a:p xmlns:a="http://schemas.openxmlformats.org/drawingml/2006/main">
            <a:pPr>
              <a:defRPr sz="1725">
                <a:solidFill>
                  <a:srgbClr val="172B3A"/>
                </a:solidFill>
                <a:latin typeface="Arial"/>
                <a:ea typeface="Arial"/>
                <a:cs typeface="Arial"/>
              </a:defRPr>
            </a:pPr>
          </a:p>
        </c:txPr>
        <c:crossAx val="48650112"/>
        <c:crossBetween val="between"/>
        <c:majorUnit val="0.25"/>
      </c:valAx>
      <c:spPr>
        <a:solidFill xmlns:a="http://schemas.openxmlformats.org/drawingml/2006/main">
          <a:srgbClr val="FFFFFF"/>
        </a:solidFill>
        <a:ln xmlns:a="http://schemas.openxmlformats.org/drawingml/2006/main" w="0">
          <a:noFill/>
        </a:ln>
      </c:spPr>
    </c:plotArea>
    <c:legend>
      <c:legendPos val="t"/>
      <c:overlay val="0"/>
      <c:txPr>
        <a:bodyPr xmlns:a="http://schemas.openxmlformats.org/drawingml/2006/main" anchorCtr="1"/>
        <a:lstStyle xmlns:a="http://schemas.openxmlformats.org/drawingml/2006/main"/>
        <a:p xmlns:a="http://schemas.openxmlformats.org/drawingml/2006/main">
          <a:pPr>
            <a:defRPr sz="1725">
              <a:solidFill>
                <a:srgbClr val="172B3A"/>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928A3D89-9462-4F98-852C-80E927E0C06B}"/>
              </a:ext>
            </a:extLst>
          </p:cNvPr>
          <p:cNvSpPr>
            <a:spLocks xmlns:a="http://schemas.openxmlformats.org/drawingml/2006/main" noGrp="1"/>
          </p:cNvSpPr>
          <p:nvPr/>
        </p:nvSpPr>
        <p:spPr>
          <a:xfrm xmlns:a="http://schemas.openxmlformats.org/drawingml/2006/main">
            <a:off x="685800" y="428625"/>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050" b="1">
                <a:solidFill>
                  <a:srgbClr val="175F96"/>
                </a:solidFill>
                <a:latin typeface="Arial"/>
                <a:ea typeface="Arial"/>
                <a:cs typeface="Arial"/>
              </a:defRPr>
            </a:defPPr>
          </a:lstStyle>
          <a:p xmlns:a="http://schemas.openxmlformats.org/drawingml/2006/main">
            <a:pPr>
              <a:defRPr sz="4050" b="1">
                <a:solidFill>
                  <a:srgbClr val="175F96"/>
                </a:solidFill>
                <a:latin typeface="Arial"/>
                <a:ea typeface="Arial"/>
                <a:cs typeface="Arial"/>
              </a:defRPr>
            </a:pPr>
            <a:r>
              <a:rPr sz="4050" b="1">
                <a:solidFill>
                  <a:srgbClr val="175F96"/>
                </a:solidFill>
                <a:latin typeface="Arial"/>
                <a:ea typeface="Arial"/>
                <a:cs typeface="Arial"/>
              </a:rPr>
              <a:t>Grokking Under a Fixed Budget</a:t>
            </a:r>
          </a:p>
        </p:txBody>
      </p:sp>
      <p:sp>
        <p:nvSpPr>
          <p:cNvPr id="2" name="text-1">
            <a:extLst xmlns:a="http://schemas.openxmlformats.org/drawingml/2006/main">
              <a:ext uri="{FF2B5EF4-FFF2-40B4-BE49-F238E27FC236}">
                <a16:creationId xmlns:a16="http://schemas.microsoft.com/office/drawing/2014/main" id="{3245C606-B19F-476D-862C-BB85E055FF29}"/>
              </a:ext>
            </a:extLst>
          </p:cNvPr>
          <p:cNvSpPr>
            <a:spLocks xmlns:a="http://schemas.openxmlformats.org/drawingml/2006/main" noGrp="1"/>
          </p:cNvSpPr>
          <p:nvPr/>
        </p:nvSpPr>
        <p:spPr>
          <a:xfrm xmlns:a="http://schemas.openxmlformats.org/drawingml/2006/main">
            <a:off x="9906000" y="6496050"/>
            <a:ext cx="1600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667784"/>
                </a:solidFill>
                <a:latin typeface="Arial"/>
                <a:ea typeface="Arial"/>
                <a:cs typeface="Arial"/>
              </a:defRPr>
            </a:defPPr>
          </a:lstStyle>
          <a:p xmlns:a="http://schemas.openxmlformats.org/drawingml/2006/main">
            <a:pPr algn="r">
              <a:defRPr sz="1350">
                <a:solidFill>
                  <a:srgbClr val="667784"/>
                </a:solidFill>
                <a:latin typeface="Arial"/>
                <a:ea typeface="Arial"/>
                <a:cs typeface="Arial"/>
              </a:defRPr>
            </a:pPr>
            <a:r>
              <a:rPr sz="1350">
                <a:solidFill>
                  <a:srgbClr val="667784"/>
                </a:solidFill>
                <a:latin typeface="Arial"/>
                <a:ea typeface="Arial"/>
                <a:cs typeface="Arial"/>
              </a:rPr>
              <a:t>01</a:t>
            </a:r>
          </a:p>
        </p:txBody>
      </p:sp>
      <p:sp>
        <p:nvSpPr>
          <p:cNvPr id="3" name="text-2">
            <a:extLst xmlns:a="http://schemas.openxmlformats.org/drawingml/2006/main">
              <a:ext uri="{FF2B5EF4-FFF2-40B4-BE49-F238E27FC236}">
                <a16:creationId xmlns:a16="http://schemas.microsoft.com/office/drawing/2014/main" id="{47662D13-0169-40DC-8E68-F0145D780F54}"/>
              </a:ext>
            </a:extLst>
          </p:cNvPr>
          <p:cNvSpPr>
            <a:spLocks xmlns:a="http://schemas.openxmlformats.org/drawingml/2006/main" noGrp="1"/>
          </p:cNvSpPr>
          <p:nvPr/>
        </p:nvSpPr>
        <p:spPr>
          <a:xfrm xmlns:a="http://schemas.openxmlformats.org/drawingml/2006/main">
            <a:off x="685800" y="185737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a:solidFill>
                  <a:srgbClr val="175F96"/>
                </a:solidFill>
                <a:latin typeface="Arial"/>
                <a:ea typeface="Arial"/>
                <a:cs typeface="Arial"/>
              </a:defRPr>
            </a:defPPr>
          </a:lstStyle>
          <a:p xmlns:a="http://schemas.openxmlformats.org/drawingml/2006/main">
            <a:pPr>
              <a:defRPr sz="3300">
                <a:solidFill>
                  <a:srgbClr val="175F96"/>
                </a:solidFill>
                <a:latin typeface="Arial"/>
                <a:ea typeface="Arial"/>
                <a:cs typeface="Arial"/>
              </a:defRPr>
            </a:pPr>
            <a:r>
              <a:rPr sz="3300">
                <a:solidFill>
                  <a:srgbClr val="175F96"/>
                </a:solidFill>
                <a:latin typeface="Arial"/>
                <a:ea typeface="Arial"/>
                <a:cs typeface="Arial"/>
              </a:rPr>
              <a:t>One Long Run or Several Restarts?</a:t>
            </a:r>
          </a:p>
        </p:txBody>
      </p:sp>
      <p:sp>
        <p:nvSpPr>
          <p:cNvPr id="4" name="text-3">
            <a:extLst xmlns:a="http://schemas.openxmlformats.org/drawingml/2006/main">
              <a:ext uri="{FF2B5EF4-FFF2-40B4-BE49-F238E27FC236}">
                <a16:creationId xmlns:a16="http://schemas.microsoft.com/office/drawing/2014/main" id="{2AC02872-67C9-4ED7-94E7-3910CAFE778E}"/>
              </a:ext>
            </a:extLst>
          </p:cNvPr>
          <p:cNvSpPr>
            <a:spLocks xmlns:a="http://schemas.openxmlformats.org/drawingml/2006/main" noGrp="1"/>
          </p:cNvSpPr>
          <p:nvPr/>
        </p:nvSpPr>
        <p:spPr>
          <a:xfrm xmlns:a="http://schemas.openxmlformats.org/drawingml/2006/main">
            <a:off x="685800" y="3238500"/>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a:solidFill>
                  <a:srgbClr val="667784"/>
                </a:solidFill>
                <a:latin typeface="Arial"/>
                <a:ea typeface="Arial"/>
                <a:cs typeface="Arial"/>
              </a:defRPr>
            </a:defPPr>
          </a:lstStyle>
          <a:p xmlns:a="http://schemas.openxmlformats.org/drawingml/2006/main">
            <a:pPr>
              <a:defRPr sz="2175">
                <a:solidFill>
                  <a:srgbClr val="667784"/>
                </a:solidFill>
                <a:latin typeface="Arial"/>
                <a:ea typeface="Arial"/>
                <a:cs typeface="Arial"/>
              </a:defRPr>
            </a:pPr>
            <a:r>
              <a:rPr sz="2175">
                <a:solidFill>
                  <a:srgbClr val="667784"/>
                </a:solidFill>
                <a:latin typeface="Arial"/>
                <a:ea typeface="Arial"/>
                <a:cs typeface="Arial"/>
              </a:rPr>
              <a:t>Probability and Statistics | BAMAT207</a:t>
            </a:r>
          </a:p>
          <a:p xmlns:a="http://schemas.openxmlformats.org/drawingml/2006/main">
            <a:pPr>
              <a:defRPr sz="2175">
                <a:solidFill>
                  <a:srgbClr val="667784"/>
                </a:solidFill>
                <a:latin typeface="Arial"/>
                <a:ea typeface="Arial"/>
                <a:cs typeface="Arial"/>
              </a:defRPr>
            </a:pPr>
            <a:r>
              <a:rPr sz="2175">
                <a:solidFill>
                  <a:srgbClr val="667784"/>
                </a:solidFill>
                <a:latin typeface="Arial"/>
                <a:ea typeface="Arial"/>
                <a:cs typeface="Arial"/>
              </a:rPr>
              <a:t>Three fixed dataset splits; two smaller budgets</a:t>
            </a:r>
          </a:p>
        </p:txBody>
      </p:sp>
      <p:sp>
        <p:nvSpPr>
          <p:cNvPr id="5" name="text-4">
            <a:extLst xmlns:a="http://schemas.openxmlformats.org/drawingml/2006/main">
              <a:ext uri="{FF2B5EF4-FFF2-40B4-BE49-F238E27FC236}">
                <a16:creationId xmlns:a16="http://schemas.microsoft.com/office/drawing/2014/main" id="{6AB9FD0C-C0F8-4EDF-9627-9C457D2178BB}"/>
              </a:ext>
            </a:extLst>
          </p:cNvPr>
          <p:cNvSpPr>
            <a:spLocks xmlns:a="http://schemas.openxmlformats.org/drawingml/2006/main" noGrp="1"/>
          </p:cNvSpPr>
          <p:nvPr/>
        </p:nvSpPr>
        <p:spPr>
          <a:xfrm xmlns:a="http://schemas.openxmlformats.org/drawingml/2006/main">
            <a:off x="685800" y="5048250"/>
            <a:ext cx="108204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172B3A"/>
                </a:solidFill>
                <a:latin typeface="Arial"/>
                <a:ea typeface="Arial"/>
                <a:cs typeface="Arial"/>
              </a:defRPr>
            </a:defPPr>
          </a:lstStyle>
          <a:p xmlns:a="http://schemas.openxmlformats.org/drawingml/2006/main">
            <a:pPr>
              <a:defRPr sz="2025">
                <a:solidFill>
                  <a:srgbClr val="172B3A"/>
                </a:solidFill>
                <a:latin typeface="Arial"/>
                <a:ea typeface="Arial"/>
                <a:cs typeface="Arial"/>
              </a:defRPr>
            </a:pPr>
            <a:r>
              <a:rPr sz="2025">
                <a:solidFill>
                  <a:srgbClr val="172B3A"/>
                </a:solidFill>
                <a:latin typeface="Arial"/>
                <a:ea typeface="Arial"/>
                <a:cs typeface="Arial"/>
              </a:rPr>
              <a:t>Name: [Your name]</a:t>
            </a:r>
          </a:p>
          <a:p xmlns:a="http://schemas.openxmlformats.org/drawingml/2006/main">
            <a:pPr>
              <a:defRPr sz="2025">
                <a:solidFill>
                  <a:srgbClr val="172B3A"/>
                </a:solidFill>
                <a:latin typeface="Arial"/>
                <a:ea typeface="Arial"/>
                <a:cs typeface="Arial"/>
              </a:defRPr>
            </a:pPr>
            <a:r>
              <a:rPr sz="2025">
                <a:solidFill>
                  <a:srgbClr val="172B3A"/>
                </a:solidFill>
                <a:latin typeface="Arial"/>
                <a:ea typeface="Arial"/>
                <a:cs typeface="Arial"/>
              </a:rPr>
              <a:t>Registration number: [Your registration number]</a:t>
            </a:r>
          </a:p>
        </p:txBody>
      </p:sp>
    </p:spTree>
    <p:extLst>
      <p:ext uri="{BB962C8B-B14F-4D97-AF65-F5344CB8AC3E}">
        <p14:creationId xmlns:p14="http://schemas.microsoft.com/office/powerpoint/2010/main" val="206958343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6BDCF205-AF91-4EFD-9D3F-A8313F483C46}"/>
              </a:ext>
            </a:extLst>
          </p:cNvPr>
          <p:cNvSpPr>
            <a:spLocks xmlns:a="http://schemas.openxmlformats.org/drawingml/2006/main" noGrp="1"/>
          </p:cNvSpPr>
          <p:nvPr/>
        </p:nvSpPr>
        <p:spPr>
          <a:xfrm xmlns:a="http://schemas.openxmlformats.org/drawingml/2006/main">
            <a:off x="685800" y="428625"/>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72B3A"/>
                </a:solidFill>
                <a:latin typeface="Arial"/>
                <a:ea typeface="Arial"/>
                <a:cs typeface="Arial"/>
              </a:defRPr>
            </a:defPPr>
          </a:lstStyle>
          <a:p xmlns:a="http://schemas.openxmlformats.org/drawingml/2006/main">
            <a:pPr>
              <a:defRPr sz="3150" b="1">
                <a:solidFill>
                  <a:srgbClr val="172B3A"/>
                </a:solidFill>
                <a:latin typeface="Arial"/>
                <a:ea typeface="Arial"/>
                <a:cs typeface="Arial"/>
              </a:defRPr>
            </a:pPr>
            <a:r>
              <a:rPr sz="3150" b="1">
                <a:solidFill>
                  <a:srgbClr val="172B3A"/>
                </a:solidFill>
                <a:latin typeface="Arial"/>
                <a:ea typeface="Arial"/>
                <a:cs typeface="Arial"/>
              </a:rPr>
              <a:t>What is grokking?</a:t>
            </a:r>
          </a:p>
        </p:txBody>
      </p:sp>
      <p:sp>
        <p:nvSpPr>
          <p:cNvPr id="2" name="text-1">
            <a:extLst xmlns:a="http://schemas.openxmlformats.org/drawingml/2006/main">
              <a:ext uri="{FF2B5EF4-FFF2-40B4-BE49-F238E27FC236}">
                <a16:creationId xmlns:a16="http://schemas.microsoft.com/office/drawing/2014/main" id="{8D363F50-B54B-4988-8E77-D18923D6E3B1}"/>
              </a:ext>
            </a:extLst>
          </p:cNvPr>
          <p:cNvSpPr>
            <a:spLocks xmlns:a="http://schemas.openxmlformats.org/drawingml/2006/main" noGrp="1"/>
          </p:cNvSpPr>
          <p:nvPr/>
        </p:nvSpPr>
        <p:spPr>
          <a:xfrm xmlns:a="http://schemas.openxmlformats.org/drawingml/2006/main">
            <a:off x="685800" y="6496050"/>
            <a:ext cx="8858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667784"/>
                </a:solidFill>
                <a:latin typeface="Arial"/>
                <a:ea typeface="Arial"/>
                <a:cs typeface="Arial"/>
              </a:defRPr>
            </a:defPPr>
          </a:lstStyle>
          <a:p xmlns:a="http://schemas.openxmlformats.org/drawingml/2006/main">
            <a:pPr>
              <a:defRPr sz="1350">
                <a:solidFill>
                  <a:srgbClr val="667784"/>
                </a:solidFill>
                <a:latin typeface="Arial"/>
                <a:ea typeface="Arial"/>
                <a:cs typeface="Arial"/>
              </a:defRPr>
            </a:pPr>
            <a:r>
              <a:rPr sz="1350">
                <a:solidFill>
                  <a:srgbClr val="667784"/>
                </a:solidFill>
                <a:latin typeface="Arial"/>
                <a:ea typeface="Arial"/>
                <a:cs typeface="Arial"/>
              </a:rPr>
              <a:t>Paper v2 | Grokking under a fixed budget</a:t>
            </a:r>
          </a:p>
        </p:txBody>
      </p:sp>
      <p:sp>
        <p:nvSpPr>
          <p:cNvPr id="3" name="text-2">
            <a:extLst xmlns:a="http://schemas.openxmlformats.org/drawingml/2006/main">
              <a:ext uri="{FF2B5EF4-FFF2-40B4-BE49-F238E27FC236}">
                <a16:creationId xmlns:a16="http://schemas.microsoft.com/office/drawing/2014/main" id="{E4E771D4-53ED-477D-ACA2-B5366E5ED264}"/>
              </a:ext>
            </a:extLst>
          </p:cNvPr>
          <p:cNvSpPr>
            <a:spLocks xmlns:a="http://schemas.openxmlformats.org/drawingml/2006/main" noGrp="1"/>
          </p:cNvSpPr>
          <p:nvPr/>
        </p:nvSpPr>
        <p:spPr>
          <a:xfrm xmlns:a="http://schemas.openxmlformats.org/drawingml/2006/main">
            <a:off x="9906000" y="6496050"/>
            <a:ext cx="1600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667784"/>
                </a:solidFill>
                <a:latin typeface="Arial"/>
                <a:ea typeface="Arial"/>
                <a:cs typeface="Arial"/>
              </a:defRPr>
            </a:defPPr>
          </a:lstStyle>
          <a:p xmlns:a="http://schemas.openxmlformats.org/drawingml/2006/main">
            <a:pPr algn="r">
              <a:defRPr sz="1350">
                <a:solidFill>
                  <a:srgbClr val="667784"/>
                </a:solidFill>
                <a:latin typeface="Arial"/>
                <a:ea typeface="Arial"/>
                <a:cs typeface="Arial"/>
              </a:defRPr>
            </a:pPr>
            <a:r>
              <a:rPr sz="1350">
                <a:solidFill>
                  <a:srgbClr val="667784"/>
                </a:solidFill>
                <a:latin typeface="Arial"/>
                <a:ea typeface="Arial"/>
                <a:cs typeface="Arial"/>
              </a:rPr>
              <a:t>02</a:t>
            </a:r>
          </a:p>
        </p:txBody>
      </p:sp>
      <p:sp>
        <p:nvSpPr>
          <p:cNvPr id="4" name="text-3">
            <a:extLst xmlns:a="http://schemas.openxmlformats.org/drawingml/2006/main">
              <a:ext uri="{FF2B5EF4-FFF2-40B4-BE49-F238E27FC236}">
                <a16:creationId xmlns:a16="http://schemas.microsoft.com/office/drawing/2014/main" id="{B99BEC47-AD9F-4FE9-89F4-B8E0C03F374C}"/>
              </a:ext>
            </a:extLst>
          </p:cNvPr>
          <p:cNvSpPr>
            <a:spLocks xmlns:a="http://schemas.openxmlformats.org/drawingml/2006/main" noGrp="1"/>
          </p:cNvSpPr>
          <p:nvPr/>
        </p:nvSpPr>
        <p:spPr>
          <a:xfrm xmlns:a="http://schemas.openxmlformats.org/drawingml/2006/main">
            <a:off x="685800" y="1504950"/>
            <a:ext cx="108204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a:solidFill>
                  <a:srgbClr val="175F96"/>
                </a:solidFill>
                <a:latin typeface="Arial"/>
                <a:ea typeface="Arial"/>
                <a:cs typeface="Arial"/>
              </a:defRPr>
            </a:defPPr>
          </a:lstStyle>
          <a:p xmlns:a="http://schemas.openxmlformats.org/drawingml/2006/main">
            <a:pPr>
              <a:defRPr sz="2550">
                <a:solidFill>
                  <a:srgbClr val="175F96"/>
                </a:solidFill>
                <a:latin typeface="Arial"/>
                <a:ea typeface="Arial"/>
                <a:cs typeface="Arial"/>
              </a:defRPr>
            </a:pPr>
            <a:r>
              <a:rPr sz="2550">
                <a:solidFill>
                  <a:srgbClr val="175F96"/>
                </a:solidFill>
                <a:latin typeface="Arial"/>
                <a:ea typeface="Arial"/>
                <a:cs typeface="Arial"/>
              </a:rPr>
              <a:t>The practice answers improve first. New-question accuracy improves later.</a:t>
            </a:r>
          </a:p>
        </p:txBody>
      </p:sp>
      <p:sp>
        <p:nvSpPr>
          <p:cNvPr id="5" name="text-4">
            <a:extLst xmlns:a="http://schemas.openxmlformats.org/drawingml/2006/main">
              <a:ext uri="{FF2B5EF4-FFF2-40B4-BE49-F238E27FC236}">
                <a16:creationId xmlns:a16="http://schemas.microsoft.com/office/drawing/2014/main" id="{212C448A-AE60-4D66-94E5-90B0FE34BCF3}"/>
              </a:ext>
            </a:extLst>
          </p:cNvPr>
          <p:cNvSpPr>
            <a:spLocks xmlns:a="http://schemas.openxmlformats.org/drawingml/2006/main" noGrp="1"/>
          </p:cNvSpPr>
          <p:nvPr/>
        </p:nvSpPr>
        <p:spPr>
          <a:xfrm xmlns:a="http://schemas.openxmlformats.org/drawingml/2006/main">
            <a:off x="685800" y="27241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a:solidFill>
                  <a:srgbClr val="172B3A"/>
                </a:solidFill>
                <a:latin typeface="Arial"/>
                <a:ea typeface="Arial"/>
                <a:cs typeface="Arial"/>
              </a:defRPr>
            </a:defPPr>
          </a:lstStyle>
          <a:p xmlns:a="http://schemas.openxmlformats.org/drawingml/2006/main">
            <a:pPr>
              <a:defRPr sz="2100">
                <a:solidFill>
                  <a:srgbClr val="172B3A"/>
                </a:solidFill>
                <a:latin typeface="Arial"/>
                <a:ea typeface="Arial"/>
                <a:cs typeface="Arial"/>
              </a:defRPr>
            </a:pPr>
            <a:r>
              <a:rPr sz="2100">
                <a:solidFill>
                  <a:srgbClr val="172B3A"/>
                </a:solidFill>
                <a:latin typeface="Arial"/>
                <a:ea typeface="Arial"/>
                <a:cs typeface="Arial"/>
              </a:rPr>
              <a:t>Memorization = doing well on familiar practice examples.</a:t>
            </a:r>
          </a:p>
        </p:txBody>
      </p:sp>
      <p:sp>
        <p:nvSpPr>
          <p:cNvPr id="6" name="text-5">
            <a:extLst xmlns:a="http://schemas.openxmlformats.org/drawingml/2006/main">
              <a:ext uri="{FF2B5EF4-FFF2-40B4-BE49-F238E27FC236}">
                <a16:creationId xmlns:a16="http://schemas.microsoft.com/office/drawing/2014/main" id="{C8D168D9-92F0-402E-9967-03FBECDC1220}"/>
              </a:ext>
            </a:extLst>
          </p:cNvPr>
          <p:cNvSpPr>
            <a:spLocks xmlns:a="http://schemas.openxmlformats.org/drawingml/2006/main" noGrp="1"/>
          </p:cNvSpPr>
          <p:nvPr/>
        </p:nvSpPr>
        <p:spPr>
          <a:xfrm xmlns:a="http://schemas.openxmlformats.org/drawingml/2006/main">
            <a:off x="685800" y="34480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a:solidFill>
                  <a:srgbClr val="172B3A"/>
                </a:solidFill>
                <a:latin typeface="Arial"/>
                <a:ea typeface="Arial"/>
                <a:cs typeface="Arial"/>
              </a:defRPr>
            </a:defPPr>
          </a:lstStyle>
          <a:p xmlns:a="http://schemas.openxmlformats.org/drawingml/2006/main">
            <a:pPr>
              <a:defRPr sz="2100">
                <a:solidFill>
                  <a:srgbClr val="172B3A"/>
                </a:solidFill>
                <a:latin typeface="Arial"/>
                <a:ea typeface="Arial"/>
                <a:cs typeface="Arial"/>
              </a:defRPr>
            </a:pPr>
            <a:r>
              <a:rPr sz="2100">
                <a:solidFill>
                  <a:srgbClr val="172B3A"/>
                </a:solidFill>
                <a:latin typeface="Arial"/>
                <a:ea typeface="Arial"/>
                <a:cs typeface="Arial"/>
              </a:rPr>
              <a:t>Generalization = doing well on questions held back from practice.</a:t>
            </a:r>
          </a:p>
        </p:txBody>
      </p:sp>
      <p:sp>
        <p:nvSpPr>
          <p:cNvPr id="7" name="text-6">
            <a:extLst xmlns:a="http://schemas.openxmlformats.org/drawingml/2006/main">
              <a:ext uri="{FF2B5EF4-FFF2-40B4-BE49-F238E27FC236}">
                <a16:creationId xmlns:a16="http://schemas.microsoft.com/office/drawing/2014/main" id="{3B7D2527-9C3B-4DCE-9B65-9C9BB635238E}"/>
              </a:ext>
            </a:extLst>
          </p:cNvPr>
          <p:cNvSpPr>
            <a:spLocks xmlns:a="http://schemas.openxmlformats.org/drawingml/2006/main" noGrp="1"/>
          </p:cNvSpPr>
          <p:nvPr/>
        </p:nvSpPr>
        <p:spPr>
          <a:xfrm xmlns:a="http://schemas.openxmlformats.org/drawingml/2006/main">
            <a:off x="685800" y="41719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a:solidFill>
                  <a:srgbClr val="172B3A"/>
                </a:solidFill>
                <a:latin typeface="Arial"/>
                <a:ea typeface="Arial"/>
                <a:cs typeface="Arial"/>
              </a:defRPr>
            </a:defPPr>
          </a:lstStyle>
          <a:p xmlns:a="http://schemas.openxmlformats.org/drawingml/2006/main">
            <a:pPr>
              <a:defRPr sz="2100">
                <a:solidFill>
                  <a:srgbClr val="172B3A"/>
                </a:solidFill>
                <a:latin typeface="Arial"/>
                <a:ea typeface="Arial"/>
                <a:cs typeface="Arial"/>
              </a:defRPr>
            </a:pPr>
            <a:r>
              <a:rPr sz="2100">
                <a:solidFill>
                  <a:srgbClr val="172B3A"/>
                </a:solidFill>
                <a:latin typeface="Arial"/>
                <a:ea typeface="Arial"/>
                <a:cs typeface="Arial"/>
              </a:rPr>
              <a:t>Grokking = a delayed improvement on those new questions.</a:t>
            </a:r>
          </a:p>
        </p:txBody>
      </p:sp>
      <p:sp>
        <p:nvSpPr>
          <p:cNvPr id="8" name="text-7">
            <a:extLst xmlns:a="http://schemas.openxmlformats.org/drawingml/2006/main">
              <a:ext uri="{FF2B5EF4-FFF2-40B4-BE49-F238E27FC236}">
                <a16:creationId xmlns:a16="http://schemas.microsoft.com/office/drawing/2014/main" id="{48A5613C-5369-4641-B620-1578B70E2108}"/>
              </a:ext>
            </a:extLst>
          </p:cNvPr>
          <p:cNvSpPr>
            <a:spLocks xmlns:a="http://schemas.openxmlformats.org/drawingml/2006/main" noGrp="1"/>
          </p:cNvSpPr>
          <p:nvPr/>
        </p:nvSpPr>
        <p:spPr>
          <a:xfrm xmlns:a="http://schemas.openxmlformats.org/drawingml/2006/main">
            <a:off x="685800" y="48958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a:solidFill>
                  <a:srgbClr val="172B3A"/>
                </a:solidFill>
                <a:latin typeface="Arial"/>
                <a:ea typeface="Arial"/>
                <a:cs typeface="Arial"/>
              </a:defRPr>
            </a:defPPr>
          </a:lstStyle>
          <a:p xmlns:a="http://schemas.openxmlformats.org/drawingml/2006/main">
            <a:pPr>
              <a:defRPr sz="2100">
                <a:solidFill>
                  <a:srgbClr val="172B3A"/>
                </a:solidFill>
                <a:latin typeface="Arial"/>
                <a:ea typeface="Arial"/>
                <a:cs typeface="Arial"/>
              </a:defRPr>
            </a:pPr>
            <a:r>
              <a:rPr sz="2100">
                <a:solidFill>
                  <a:srgbClr val="172B3A"/>
                </a:solidFill>
                <a:latin typeface="Arial"/>
                <a:ea typeface="Arial"/>
                <a:cs typeface="Arial"/>
              </a:rPr>
              <a:t>Example: (30 + 4) mod 31 = 3. “Mod” keeps the remainder.</a:t>
            </a:r>
          </a:p>
        </p:txBody>
      </p:sp>
      <p:sp>
        <p:nvSpPr>
          <p:cNvPr id="9" name="text-8">
            <a:extLst xmlns:a="http://schemas.openxmlformats.org/drawingml/2006/main">
              <a:ext uri="{FF2B5EF4-FFF2-40B4-BE49-F238E27FC236}">
                <a16:creationId xmlns:a16="http://schemas.microsoft.com/office/drawing/2014/main" id="{5A36C93F-B524-4DED-98E4-A324DD580783}"/>
              </a:ext>
            </a:extLst>
          </p:cNvPr>
          <p:cNvSpPr>
            <a:spLocks xmlns:a="http://schemas.openxmlformats.org/drawingml/2006/main" noGrp="1"/>
          </p:cNvSpPr>
          <p:nvPr/>
        </p:nvSpPr>
        <p:spPr>
          <a:xfrm xmlns:a="http://schemas.openxmlformats.org/drawingml/2006/main">
            <a:off x="685800" y="5943600"/>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a:solidFill>
                  <a:srgbClr val="667784"/>
                </a:solidFill>
                <a:latin typeface="Arial"/>
                <a:ea typeface="Arial"/>
                <a:cs typeface="Arial"/>
              </a:defRPr>
            </a:defPPr>
          </a:lstStyle>
          <a:p xmlns:a="http://schemas.openxmlformats.org/drawingml/2006/main">
            <a:pPr>
              <a:defRPr sz="1725">
                <a:solidFill>
                  <a:srgbClr val="667784"/>
                </a:solidFill>
                <a:latin typeface="Arial"/>
                <a:ea typeface="Arial"/>
                <a:cs typeface="Arial"/>
              </a:defRPr>
            </a:pPr>
            <a:r>
              <a:rPr sz="1725">
                <a:solidFill>
                  <a:srgbClr val="667784"/>
                </a:solidFill>
                <a:latin typeface="Arial"/>
                <a:ea typeface="Arial"/>
                <a:cs typeface="Arial"/>
              </a:rPr>
              <a:t>This is a measured learning pattern, not a claim of human-like understanding.</a:t>
            </a:r>
          </a:p>
        </p:txBody>
      </p:sp>
    </p:spTree>
    <p:extLst>
      <p:ext uri="{BB962C8B-B14F-4D97-AF65-F5344CB8AC3E}">
        <p14:creationId xmlns:p14="http://schemas.microsoft.com/office/powerpoint/2010/main" val="128919053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C2EC8DD7-02B6-48DE-9992-CFDE711B9BA8}"/>
              </a:ext>
            </a:extLst>
          </p:cNvPr>
          <p:cNvSpPr>
            <a:spLocks xmlns:a="http://schemas.openxmlformats.org/drawingml/2006/main" noGrp="1"/>
          </p:cNvSpPr>
          <p:nvPr/>
        </p:nvSpPr>
        <p:spPr>
          <a:xfrm xmlns:a="http://schemas.openxmlformats.org/drawingml/2006/main">
            <a:off x="685800" y="428625"/>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72B3A"/>
                </a:solidFill>
                <a:latin typeface="Arial"/>
                <a:ea typeface="Arial"/>
                <a:cs typeface="Arial"/>
              </a:defRPr>
            </a:defPPr>
          </a:lstStyle>
          <a:p xmlns:a="http://schemas.openxmlformats.org/drawingml/2006/main">
            <a:pPr>
              <a:defRPr sz="3150" b="1">
                <a:solidFill>
                  <a:srgbClr val="172B3A"/>
                </a:solidFill>
                <a:latin typeface="Arial"/>
                <a:ea typeface="Arial"/>
                <a:cs typeface="Arial"/>
              </a:defRPr>
            </a:pPr>
            <a:r>
              <a:rPr sz="3150" b="1">
                <a:solidFill>
                  <a:srgbClr val="172B3A"/>
                </a:solidFill>
                <a:latin typeface="Arial"/>
                <a:ea typeface="Arial"/>
                <a:cs typeface="Arial"/>
              </a:rPr>
              <a:t>Our question and why we extended the study</a:t>
            </a:r>
          </a:p>
        </p:txBody>
      </p:sp>
      <p:sp>
        <p:nvSpPr>
          <p:cNvPr id="2" name="text-1">
            <a:extLst xmlns:a="http://schemas.openxmlformats.org/drawingml/2006/main">
              <a:ext uri="{FF2B5EF4-FFF2-40B4-BE49-F238E27FC236}">
                <a16:creationId xmlns:a16="http://schemas.microsoft.com/office/drawing/2014/main" id="{5D1078F4-9D07-4299-9720-3BA171AF4339}"/>
              </a:ext>
            </a:extLst>
          </p:cNvPr>
          <p:cNvSpPr>
            <a:spLocks xmlns:a="http://schemas.openxmlformats.org/drawingml/2006/main" noGrp="1"/>
          </p:cNvSpPr>
          <p:nvPr/>
        </p:nvSpPr>
        <p:spPr>
          <a:xfrm xmlns:a="http://schemas.openxmlformats.org/drawingml/2006/main">
            <a:off x="685800" y="6496050"/>
            <a:ext cx="8858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667784"/>
                </a:solidFill>
                <a:latin typeface="Arial"/>
                <a:ea typeface="Arial"/>
                <a:cs typeface="Arial"/>
              </a:defRPr>
            </a:defPPr>
          </a:lstStyle>
          <a:p xmlns:a="http://schemas.openxmlformats.org/drawingml/2006/main">
            <a:pPr>
              <a:defRPr sz="1350">
                <a:solidFill>
                  <a:srgbClr val="667784"/>
                </a:solidFill>
                <a:latin typeface="Arial"/>
                <a:ea typeface="Arial"/>
                <a:cs typeface="Arial"/>
              </a:defRPr>
            </a:pPr>
            <a:r>
              <a:rPr sz="1350">
                <a:solidFill>
                  <a:srgbClr val="667784"/>
                </a:solidFill>
                <a:latin typeface="Arial"/>
                <a:ea typeface="Arial"/>
                <a:cs typeface="Arial"/>
              </a:rPr>
              <a:t>Paper v2 | Grokking under a fixed budget</a:t>
            </a:r>
          </a:p>
        </p:txBody>
      </p:sp>
      <p:sp>
        <p:nvSpPr>
          <p:cNvPr id="3" name="text-2">
            <a:extLst xmlns:a="http://schemas.openxmlformats.org/drawingml/2006/main">
              <a:ext uri="{FF2B5EF4-FFF2-40B4-BE49-F238E27FC236}">
                <a16:creationId xmlns:a16="http://schemas.microsoft.com/office/drawing/2014/main" id="{9ADC3DFE-B176-4B67-A9A7-F59C24DAE70F}"/>
              </a:ext>
            </a:extLst>
          </p:cNvPr>
          <p:cNvSpPr>
            <a:spLocks xmlns:a="http://schemas.openxmlformats.org/drawingml/2006/main" noGrp="1"/>
          </p:cNvSpPr>
          <p:nvPr/>
        </p:nvSpPr>
        <p:spPr>
          <a:xfrm xmlns:a="http://schemas.openxmlformats.org/drawingml/2006/main">
            <a:off x="9906000" y="6496050"/>
            <a:ext cx="1600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667784"/>
                </a:solidFill>
                <a:latin typeface="Arial"/>
                <a:ea typeface="Arial"/>
                <a:cs typeface="Arial"/>
              </a:defRPr>
            </a:defPPr>
          </a:lstStyle>
          <a:p xmlns:a="http://schemas.openxmlformats.org/drawingml/2006/main">
            <a:pPr algn="r">
              <a:defRPr sz="1350">
                <a:solidFill>
                  <a:srgbClr val="667784"/>
                </a:solidFill>
                <a:latin typeface="Arial"/>
                <a:ea typeface="Arial"/>
                <a:cs typeface="Arial"/>
              </a:defRPr>
            </a:pPr>
            <a:r>
              <a:rPr sz="1350">
                <a:solidFill>
                  <a:srgbClr val="667784"/>
                </a:solidFill>
                <a:latin typeface="Arial"/>
                <a:ea typeface="Arial"/>
                <a:cs typeface="Arial"/>
              </a:rPr>
              <a:t>03</a:t>
            </a:r>
          </a:p>
        </p:txBody>
      </p:sp>
      <p:sp>
        <p:nvSpPr>
          <p:cNvPr id="4" name="text-3">
            <a:extLst xmlns:a="http://schemas.openxmlformats.org/drawingml/2006/main">
              <a:ext uri="{FF2B5EF4-FFF2-40B4-BE49-F238E27FC236}">
                <a16:creationId xmlns:a16="http://schemas.microsoft.com/office/drawing/2014/main" id="{688D92DF-3C5A-4EBE-BF59-5AACEED35F64}"/>
              </a:ext>
            </a:extLst>
          </p:cNvPr>
          <p:cNvSpPr>
            <a:spLocks xmlns:a="http://schemas.openxmlformats.org/drawingml/2006/main" noGrp="1"/>
          </p:cNvSpPr>
          <p:nvPr/>
        </p:nvSpPr>
        <p:spPr>
          <a:xfrm xmlns:a="http://schemas.openxmlformats.org/drawingml/2006/main">
            <a:off x="685800" y="1485900"/>
            <a:ext cx="108204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a:solidFill>
                  <a:srgbClr val="175F96"/>
                </a:solidFill>
                <a:latin typeface="Arial"/>
                <a:ea typeface="Arial"/>
                <a:cs typeface="Arial"/>
              </a:defRPr>
            </a:defPPr>
          </a:lstStyle>
          <a:p xmlns:a="http://schemas.openxmlformats.org/drawingml/2006/main">
            <a:pPr>
              <a:defRPr sz="2550">
                <a:solidFill>
                  <a:srgbClr val="175F96"/>
                </a:solidFill>
                <a:latin typeface="Arial"/>
                <a:ea typeface="Arial"/>
                <a:cs typeface="Arial"/>
              </a:defRPr>
            </a:pPr>
            <a:r>
              <a:rPr sz="2550">
                <a:solidFill>
                  <a:srgbClr val="175F96"/>
                </a:solidFill>
                <a:latin typeface="Arial"/>
                <a:ea typeface="Arial"/>
                <a:cs typeface="Arial"/>
              </a:rPr>
              <a:t>With the same total learning steps, is one long run or several fresh starts more reliable?</a:t>
            </a:r>
          </a:p>
        </p:txBody>
      </p:sp>
      <p:sp>
        <p:nvSpPr>
          <p:cNvPr id="5" name="text-4">
            <a:extLst xmlns:a="http://schemas.openxmlformats.org/drawingml/2006/main">
              <a:ext uri="{FF2B5EF4-FFF2-40B4-BE49-F238E27FC236}">
                <a16:creationId xmlns:a16="http://schemas.microsoft.com/office/drawing/2014/main" id="{2219D577-EA21-4694-80F6-B3867983A8CA}"/>
              </a:ext>
            </a:extLst>
          </p:cNvPr>
          <p:cNvSpPr>
            <a:spLocks xmlns:a="http://schemas.openxmlformats.org/drawingml/2006/main" noGrp="1"/>
          </p:cNvSpPr>
          <p:nvPr/>
        </p:nvSpPr>
        <p:spPr>
          <a:xfrm xmlns:a="http://schemas.openxmlformats.org/drawingml/2006/main">
            <a:off x="685800" y="278130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172B3A"/>
                </a:solidFill>
                <a:latin typeface="Arial"/>
                <a:ea typeface="Arial"/>
                <a:cs typeface="Arial"/>
              </a:defRPr>
            </a:defPPr>
          </a:lstStyle>
          <a:p xmlns:a="http://schemas.openxmlformats.org/drawingml/2006/main">
            <a:pPr>
              <a:defRPr sz="2025">
                <a:solidFill>
                  <a:srgbClr val="172B3A"/>
                </a:solidFill>
                <a:latin typeface="Arial"/>
                <a:ea typeface="Arial"/>
                <a:cs typeface="Arial"/>
              </a:defRPr>
            </a:pPr>
            <a:r>
              <a:rPr sz="2025">
                <a:solidFill>
                  <a:srgbClr val="172B3A"/>
                </a:solidFill>
                <a:latin typeface="Arial"/>
                <a:ea typeface="Arial"/>
                <a:cs typeface="Arial"/>
              </a:rPr>
              <a:t>One update = one learning step. A restart begins with new starting weights.</a:t>
            </a:r>
          </a:p>
        </p:txBody>
      </p:sp>
      <p:sp>
        <p:nvSpPr>
          <p:cNvPr id="6" name="text-5">
            <a:extLst xmlns:a="http://schemas.openxmlformats.org/drawingml/2006/main">
              <a:ext uri="{FF2B5EF4-FFF2-40B4-BE49-F238E27FC236}">
                <a16:creationId xmlns:a16="http://schemas.microsoft.com/office/drawing/2014/main" id="{A7E366DB-AC3A-478E-AA0E-9124A40C2F81}"/>
              </a:ext>
            </a:extLst>
          </p:cNvPr>
          <p:cNvSpPr>
            <a:spLocks xmlns:a="http://schemas.openxmlformats.org/drawingml/2006/main" noGrp="1"/>
          </p:cNvSpPr>
          <p:nvPr/>
        </p:nvSpPr>
        <p:spPr>
          <a:xfrm xmlns:a="http://schemas.openxmlformats.org/drawingml/2006/main">
            <a:off x="685800" y="350520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172B3A"/>
                </a:solidFill>
                <a:latin typeface="Arial"/>
                <a:ea typeface="Arial"/>
                <a:cs typeface="Arial"/>
              </a:defRPr>
            </a:defPPr>
          </a:lstStyle>
          <a:p xmlns:a="http://schemas.openxmlformats.org/drawingml/2006/main">
            <a:pPr>
              <a:defRPr sz="2025">
                <a:solidFill>
                  <a:srgbClr val="172B3A"/>
                </a:solidFill>
                <a:latin typeface="Arial"/>
                <a:ea typeface="Arial"/>
                <a:cs typeface="Arial"/>
              </a:defRPr>
            </a:pPr>
            <a:r>
              <a:rPr sz="2025">
                <a:solidFill>
                  <a:srgbClr val="172B3A"/>
                </a:solidFill>
                <a:latin typeface="Arial"/>
                <a:ea typeface="Arial"/>
                <a:cs typeface="Arial"/>
              </a:rPr>
              <a:t>The original 30,000-update comparison gave 10/10 for every policy.</a:t>
            </a:r>
          </a:p>
        </p:txBody>
      </p:sp>
      <p:sp>
        <p:nvSpPr>
          <p:cNvPr id="7" name="text-6">
            <a:extLst xmlns:a="http://schemas.openxmlformats.org/drawingml/2006/main">
              <a:ext uri="{FF2B5EF4-FFF2-40B4-BE49-F238E27FC236}">
                <a16:creationId xmlns:a16="http://schemas.microsoft.com/office/drawing/2014/main" id="{BA527BEB-40E7-4AA9-88A3-961D775F954F}"/>
              </a:ext>
            </a:extLst>
          </p:cNvPr>
          <p:cNvSpPr>
            <a:spLocks xmlns:a="http://schemas.openxmlformats.org/drawingml/2006/main" noGrp="1"/>
          </p:cNvSpPr>
          <p:nvPr/>
        </p:nvSpPr>
        <p:spPr>
          <a:xfrm xmlns:a="http://schemas.openxmlformats.org/drawingml/2006/main">
            <a:off x="685800" y="422910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172B3A"/>
                </a:solidFill>
                <a:latin typeface="Arial"/>
                <a:ea typeface="Arial"/>
                <a:cs typeface="Arial"/>
              </a:defRPr>
            </a:defPPr>
          </a:lstStyle>
          <a:p xmlns:a="http://schemas.openxmlformats.org/drawingml/2006/main">
            <a:pPr>
              <a:defRPr sz="2025">
                <a:solidFill>
                  <a:srgbClr val="172B3A"/>
                </a:solidFill>
                <a:latin typeface="Arial"/>
                <a:ea typeface="Arial"/>
                <a:cs typeface="Arial"/>
              </a:defRPr>
            </a:pPr>
            <a:r>
              <a:rPr sz="2025">
                <a:solidFill>
                  <a:srgbClr val="172B3A"/>
                </a:solidFill>
                <a:latin typeface="Arial"/>
                <a:ea typeface="Arial"/>
                <a:cs typeface="Arial"/>
              </a:rPr>
              <a:t>Now test 8,000 and 12,000 total updates, chosen before fresh validation.</a:t>
            </a:r>
          </a:p>
        </p:txBody>
      </p:sp>
      <p:sp>
        <p:nvSpPr>
          <p:cNvPr id="8" name="text-7">
            <a:extLst xmlns:a="http://schemas.openxmlformats.org/drawingml/2006/main">
              <a:ext uri="{FF2B5EF4-FFF2-40B4-BE49-F238E27FC236}">
                <a16:creationId xmlns:a16="http://schemas.microsoft.com/office/drawing/2014/main" id="{0DE91988-6573-49F5-B5A5-7CA23D818251}"/>
              </a:ext>
            </a:extLst>
          </p:cNvPr>
          <p:cNvSpPr>
            <a:spLocks xmlns:a="http://schemas.openxmlformats.org/drawingml/2006/main" noGrp="1"/>
          </p:cNvSpPr>
          <p:nvPr/>
        </p:nvSpPr>
        <p:spPr>
          <a:xfrm xmlns:a="http://schemas.openxmlformats.org/drawingml/2006/main">
            <a:off x="685800" y="495300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172B3A"/>
                </a:solidFill>
                <a:latin typeface="Arial"/>
                <a:ea typeface="Arial"/>
                <a:cs typeface="Arial"/>
              </a:defRPr>
            </a:defPPr>
          </a:lstStyle>
          <a:p xmlns:a="http://schemas.openxmlformats.org/drawingml/2006/main">
            <a:pPr>
              <a:defRPr sz="2025">
                <a:solidFill>
                  <a:srgbClr val="172B3A"/>
                </a:solidFill>
                <a:latin typeface="Arial"/>
                <a:ea typeface="Arial"/>
                <a:cs typeface="Arial"/>
              </a:defRPr>
            </a:pPr>
            <a:r>
              <a:rPr sz="2025">
                <a:solidFill>
                  <a:srgbClr val="172B3A"/>
                </a:solidFill>
                <a:latin typeface="Arial"/>
                <a:ea typeface="Arial"/>
                <a:cs typeface="Arial"/>
              </a:rPr>
              <a:t>Estimate probabilities, then check them with separate new runs.</a:t>
            </a:r>
          </a:p>
        </p:txBody>
      </p:sp>
    </p:spTree>
    <p:extLst>
      <p:ext uri="{BB962C8B-B14F-4D97-AF65-F5344CB8AC3E}">
        <p14:creationId xmlns:p14="http://schemas.microsoft.com/office/powerpoint/2010/main" val="36253088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0A2E0E31-69B8-4E71-9C41-C9EBF7B6475D}"/>
              </a:ext>
            </a:extLst>
          </p:cNvPr>
          <p:cNvSpPr>
            <a:spLocks xmlns:a="http://schemas.openxmlformats.org/drawingml/2006/main" noGrp="1"/>
          </p:cNvSpPr>
          <p:nvPr/>
        </p:nvSpPr>
        <p:spPr>
          <a:xfrm xmlns:a="http://schemas.openxmlformats.org/drawingml/2006/main">
            <a:off x="685800" y="428625"/>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72B3A"/>
                </a:solidFill>
                <a:latin typeface="Arial"/>
                <a:ea typeface="Arial"/>
                <a:cs typeface="Arial"/>
              </a:defRPr>
            </a:defPPr>
          </a:lstStyle>
          <a:p xmlns:a="http://schemas.openxmlformats.org/drawingml/2006/main">
            <a:pPr>
              <a:defRPr sz="3150" b="1">
                <a:solidFill>
                  <a:srgbClr val="172B3A"/>
                </a:solidFill>
                <a:latin typeface="Arial"/>
                <a:ea typeface="Arial"/>
                <a:cs typeface="Arial"/>
              </a:defRPr>
            </a:pPr>
            <a:r>
              <a:rPr sz="3150" b="1">
                <a:solidFill>
                  <a:srgbClr val="172B3A"/>
                </a:solidFill>
                <a:latin typeface="Arial"/>
                <a:ea typeface="Arial"/>
                <a:cs typeface="Arial"/>
              </a:rPr>
              <a:t>The experiment in plain language</a:t>
            </a:r>
          </a:p>
        </p:txBody>
      </p:sp>
      <p:sp>
        <p:nvSpPr>
          <p:cNvPr id="2" name="text-1">
            <a:extLst xmlns:a="http://schemas.openxmlformats.org/drawingml/2006/main">
              <a:ext uri="{FF2B5EF4-FFF2-40B4-BE49-F238E27FC236}">
                <a16:creationId xmlns:a16="http://schemas.microsoft.com/office/drawing/2014/main" id="{4F80D679-3873-4908-9BBC-F71248FCBA2E}"/>
              </a:ext>
            </a:extLst>
          </p:cNvPr>
          <p:cNvSpPr>
            <a:spLocks xmlns:a="http://schemas.openxmlformats.org/drawingml/2006/main" noGrp="1"/>
          </p:cNvSpPr>
          <p:nvPr/>
        </p:nvSpPr>
        <p:spPr>
          <a:xfrm xmlns:a="http://schemas.openxmlformats.org/drawingml/2006/main">
            <a:off x="685800" y="6496050"/>
            <a:ext cx="8858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667784"/>
                </a:solidFill>
                <a:latin typeface="Arial"/>
                <a:ea typeface="Arial"/>
                <a:cs typeface="Arial"/>
              </a:defRPr>
            </a:defPPr>
          </a:lstStyle>
          <a:p xmlns:a="http://schemas.openxmlformats.org/drawingml/2006/main">
            <a:pPr>
              <a:defRPr sz="1350">
                <a:solidFill>
                  <a:srgbClr val="667784"/>
                </a:solidFill>
                <a:latin typeface="Arial"/>
                <a:ea typeface="Arial"/>
                <a:cs typeface="Arial"/>
              </a:defRPr>
            </a:pPr>
            <a:r>
              <a:rPr sz="1350">
                <a:solidFill>
                  <a:srgbClr val="667784"/>
                </a:solidFill>
                <a:latin typeface="Arial"/>
                <a:ea typeface="Arial"/>
                <a:cs typeface="Arial"/>
              </a:rPr>
              <a:t>Paper v2 | Grokking under a fixed budget</a:t>
            </a:r>
          </a:p>
        </p:txBody>
      </p:sp>
      <p:sp>
        <p:nvSpPr>
          <p:cNvPr id="3" name="text-2">
            <a:extLst xmlns:a="http://schemas.openxmlformats.org/drawingml/2006/main">
              <a:ext uri="{FF2B5EF4-FFF2-40B4-BE49-F238E27FC236}">
                <a16:creationId xmlns:a16="http://schemas.microsoft.com/office/drawing/2014/main" id="{C792BA24-B740-4D21-AA3C-3DCDFC3666B7}"/>
              </a:ext>
            </a:extLst>
          </p:cNvPr>
          <p:cNvSpPr>
            <a:spLocks xmlns:a="http://schemas.openxmlformats.org/drawingml/2006/main" noGrp="1"/>
          </p:cNvSpPr>
          <p:nvPr/>
        </p:nvSpPr>
        <p:spPr>
          <a:xfrm xmlns:a="http://schemas.openxmlformats.org/drawingml/2006/main">
            <a:off x="9906000" y="6496050"/>
            <a:ext cx="1600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667784"/>
                </a:solidFill>
                <a:latin typeface="Arial"/>
                <a:ea typeface="Arial"/>
                <a:cs typeface="Arial"/>
              </a:defRPr>
            </a:defPPr>
          </a:lstStyle>
          <a:p xmlns:a="http://schemas.openxmlformats.org/drawingml/2006/main">
            <a:pPr algn="r">
              <a:defRPr sz="1350">
                <a:solidFill>
                  <a:srgbClr val="667784"/>
                </a:solidFill>
                <a:latin typeface="Arial"/>
                <a:ea typeface="Arial"/>
                <a:cs typeface="Arial"/>
              </a:defRPr>
            </a:pPr>
            <a:r>
              <a:rPr sz="1350">
                <a:solidFill>
                  <a:srgbClr val="667784"/>
                </a:solidFill>
                <a:latin typeface="Arial"/>
                <a:ea typeface="Arial"/>
                <a:cs typeface="Arial"/>
              </a:rPr>
              <a:t>04</a:t>
            </a:r>
          </a:p>
        </p:txBody>
      </p:sp>
      <p:sp>
        <p:nvSpPr>
          <p:cNvPr id="4" name="text-3">
            <a:extLst xmlns:a="http://schemas.openxmlformats.org/drawingml/2006/main">
              <a:ext uri="{FF2B5EF4-FFF2-40B4-BE49-F238E27FC236}">
                <a16:creationId xmlns:a16="http://schemas.microsoft.com/office/drawing/2014/main" id="{E292D13F-53A1-47BC-A378-F66CF475E8FA}"/>
              </a:ext>
            </a:extLst>
          </p:cNvPr>
          <p:cNvSpPr>
            <a:spLocks xmlns:a="http://schemas.openxmlformats.org/drawingml/2006/main" noGrp="1"/>
          </p:cNvSpPr>
          <p:nvPr/>
        </p:nvSpPr>
        <p:spPr>
          <a:xfrm xmlns:a="http://schemas.openxmlformats.org/drawingml/2006/main">
            <a:off x="685800" y="158115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a:solidFill>
                  <a:srgbClr val="172B3A"/>
                </a:solidFill>
                <a:latin typeface="Arial"/>
                <a:ea typeface="Arial"/>
                <a:cs typeface="Arial"/>
              </a:defRPr>
            </a:defPPr>
          </a:lstStyle>
          <a:p xmlns:a="http://schemas.openxmlformats.org/drawingml/2006/main">
            <a:pPr>
              <a:defRPr sz="1950">
                <a:solidFill>
                  <a:srgbClr val="172B3A"/>
                </a:solidFill>
                <a:latin typeface="Arial"/>
                <a:ea typeface="Arial"/>
                <a:cs typeface="Arial"/>
              </a:defRPr>
            </a:pPr>
            <a:r>
              <a:rPr sz="1950">
                <a:solidFill>
                  <a:srgbClr val="172B3A"/>
                </a:solidFill>
                <a:latin typeface="Arial"/>
                <a:ea typeface="Arial"/>
                <a:cs typeface="Arial"/>
              </a:rPr>
              <a:t>Task: 961 number pairs; 576 practice + 385 new questions.</a:t>
            </a:r>
          </a:p>
        </p:txBody>
      </p:sp>
      <p:sp>
        <p:nvSpPr>
          <p:cNvPr id="5" name="text-4">
            <a:extLst xmlns:a="http://schemas.openxmlformats.org/drawingml/2006/main">
              <a:ext uri="{FF2B5EF4-FFF2-40B4-BE49-F238E27FC236}">
                <a16:creationId xmlns:a16="http://schemas.microsoft.com/office/drawing/2014/main" id="{043F2E8D-8AC8-48E1-B6EE-520ACE2D4AB7}"/>
              </a:ext>
            </a:extLst>
          </p:cNvPr>
          <p:cNvSpPr>
            <a:spLocks xmlns:a="http://schemas.openxmlformats.org/drawingml/2006/main" noGrp="1"/>
          </p:cNvSpPr>
          <p:nvPr/>
        </p:nvSpPr>
        <p:spPr>
          <a:xfrm xmlns:a="http://schemas.openxmlformats.org/drawingml/2006/main">
            <a:off x="685800" y="23241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a:solidFill>
                  <a:srgbClr val="172B3A"/>
                </a:solidFill>
                <a:latin typeface="Arial"/>
                <a:ea typeface="Arial"/>
                <a:cs typeface="Arial"/>
              </a:defRPr>
            </a:defPPr>
          </a:lstStyle>
          <a:p xmlns:a="http://schemas.openxmlformats.org/drawingml/2006/main">
            <a:pPr>
              <a:defRPr sz="1950">
                <a:solidFill>
                  <a:srgbClr val="172B3A"/>
                </a:solidFill>
                <a:latin typeface="Arial"/>
                <a:ea typeface="Arial"/>
                <a:cs typeface="Arial"/>
              </a:defRPr>
            </a:pPr>
            <a:r>
              <a:rPr sz="1950">
                <a:solidFill>
                  <a:srgbClr val="172B3A"/>
                </a:solidFill>
                <a:latin typeface="Arial"/>
                <a:ea typeface="Arial"/>
                <a:cs typeface="Arial"/>
              </a:rPr>
              <a:t>A split chooses the practice questions. We fix three different splits.</a:t>
            </a:r>
          </a:p>
        </p:txBody>
      </p:sp>
      <p:sp>
        <p:nvSpPr>
          <p:cNvPr id="6" name="text-5">
            <a:extLst xmlns:a="http://schemas.openxmlformats.org/drawingml/2006/main">
              <a:ext uri="{FF2B5EF4-FFF2-40B4-BE49-F238E27FC236}">
                <a16:creationId xmlns:a16="http://schemas.microsoft.com/office/drawing/2014/main" id="{23BA146C-3F26-4F29-8186-62F4F041B8FB}"/>
              </a:ext>
            </a:extLst>
          </p:cNvPr>
          <p:cNvSpPr>
            <a:spLocks xmlns:a="http://schemas.openxmlformats.org/drawingml/2006/main" noGrp="1"/>
          </p:cNvSpPr>
          <p:nvPr/>
        </p:nvSpPr>
        <p:spPr>
          <a:xfrm xmlns:a="http://schemas.openxmlformats.org/drawingml/2006/main">
            <a:off x="685800" y="306705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a:solidFill>
                  <a:srgbClr val="172B3A"/>
                </a:solidFill>
                <a:latin typeface="Arial"/>
                <a:ea typeface="Arial"/>
                <a:cs typeface="Arial"/>
              </a:defRPr>
            </a:defPPr>
          </a:lstStyle>
          <a:p xmlns:a="http://schemas.openxmlformats.org/drawingml/2006/main">
            <a:pPr>
              <a:defRPr sz="1950">
                <a:solidFill>
                  <a:srgbClr val="172B3A"/>
                </a:solidFill>
                <a:latin typeface="Arial"/>
                <a:ea typeface="Arial"/>
                <a:cs typeface="Arial"/>
              </a:defRPr>
            </a:pPr>
            <a:r>
              <a:rPr sz="1950">
                <a:solidFill>
                  <a:srgbClr val="172B3A"/>
                </a:solidFill>
                <a:latin typeface="Arial"/>
                <a:ea typeface="Arial"/>
                <a:cs typeface="Arial"/>
              </a:rPr>
              <a:t>A seed chooses repeatable starting weights; weight decay gently shrinks them.</a:t>
            </a:r>
          </a:p>
        </p:txBody>
      </p:sp>
      <p:sp>
        <p:nvSpPr>
          <p:cNvPr id="7" name="text-6">
            <a:extLst xmlns:a="http://schemas.openxmlformats.org/drawingml/2006/main">
              <a:ext uri="{FF2B5EF4-FFF2-40B4-BE49-F238E27FC236}">
                <a16:creationId xmlns:a16="http://schemas.microsoft.com/office/drawing/2014/main" id="{B9E8BFA7-A21F-4EA3-B0CF-8652F0354256}"/>
              </a:ext>
            </a:extLst>
          </p:cNvPr>
          <p:cNvSpPr>
            <a:spLocks xmlns:a="http://schemas.openxmlformats.org/drawingml/2006/main" noGrp="1"/>
          </p:cNvSpPr>
          <p:nvPr/>
        </p:nvSpPr>
        <p:spPr>
          <a:xfrm xmlns:a="http://schemas.openxmlformats.org/drawingml/2006/main">
            <a:off x="685800" y="38100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a:solidFill>
                  <a:srgbClr val="172B3A"/>
                </a:solidFill>
                <a:latin typeface="Arial"/>
                <a:ea typeface="Arial"/>
                <a:cs typeface="Arial"/>
              </a:defRPr>
            </a:defPPr>
          </a:lstStyle>
          <a:p xmlns:a="http://schemas.openxmlformats.org/drawingml/2006/main">
            <a:pPr>
              <a:defRPr sz="1950">
                <a:solidFill>
                  <a:srgbClr val="172B3A"/>
                </a:solidFill>
                <a:latin typeface="Arial"/>
                <a:ea typeface="Arial"/>
                <a:cs typeface="Arial"/>
              </a:defRPr>
            </a:pPr>
            <a:r>
              <a:rPr sz="1950">
                <a:solidFill>
                  <a:srgbClr val="172B3A"/>
                </a:solidFill>
                <a:latin typeface="Arial"/>
                <a:ea typeface="Arial"/>
                <a:cs typeface="Arial"/>
              </a:rPr>
              <a:t>90 calibration runs estimate probabilities: 30 per split, including 20 reused.</a:t>
            </a:r>
          </a:p>
        </p:txBody>
      </p:sp>
      <p:sp>
        <p:nvSpPr>
          <p:cNvPr id="8" name="text-7">
            <a:extLst xmlns:a="http://schemas.openxmlformats.org/drawingml/2006/main">
              <a:ext uri="{FF2B5EF4-FFF2-40B4-BE49-F238E27FC236}">
                <a16:creationId xmlns:a16="http://schemas.microsoft.com/office/drawing/2014/main" id="{9822ED14-9413-4030-837B-46C0DBDFE3BB}"/>
              </a:ext>
            </a:extLst>
          </p:cNvPr>
          <p:cNvSpPr>
            <a:spLocks xmlns:a="http://schemas.openxmlformats.org/drawingml/2006/main" noGrp="1"/>
          </p:cNvSpPr>
          <p:nvPr/>
        </p:nvSpPr>
        <p:spPr>
          <a:xfrm xmlns:a="http://schemas.openxmlformats.org/drawingml/2006/main">
            <a:off x="685800" y="455295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a:solidFill>
                  <a:srgbClr val="172B3A"/>
                </a:solidFill>
                <a:latin typeface="Arial"/>
                <a:ea typeface="Arial"/>
                <a:cs typeface="Arial"/>
              </a:defRPr>
            </a:defPPr>
          </a:lstStyle>
          <a:p xmlns:a="http://schemas.openxmlformats.org/drawingml/2006/main">
            <a:pPr>
              <a:defRPr sz="1950">
                <a:solidFill>
                  <a:srgbClr val="172B3A"/>
                </a:solidFill>
                <a:latin typeface="Arial"/>
                <a:ea typeface="Arial"/>
                <a:cs typeface="Arial"/>
              </a:defRPr>
            </a:pPr>
            <a:r>
              <a:rPr sz="1950">
                <a:solidFill>
                  <a:srgbClr val="172B3A"/>
                </a:solidFill>
                <a:latin typeface="Arial"/>
                <a:ea typeface="Arial"/>
                <a:cs typeface="Arial"/>
              </a:rPr>
              <a:t>540 fresh budget attempts test the policies, with 30 per condition.</a:t>
            </a:r>
          </a:p>
        </p:txBody>
      </p:sp>
      <p:sp>
        <p:nvSpPr>
          <p:cNvPr id="9" name="text-8">
            <a:extLst xmlns:a="http://schemas.openxmlformats.org/drawingml/2006/main">
              <a:ext uri="{FF2B5EF4-FFF2-40B4-BE49-F238E27FC236}">
                <a16:creationId xmlns:a16="http://schemas.microsoft.com/office/drawing/2014/main" id="{7D994019-3DDE-42A3-B324-6F8A9146EDA5}"/>
              </a:ext>
            </a:extLst>
          </p:cNvPr>
          <p:cNvSpPr>
            <a:spLocks xmlns:a="http://schemas.openxmlformats.org/drawingml/2006/main" noGrp="1"/>
          </p:cNvSpPr>
          <p:nvPr/>
        </p:nvSpPr>
        <p:spPr>
          <a:xfrm xmlns:a="http://schemas.openxmlformats.org/drawingml/2006/main">
            <a:off x="685800" y="52959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a:solidFill>
                  <a:srgbClr val="172B3A"/>
                </a:solidFill>
                <a:latin typeface="Arial"/>
                <a:ea typeface="Arial"/>
                <a:cs typeface="Arial"/>
              </a:defRPr>
            </a:defPPr>
          </a:lstStyle>
          <a:p xmlns:a="http://schemas.openxmlformats.org/drawingml/2006/main">
            <a:pPr>
              <a:defRPr sz="1950">
                <a:solidFill>
                  <a:srgbClr val="172B3A"/>
                </a:solidFill>
                <a:latin typeface="Arial"/>
                <a:ea typeface="Arial"/>
                <a:cs typeface="Arial"/>
              </a:defRPr>
            </a:pPr>
            <a:r>
              <a:rPr sz="1950">
                <a:solidFill>
                  <a:srgbClr val="172B3A"/>
                </a:solidFill>
                <a:latin typeface="Arial"/>
                <a:ea typeface="Arial"/>
                <a:cs typeface="Arial"/>
              </a:rPr>
              <a:t>Same small model and CPU settings. Python trains; R analyses.</a:t>
            </a:r>
          </a:p>
        </p:txBody>
      </p:sp>
    </p:spTree>
    <p:extLst>
      <p:ext uri="{BB962C8B-B14F-4D97-AF65-F5344CB8AC3E}">
        <p14:creationId xmlns:p14="http://schemas.microsoft.com/office/powerpoint/2010/main" val="209560225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6ECC570A-684D-441E-924D-FB19FA5A183C}"/>
              </a:ext>
            </a:extLst>
          </p:cNvPr>
          <p:cNvSpPr>
            <a:spLocks xmlns:a="http://schemas.openxmlformats.org/drawingml/2006/main" noGrp="1"/>
          </p:cNvSpPr>
          <p:nvPr/>
        </p:nvSpPr>
        <p:spPr>
          <a:xfrm xmlns:a="http://schemas.openxmlformats.org/drawingml/2006/main">
            <a:off x="685800" y="428625"/>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72B3A"/>
                </a:solidFill>
                <a:latin typeface="Arial"/>
                <a:ea typeface="Arial"/>
                <a:cs typeface="Arial"/>
              </a:defRPr>
            </a:defPPr>
          </a:lstStyle>
          <a:p xmlns:a="http://schemas.openxmlformats.org/drawingml/2006/main">
            <a:pPr>
              <a:defRPr sz="3150" b="1">
                <a:solidFill>
                  <a:srgbClr val="172B3A"/>
                </a:solidFill>
                <a:latin typeface="Arial"/>
                <a:ea typeface="Arial"/>
                <a:cs typeface="Arial"/>
              </a:defRPr>
            </a:pPr>
            <a:r>
              <a:rPr sz="3150" b="1">
                <a:solidFill>
                  <a:srgbClr val="172B3A"/>
                </a:solidFill>
                <a:latin typeface="Arial"/>
                <a:ea typeface="Arial"/>
                <a:cs typeface="Arial"/>
              </a:rPr>
              <a:t>How we count first success and longer stability</a:t>
            </a:r>
          </a:p>
        </p:txBody>
      </p:sp>
      <p:sp>
        <p:nvSpPr>
          <p:cNvPr id="2" name="text-1">
            <a:extLst xmlns:a="http://schemas.openxmlformats.org/drawingml/2006/main">
              <a:ext uri="{FF2B5EF4-FFF2-40B4-BE49-F238E27FC236}">
                <a16:creationId xmlns:a16="http://schemas.microsoft.com/office/drawing/2014/main" id="{E6317A8A-173A-476A-BD7B-390387C4D8E1}"/>
              </a:ext>
            </a:extLst>
          </p:cNvPr>
          <p:cNvSpPr>
            <a:spLocks xmlns:a="http://schemas.openxmlformats.org/drawingml/2006/main" noGrp="1"/>
          </p:cNvSpPr>
          <p:nvPr/>
        </p:nvSpPr>
        <p:spPr>
          <a:xfrm xmlns:a="http://schemas.openxmlformats.org/drawingml/2006/main">
            <a:off x="685800" y="6496050"/>
            <a:ext cx="8858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667784"/>
                </a:solidFill>
                <a:latin typeface="Arial"/>
                <a:ea typeface="Arial"/>
                <a:cs typeface="Arial"/>
              </a:defRPr>
            </a:defPPr>
          </a:lstStyle>
          <a:p xmlns:a="http://schemas.openxmlformats.org/drawingml/2006/main">
            <a:pPr>
              <a:defRPr sz="1350">
                <a:solidFill>
                  <a:srgbClr val="667784"/>
                </a:solidFill>
                <a:latin typeface="Arial"/>
                <a:ea typeface="Arial"/>
                <a:cs typeface="Arial"/>
              </a:defRPr>
            </a:pPr>
            <a:r>
              <a:rPr sz="1350">
                <a:solidFill>
                  <a:srgbClr val="667784"/>
                </a:solidFill>
                <a:latin typeface="Arial"/>
                <a:ea typeface="Arial"/>
                <a:cs typeface="Arial"/>
              </a:rPr>
              <a:t>Paper v2 | Grokking under a fixed budget</a:t>
            </a:r>
          </a:p>
        </p:txBody>
      </p:sp>
      <p:sp>
        <p:nvSpPr>
          <p:cNvPr id="3" name="text-2">
            <a:extLst xmlns:a="http://schemas.openxmlformats.org/drawingml/2006/main">
              <a:ext uri="{FF2B5EF4-FFF2-40B4-BE49-F238E27FC236}">
                <a16:creationId xmlns:a16="http://schemas.microsoft.com/office/drawing/2014/main" id="{7333756A-6419-4D76-B082-A94D46DA5ECC}"/>
              </a:ext>
            </a:extLst>
          </p:cNvPr>
          <p:cNvSpPr>
            <a:spLocks xmlns:a="http://schemas.openxmlformats.org/drawingml/2006/main" noGrp="1"/>
          </p:cNvSpPr>
          <p:nvPr/>
        </p:nvSpPr>
        <p:spPr>
          <a:xfrm xmlns:a="http://schemas.openxmlformats.org/drawingml/2006/main">
            <a:off x="9906000" y="6496050"/>
            <a:ext cx="1600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667784"/>
                </a:solidFill>
                <a:latin typeface="Arial"/>
                <a:ea typeface="Arial"/>
                <a:cs typeface="Arial"/>
              </a:defRPr>
            </a:defPPr>
          </a:lstStyle>
          <a:p xmlns:a="http://schemas.openxmlformats.org/drawingml/2006/main">
            <a:pPr algn="r">
              <a:defRPr sz="1350">
                <a:solidFill>
                  <a:srgbClr val="667784"/>
                </a:solidFill>
                <a:latin typeface="Arial"/>
                <a:ea typeface="Arial"/>
                <a:cs typeface="Arial"/>
              </a:defRPr>
            </a:pPr>
            <a:r>
              <a:rPr sz="1350">
                <a:solidFill>
                  <a:srgbClr val="667784"/>
                </a:solidFill>
                <a:latin typeface="Arial"/>
                <a:ea typeface="Arial"/>
                <a:cs typeface="Arial"/>
              </a:rPr>
              <a:t>05</a:t>
            </a:r>
          </a:p>
        </p:txBody>
      </p:sp>
      <p:graphicFrame>
        <p:nvGraphicFramePr>
          <p:cNvPr id="4" name="Chart">
            <a:extLst xmlns:a="http://schemas.openxmlformats.org/drawingml/2006/main">
              <a:ext uri="{FF2B5EF4-FFF2-40B4-BE49-F238E27FC236}">
                <a16:creationId xmlns:a16="http://schemas.microsoft.com/office/drawing/2014/main" id="{F4C43508-80B4-4A68-8E47-F37637506B36}"/>
              </a:ext>
            </a:extLst>
          </p:cNvPr>
          <p:cNvGraphicFramePr/>
          <p:nvPr/>
        </p:nvGraphicFramePr>
        <p:xfrm>
          <a:off xmlns:a="http://schemas.openxmlformats.org/drawingml/2006/main" x="523875" y="1466850"/>
          <a:ext xmlns:a="http://schemas.openxmlformats.org/drawingml/2006/main" cx="11144250" cy="4057650"/>
        </p:xfrm>
        <a:graphic xmlns:a="http://schemas.openxmlformats.org/drawingml/2006/main">
          <a:graphicData uri="http://schemas.openxmlformats.org/drawingml/2006/chart">
            <c:chart xmlns:r="http://schemas.openxmlformats.org/officeDocument/2006/relationships" xmlns:c="http://schemas.openxmlformats.org/drawingml/2006/chart" r:id="R16d657bc2d5c4447"/>
          </a:graphicData>
        </a:graphic>
      </p:graphicFrame>
      <p:sp>
        <p:nvSpPr>
          <p:cNvPr id="5" name="text-3">
            <a:extLst xmlns:a="http://schemas.openxmlformats.org/drawingml/2006/main">
              <a:ext uri="{FF2B5EF4-FFF2-40B4-BE49-F238E27FC236}">
                <a16:creationId xmlns:a16="http://schemas.microsoft.com/office/drawing/2014/main" id="{CB95F7F8-7D72-45D0-B7BB-918F6B96FA26}"/>
              </a:ext>
            </a:extLst>
          </p:cNvPr>
          <p:cNvSpPr>
            <a:spLocks xmlns:a="http://schemas.openxmlformats.org/drawingml/2006/main" noGrp="1"/>
          </p:cNvSpPr>
          <p:nvPr/>
        </p:nvSpPr>
        <p:spPr>
          <a:xfrm xmlns:a="http://schemas.openxmlformats.org/drawingml/2006/main">
            <a:off x="685800" y="5705475"/>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a:solidFill>
                  <a:srgbClr val="175F96"/>
                </a:solidFill>
                <a:latin typeface="Arial"/>
                <a:ea typeface="Arial"/>
                <a:cs typeface="Arial"/>
              </a:defRPr>
            </a:defPPr>
          </a:lstStyle>
          <a:p xmlns:a="http://schemas.openxmlformats.org/drawingml/2006/main">
            <a:pPr>
              <a:defRPr sz="1875">
                <a:solidFill>
                  <a:srgbClr val="175F96"/>
                </a:solidFill>
                <a:latin typeface="Arial"/>
                <a:ea typeface="Arial"/>
                <a:cs typeface="Arial"/>
              </a:defRPr>
            </a:pPr>
            <a:r>
              <a:rPr sz="1875">
                <a:solidFill>
                  <a:srgbClr val="175F96"/>
                </a:solidFill>
                <a:latin typeface="Arial"/>
                <a:ea typeface="Arial"/>
                <a:cs typeface="Arial"/>
              </a:rPr>
              <a:t>First confirmation: 3 checks in a row. Longer window: 21 checks spanning 500 updates.</a:t>
            </a:r>
          </a:p>
        </p:txBody>
      </p:sp>
      <p:sp>
        <p:nvSpPr>
          <p:cNvPr id="6" name="text-4">
            <a:extLst xmlns:a="http://schemas.openxmlformats.org/drawingml/2006/main">
              <a:ext uri="{FF2B5EF4-FFF2-40B4-BE49-F238E27FC236}">
                <a16:creationId xmlns:a16="http://schemas.microsoft.com/office/drawing/2014/main" id="{4F1CC0D6-89D8-47A3-8816-FE07655D29BD}"/>
              </a:ext>
            </a:extLst>
          </p:cNvPr>
          <p:cNvSpPr>
            <a:spLocks xmlns:a="http://schemas.openxmlformats.org/drawingml/2006/main" noGrp="1"/>
          </p:cNvSpPr>
          <p:nvPr/>
        </p:nvSpPr>
        <p:spPr>
          <a:xfrm xmlns:a="http://schemas.openxmlformats.org/drawingml/2006/main">
            <a:off x="685800" y="6162675"/>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a:solidFill>
                  <a:srgbClr val="667784"/>
                </a:solidFill>
                <a:latin typeface="Arial"/>
                <a:ea typeface="Arial"/>
                <a:cs typeface="Arial"/>
              </a:defRPr>
            </a:defPPr>
          </a:lstStyle>
          <a:p xmlns:a="http://schemas.openxmlformats.org/drawingml/2006/main">
            <a:pPr>
              <a:defRPr sz="1575">
                <a:solidFill>
                  <a:srgbClr val="667784"/>
                </a:solidFill>
                <a:latin typeface="Arial"/>
                <a:ea typeface="Arial"/>
                <a:cs typeface="Arial"/>
              </a:defRPr>
            </a:pPr>
            <a:r>
              <a:rPr sz="1575">
                <a:solidFill>
                  <a:srgbClr val="667784"/>
                </a:solidFill>
                <a:latin typeface="Arial"/>
                <a:ea typeface="Arial"/>
                <a:cs typeface="Arial"/>
              </a:rPr>
              <a:t>Both require ≥99% practice and ≥95% new-question accuracy; check every 25 updates.</a:t>
            </a:r>
          </a:p>
        </p:txBody>
      </p:sp>
    </p:spTree>
    <p:extLst>
      <p:ext uri="{BB962C8B-B14F-4D97-AF65-F5344CB8AC3E}">
        <p14:creationId xmlns:p14="http://schemas.microsoft.com/office/powerpoint/2010/main" val="50802609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11E85AF5-1EDC-435F-BEDD-C462A98C5614}"/>
              </a:ext>
            </a:extLst>
          </p:cNvPr>
          <p:cNvSpPr>
            <a:spLocks xmlns:a="http://schemas.openxmlformats.org/drawingml/2006/main" noGrp="1"/>
          </p:cNvSpPr>
          <p:nvPr/>
        </p:nvSpPr>
        <p:spPr>
          <a:xfrm xmlns:a="http://schemas.openxmlformats.org/drawingml/2006/main">
            <a:off x="685800" y="428625"/>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72B3A"/>
                </a:solidFill>
                <a:latin typeface="Arial"/>
                <a:ea typeface="Arial"/>
                <a:cs typeface="Arial"/>
              </a:defRPr>
            </a:defPPr>
          </a:lstStyle>
          <a:p xmlns:a="http://schemas.openxmlformats.org/drawingml/2006/main">
            <a:pPr>
              <a:defRPr sz="3150" b="1">
                <a:solidFill>
                  <a:srgbClr val="172B3A"/>
                </a:solidFill>
                <a:latin typeface="Arial"/>
                <a:ea typeface="Arial"/>
                <a:cs typeface="Arial"/>
              </a:defRPr>
            </a:pPr>
            <a:r>
              <a:rPr sz="3150" b="1">
                <a:solidFill>
                  <a:srgbClr val="172B3A"/>
                </a:solidFill>
                <a:latin typeface="Arial"/>
                <a:ea typeface="Arial"/>
                <a:cs typeface="Arial"/>
              </a:rPr>
              <a:t>How much do learning times vary?</a:t>
            </a:r>
          </a:p>
        </p:txBody>
      </p:sp>
      <p:sp>
        <p:nvSpPr>
          <p:cNvPr id="2" name="text-1">
            <a:extLst xmlns:a="http://schemas.openxmlformats.org/drawingml/2006/main">
              <a:ext uri="{FF2B5EF4-FFF2-40B4-BE49-F238E27FC236}">
                <a16:creationId xmlns:a16="http://schemas.microsoft.com/office/drawing/2014/main" id="{93BF3093-AE67-4933-A962-BA46AEF37CD6}"/>
              </a:ext>
            </a:extLst>
          </p:cNvPr>
          <p:cNvSpPr>
            <a:spLocks xmlns:a="http://schemas.openxmlformats.org/drawingml/2006/main" noGrp="1"/>
          </p:cNvSpPr>
          <p:nvPr/>
        </p:nvSpPr>
        <p:spPr>
          <a:xfrm xmlns:a="http://schemas.openxmlformats.org/drawingml/2006/main">
            <a:off x="685800" y="6496050"/>
            <a:ext cx="8858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667784"/>
                </a:solidFill>
                <a:latin typeface="Arial"/>
                <a:ea typeface="Arial"/>
                <a:cs typeface="Arial"/>
              </a:defRPr>
            </a:defPPr>
          </a:lstStyle>
          <a:p xmlns:a="http://schemas.openxmlformats.org/drawingml/2006/main">
            <a:pPr>
              <a:defRPr sz="1350">
                <a:solidFill>
                  <a:srgbClr val="667784"/>
                </a:solidFill>
                <a:latin typeface="Arial"/>
                <a:ea typeface="Arial"/>
                <a:cs typeface="Arial"/>
              </a:defRPr>
            </a:pPr>
            <a:r>
              <a:rPr sz="1350">
                <a:solidFill>
                  <a:srgbClr val="667784"/>
                </a:solidFill>
                <a:latin typeface="Arial"/>
                <a:ea typeface="Arial"/>
                <a:cs typeface="Arial"/>
              </a:rPr>
              <a:t>Paper v2 | Grokking under a fixed budget</a:t>
            </a:r>
          </a:p>
        </p:txBody>
      </p:sp>
      <p:sp>
        <p:nvSpPr>
          <p:cNvPr id="3" name="text-2">
            <a:extLst xmlns:a="http://schemas.openxmlformats.org/drawingml/2006/main">
              <a:ext uri="{FF2B5EF4-FFF2-40B4-BE49-F238E27FC236}">
                <a16:creationId xmlns:a16="http://schemas.microsoft.com/office/drawing/2014/main" id="{7919B549-9509-4EC3-A28E-69607898A817}"/>
              </a:ext>
            </a:extLst>
          </p:cNvPr>
          <p:cNvSpPr>
            <a:spLocks xmlns:a="http://schemas.openxmlformats.org/drawingml/2006/main" noGrp="1"/>
          </p:cNvSpPr>
          <p:nvPr/>
        </p:nvSpPr>
        <p:spPr>
          <a:xfrm xmlns:a="http://schemas.openxmlformats.org/drawingml/2006/main">
            <a:off x="9906000" y="6496050"/>
            <a:ext cx="1600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667784"/>
                </a:solidFill>
                <a:latin typeface="Arial"/>
                <a:ea typeface="Arial"/>
                <a:cs typeface="Arial"/>
              </a:defRPr>
            </a:defPPr>
          </a:lstStyle>
          <a:p xmlns:a="http://schemas.openxmlformats.org/drawingml/2006/main">
            <a:pPr algn="r">
              <a:defRPr sz="1350">
                <a:solidFill>
                  <a:srgbClr val="667784"/>
                </a:solidFill>
                <a:latin typeface="Arial"/>
                <a:ea typeface="Arial"/>
                <a:cs typeface="Arial"/>
              </a:defRPr>
            </a:pPr>
            <a:r>
              <a:rPr sz="1350">
                <a:solidFill>
                  <a:srgbClr val="667784"/>
                </a:solidFill>
                <a:latin typeface="Arial"/>
                <a:ea typeface="Arial"/>
                <a:cs typeface="Arial"/>
              </a:rPr>
              <a:t>06</a:t>
            </a:r>
          </a:p>
        </p:txBody>
      </p:sp>
      <p:graphicFrame>
        <p:nvGraphicFramePr>
          <p:cNvPr id="4" name="Chart">
            <a:extLst xmlns:a="http://schemas.openxmlformats.org/drawingml/2006/main">
              <a:ext uri="{FF2B5EF4-FFF2-40B4-BE49-F238E27FC236}">
                <a16:creationId xmlns:a16="http://schemas.microsoft.com/office/drawing/2014/main" id="{0E1EC603-27B3-4608-B110-8699F97604BB}"/>
              </a:ext>
            </a:extLst>
          </p:cNvPr>
          <p:cNvGraphicFramePr/>
          <p:nvPr/>
        </p:nvGraphicFramePr>
        <p:xfrm>
          <a:off xmlns:a="http://schemas.openxmlformats.org/drawingml/2006/main" x="533400" y="1562100"/>
          <a:ext xmlns:a="http://schemas.openxmlformats.org/drawingml/2006/main" cx="11029950" cy="4095750"/>
        </p:xfrm>
        <a:graphic xmlns:a="http://schemas.openxmlformats.org/drawingml/2006/main">
          <a:graphicData uri="http://schemas.openxmlformats.org/drawingml/2006/chart">
            <c:chart xmlns:r="http://schemas.openxmlformats.org/officeDocument/2006/relationships" xmlns:c="http://schemas.openxmlformats.org/drawingml/2006/chart" r:id="Rc4a8b203d2624716"/>
          </a:graphicData>
        </a:graphic>
      </p:graphicFrame>
      <p:sp>
        <p:nvSpPr>
          <p:cNvPr id="5" name="text-3">
            <a:extLst xmlns:a="http://schemas.openxmlformats.org/drawingml/2006/main">
              <a:ext uri="{FF2B5EF4-FFF2-40B4-BE49-F238E27FC236}">
                <a16:creationId xmlns:a16="http://schemas.microsoft.com/office/drawing/2014/main" id="{13D8B441-8A3C-4F89-8A1D-5A4E7FADEF12}"/>
              </a:ext>
            </a:extLst>
          </p:cNvPr>
          <p:cNvSpPr>
            <a:spLocks xmlns:a="http://schemas.openxmlformats.org/drawingml/2006/main" noGrp="1"/>
          </p:cNvSpPr>
          <p:nvPr/>
        </p:nvSpPr>
        <p:spPr>
          <a:xfrm xmlns:a="http://schemas.openxmlformats.org/drawingml/2006/main">
            <a:off x="685800" y="5953125"/>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a:solidFill>
                  <a:srgbClr val="175F96"/>
                </a:solidFill>
                <a:latin typeface="Arial"/>
                <a:ea typeface="Arial"/>
                <a:cs typeface="Arial"/>
              </a:defRPr>
            </a:defPPr>
          </a:lstStyle>
          <a:p xmlns:a="http://schemas.openxmlformats.org/drawingml/2006/main">
            <a:pPr>
              <a:defRPr sz="1875">
                <a:solidFill>
                  <a:srgbClr val="175F96"/>
                </a:solidFill>
                <a:latin typeface="Arial"/>
                <a:ea typeface="Arial"/>
                <a:cs typeface="Arial"/>
              </a:defRPr>
            </a:pPr>
            <a:r>
              <a:rPr sz="1875">
                <a:solidFill>
                  <a:srgbClr val="175F96"/>
                </a:solidFill>
                <a:latin typeface="Arial"/>
                <a:ea typeface="Arial"/>
                <a:cs typeface="Arial"/>
              </a:rPr>
              <a:t>Unfinished runs stay in the denominator. Their eventual learning times are unknown.</a:t>
            </a:r>
          </a:p>
        </p:txBody>
      </p:sp>
    </p:spTree>
    <p:extLst>
      <p:ext uri="{BB962C8B-B14F-4D97-AF65-F5344CB8AC3E}">
        <p14:creationId xmlns:p14="http://schemas.microsoft.com/office/powerpoint/2010/main" val="121424520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DB15F712-2B67-4D9E-865F-E6F8E2C539F0}"/>
              </a:ext>
            </a:extLst>
          </p:cNvPr>
          <p:cNvSpPr>
            <a:spLocks xmlns:a="http://schemas.openxmlformats.org/drawingml/2006/main" noGrp="1"/>
          </p:cNvSpPr>
          <p:nvPr/>
        </p:nvSpPr>
        <p:spPr>
          <a:xfrm xmlns:a="http://schemas.openxmlformats.org/drawingml/2006/main">
            <a:off x="685800" y="428625"/>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72B3A"/>
                </a:solidFill>
                <a:latin typeface="Arial"/>
                <a:ea typeface="Arial"/>
                <a:cs typeface="Arial"/>
              </a:defRPr>
            </a:defPPr>
          </a:lstStyle>
          <a:p xmlns:a="http://schemas.openxmlformats.org/drawingml/2006/main">
            <a:pPr>
              <a:defRPr sz="3150" b="1">
                <a:solidFill>
                  <a:srgbClr val="172B3A"/>
                </a:solidFill>
                <a:latin typeface="Arial"/>
                <a:ea typeface="Arial"/>
                <a:cs typeface="Arial"/>
              </a:defRPr>
            </a:pPr>
            <a:r>
              <a:rPr sz="3150" b="1">
                <a:solidFill>
                  <a:srgbClr val="172B3A"/>
                </a:solidFill>
                <a:latin typeface="Arial"/>
                <a:ea typeface="Arial"/>
                <a:cs typeface="Arial"/>
              </a:rPr>
              <a:t>Probability and statistical methods</a:t>
            </a:r>
          </a:p>
        </p:txBody>
      </p:sp>
      <p:sp>
        <p:nvSpPr>
          <p:cNvPr id="2" name="text-1">
            <a:extLst xmlns:a="http://schemas.openxmlformats.org/drawingml/2006/main">
              <a:ext uri="{FF2B5EF4-FFF2-40B4-BE49-F238E27FC236}">
                <a16:creationId xmlns:a16="http://schemas.microsoft.com/office/drawing/2014/main" id="{A8551746-B204-434A-863E-BCFB526829E3}"/>
              </a:ext>
            </a:extLst>
          </p:cNvPr>
          <p:cNvSpPr>
            <a:spLocks xmlns:a="http://schemas.openxmlformats.org/drawingml/2006/main" noGrp="1"/>
          </p:cNvSpPr>
          <p:nvPr/>
        </p:nvSpPr>
        <p:spPr>
          <a:xfrm xmlns:a="http://schemas.openxmlformats.org/drawingml/2006/main">
            <a:off x="685800" y="6496050"/>
            <a:ext cx="8858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667784"/>
                </a:solidFill>
                <a:latin typeface="Arial"/>
                <a:ea typeface="Arial"/>
                <a:cs typeface="Arial"/>
              </a:defRPr>
            </a:defPPr>
          </a:lstStyle>
          <a:p xmlns:a="http://schemas.openxmlformats.org/drawingml/2006/main">
            <a:pPr>
              <a:defRPr sz="1350">
                <a:solidFill>
                  <a:srgbClr val="667784"/>
                </a:solidFill>
                <a:latin typeface="Arial"/>
                <a:ea typeface="Arial"/>
                <a:cs typeface="Arial"/>
              </a:defRPr>
            </a:pPr>
            <a:r>
              <a:rPr sz="1350">
                <a:solidFill>
                  <a:srgbClr val="667784"/>
                </a:solidFill>
                <a:latin typeface="Arial"/>
                <a:ea typeface="Arial"/>
                <a:cs typeface="Arial"/>
              </a:rPr>
              <a:t>Paper v2 | Grokking under a fixed budget</a:t>
            </a:r>
          </a:p>
        </p:txBody>
      </p:sp>
      <p:sp>
        <p:nvSpPr>
          <p:cNvPr id="3" name="text-2">
            <a:extLst xmlns:a="http://schemas.openxmlformats.org/drawingml/2006/main">
              <a:ext uri="{FF2B5EF4-FFF2-40B4-BE49-F238E27FC236}">
                <a16:creationId xmlns:a16="http://schemas.microsoft.com/office/drawing/2014/main" id="{E5F20898-D4B2-4142-902F-39E81EB0C37F}"/>
              </a:ext>
            </a:extLst>
          </p:cNvPr>
          <p:cNvSpPr>
            <a:spLocks xmlns:a="http://schemas.openxmlformats.org/drawingml/2006/main" noGrp="1"/>
          </p:cNvSpPr>
          <p:nvPr/>
        </p:nvSpPr>
        <p:spPr>
          <a:xfrm xmlns:a="http://schemas.openxmlformats.org/drawingml/2006/main">
            <a:off x="9906000" y="6496050"/>
            <a:ext cx="1600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667784"/>
                </a:solidFill>
                <a:latin typeface="Arial"/>
                <a:ea typeface="Arial"/>
                <a:cs typeface="Arial"/>
              </a:defRPr>
            </a:defPPr>
          </a:lstStyle>
          <a:p xmlns:a="http://schemas.openxmlformats.org/drawingml/2006/main">
            <a:pPr algn="r">
              <a:defRPr sz="1350">
                <a:solidFill>
                  <a:srgbClr val="667784"/>
                </a:solidFill>
                <a:latin typeface="Arial"/>
                <a:ea typeface="Arial"/>
                <a:cs typeface="Arial"/>
              </a:defRPr>
            </a:pPr>
            <a:r>
              <a:rPr sz="1350">
                <a:solidFill>
                  <a:srgbClr val="667784"/>
                </a:solidFill>
                <a:latin typeface="Arial"/>
                <a:ea typeface="Arial"/>
                <a:cs typeface="Arial"/>
              </a:rPr>
              <a:t>07</a:t>
            </a:r>
          </a:p>
        </p:txBody>
      </p:sp>
      <p:sp>
        <p:nvSpPr>
          <p:cNvPr id="4" name="text-3">
            <a:extLst xmlns:a="http://schemas.openxmlformats.org/drawingml/2006/main">
              <a:ext uri="{FF2B5EF4-FFF2-40B4-BE49-F238E27FC236}">
                <a16:creationId xmlns:a16="http://schemas.microsoft.com/office/drawing/2014/main" id="{094F5625-EBD7-4AAE-9B4D-9E0D8DAFBA9D}"/>
              </a:ext>
            </a:extLst>
          </p:cNvPr>
          <p:cNvSpPr>
            <a:spLocks xmlns:a="http://schemas.openxmlformats.org/drawingml/2006/main" noGrp="1"/>
          </p:cNvSpPr>
          <p:nvPr/>
        </p:nvSpPr>
        <p:spPr>
          <a:xfrm xmlns:a="http://schemas.openxmlformats.org/drawingml/2006/main">
            <a:off x="685800" y="1457325"/>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75">
                <a:solidFill>
                  <a:srgbClr val="175F96"/>
                </a:solidFill>
                <a:latin typeface="Arial"/>
                <a:ea typeface="Arial"/>
                <a:cs typeface="Arial"/>
              </a:defRPr>
            </a:defPPr>
          </a:lstStyle>
          <a:p xmlns:a="http://schemas.openxmlformats.org/drawingml/2006/main">
            <a:pPr>
              <a:defRPr sz="2775">
                <a:solidFill>
                  <a:srgbClr val="175F96"/>
                </a:solidFill>
                <a:latin typeface="Arial"/>
                <a:ea typeface="Arial"/>
                <a:cs typeface="Arial"/>
              </a:defRPr>
            </a:pPr>
            <a:r>
              <a:rPr sz="2775">
                <a:solidFill>
                  <a:srgbClr val="175F96"/>
                </a:solidFill>
                <a:latin typeface="Arial"/>
                <a:ea typeface="Arial"/>
                <a:cs typeface="Arial"/>
              </a:rPr>
              <a:t>P(at least one works) = 1 − [1 − F(B/k)]ᵏ</a:t>
            </a:r>
          </a:p>
        </p:txBody>
      </p:sp>
      <p:sp>
        <p:nvSpPr>
          <p:cNvPr id="5" name="text-4">
            <a:extLst xmlns:a="http://schemas.openxmlformats.org/drawingml/2006/main">
              <a:ext uri="{FF2B5EF4-FFF2-40B4-BE49-F238E27FC236}">
                <a16:creationId xmlns:a16="http://schemas.microsoft.com/office/drawing/2014/main" id="{08CB1EBD-EEFC-4F4B-B875-E6379A78FFAB}"/>
              </a:ext>
            </a:extLst>
          </p:cNvPr>
          <p:cNvSpPr>
            <a:spLocks xmlns:a="http://schemas.openxmlformats.org/drawingml/2006/main" noGrp="1"/>
          </p:cNvSpPr>
          <p:nvPr/>
        </p:nvSpPr>
        <p:spPr>
          <a:xfrm xmlns:a="http://schemas.openxmlformats.org/drawingml/2006/main">
            <a:off x="685800" y="2219325"/>
            <a:ext cx="108204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a:solidFill>
                  <a:srgbClr val="172B3A"/>
                </a:solidFill>
                <a:latin typeface="Arial"/>
                <a:ea typeface="Arial"/>
                <a:cs typeface="Arial"/>
              </a:defRPr>
            </a:defPPr>
          </a:lstStyle>
          <a:p xmlns:a="http://schemas.openxmlformats.org/drawingml/2006/main">
            <a:pPr>
              <a:defRPr sz="1950">
                <a:solidFill>
                  <a:srgbClr val="172B3A"/>
                </a:solidFill>
                <a:latin typeface="Arial"/>
                <a:ea typeface="Arial"/>
                <a:cs typeface="Arial"/>
              </a:defRPr>
            </a:pPr>
            <a:r>
              <a:rPr sz="1950">
                <a:solidFill>
                  <a:srgbClr val="172B3A"/>
                </a:solidFill>
                <a:latin typeface="Arial"/>
                <a:ea typeface="Arial"/>
                <a:cs typeface="Arial"/>
              </a:rPr>
              <a:t>B = total updates; k = fresh starts; F(t) = chance one run succeeds by t.</a:t>
            </a:r>
          </a:p>
        </p:txBody>
      </p:sp>
      <p:graphicFrame>
        <p:nvGraphicFramePr>
          <p:cNvPr id="6" name="">
            <a:extLst xmlns:a="http://schemas.openxmlformats.org/drawingml/2006/main">
              <a:ext uri="{FF2B5EF4-FFF2-40B4-BE49-F238E27FC236}">
                <a16:creationId xmlns:a16="http://schemas.microsoft.com/office/drawing/2014/main" id="{A51BF0DE-78F0-4F43-BEFC-69AD7C66988F}"/>
              </a:ext>
            </a:extLst>
          </p:cNvPr>
          <p:cNvGraphicFramePr/>
          <p:nvPr/>
        </p:nvGraphicFramePr>
        <p:xfrm>
          <a:off xmlns:a="http://schemas.openxmlformats.org/drawingml/2006/main" x="685800" y="3076575"/>
          <a:ext xmlns:a="http://schemas.openxmlformats.org/drawingml/2006/main" cx="10820400" cy="2686050"/>
        </p:xfrm>
        <a:graphic xmlns:a="http://schemas.openxmlformats.org/drawingml/2006/main">
          <a:graphicData uri="http://schemas.openxmlformats.org/drawingml/2006/table">
            <a:tbl>
              <a:tblPr/>
              <a:tblGrid>
                <a:gridCol w="3238500"/>
                <a:gridCol w="7581900"/>
              </a:tblGrid>
              <a:tr h="537210">
                <a:tc>
                  <a:txBody>
                    <a:bodyPr lIns="76200" tIns="76200" rIns="76200" bIns="76200"/>
                    <a:lstStyle/>
                    <a:p>
                      <a:r>
                        <a:rPr sz="1725" b="1">
                          <a:solidFill>
                            <a:srgbClr val="175F96"/>
                          </a:solidFill>
                          <a:latin typeface="Arial"/>
                          <a:ea typeface="Arial"/>
                          <a:cs typeface="Arial"/>
                        </a:rPr>
                        <a:t>Method</a:t>
                      </a:r>
                    </a:p>
                  </a:txBody>
                  <a:tcPr marL="91440" marR="91440" marT="45720" marB="45720" anchor="ctr">
                    <a:lnL w="0">
                      <a:solidFill>
                        <a:srgbClr val="FFFFFF"/>
                      </a:solidFill>
                    </a:lnL>
                    <a:lnR w="0">
                      <a:solidFill>
                        <a:srgbClr val="FFFFFF"/>
                      </a:solidFill>
                    </a:lnR>
                    <a:lnT w="0">
                      <a:solidFill>
                        <a:srgbClr val="FFFFFF"/>
                      </a:solidFill>
                    </a:lnT>
                    <a:lnB w="0">
                      <a:solidFill>
                        <a:srgbClr val="FFFFFF"/>
                      </a:solidFill>
                    </a:lnB>
                    <a:solidFill>
                      <a:srgbClr val="FFFFFF"/>
                    </a:solidFill>
                  </a:tcPr>
                </a:tc>
                <a:tc>
                  <a:txBody>
                    <a:bodyPr lIns="76200" tIns="76200" rIns="76200" bIns="76200"/>
                    <a:lstStyle/>
                    <a:p>
                      <a:r>
                        <a:rPr sz="1725" b="1">
                          <a:solidFill>
                            <a:srgbClr val="175F96"/>
                          </a:solidFill>
                          <a:latin typeface="Arial"/>
                          <a:ea typeface="Arial"/>
                          <a:cs typeface="Arial"/>
                        </a:rPr>
                        <a:t>Meaning in this experiment</a:t>
                      </a:r>
                    </a:p>
                  </a:txBody>
                  <a:tcPr marL="91440" marR="91440" marT="45720" marB="45720" anchor="ctr">
                    <a:lnR w="0">
                      <a:solidFill>
                        <a:srgbClr val="FFFFFF"/>
                      </a:solidFill>
                    </a:lnR>
                    <a:lnT w="0">
                      <a:solidFill>
                        <a:srgbClr val="FFFFFF"/>
                      </a:solidFill>
                    </a:lnT>
                    <a:lnB w="0">
                      <a:solidFill>
                        <a:srgbClr val="FFFFFF"/>
                      </a:solidFill>
                    </a:lnB>
                    <a:solidFill>
                      <a:srgbClr val="FFFFFF"/>
                    </a:solidFill>
                  </a:tcPr>
                </a:tc>
              </a:tr>
              <a:tr h="537210">
                <a:tc>
                  <a:txBody>
                    <a:bodyPr lIns="76200" tIns="76200" rIns="76200" bIns="76200"/>
                    <a:lstStyle/>
                    <a:p>
                      <a:r>
                        <a:rPr sz="1725" b="0">
                          <a:solidFill>
                            <a:srgbClr val="172B3A"/>
                          </a:solidFill>
                          <a:latin typeface="Arial"/>
                          <a:ea typeface="Arial"/>
                          <a:cs typeface="Arial"/>
                        </a:rPr>
                        <a:t>Bernoulli / binomial</a:t>
                      </a:r>
                    </a:p>
                  </a:txBody>
                  <a:tcPr marL="91440" marR="91440" marT="45720" marB="45720" anchor="ctr">
                    <a:lnL w="0">
                      <a:solidFill>
                        <a:srgbClr val="FFFFFF"/>
                      </a:solidFill>
                    </a:lnL>
                    <a:lnR w="0">
                      <a:solidFill>
                        <a:srgbClr val="FFFFFF"/>
                      </a:solidFill>
                    </a:lnR>
                    <a:lnB w="0">
                      <a:solidFill>
                        <a:srgbClr val="FFFFFF"/>
                      </a:solidFill>
                    </a:lnB>
                    <a:solidFill>
                      <a:srgbClr val="FFFFFF"/>
                    </a:solidFill>
                  </a:tcPr>
                </a:tc>
                <a:tc>
                  <a:txBody>
                    <a:bodyPr lIns="76200" tIns="76200" rIns="76200" bIns="76200"/>
                    <a:lstStyle/>
                    <a:p>
                      <a:r>
                        <a:rPr sz="1725" b="0">
                          <a:solidFill>
                            <a:srgbClr val="172B3A"/>
                          </a:solidFill>
                          <a:latin typeface="Arial"/>
                          <a:ea typeface="Arial"/>
                          <a:cs typeface="Arial"/>
                        </a:rPr>
                        <a:t>One yes/no attempt; a count of successes.</a:t>
                      </a:r>
                    </a:p>
                  </a:txBody>
                  <a:tcPr marL="91440" marR="91440" marT="45720" marB="45720" anchor="ctr">
                    <a:lnR w="0">
                      <a:solidFill>
                        <a:srgbClr val="FFFFFF"/>
                      </a:solidFill>
                    </a:lnR>
                    <a:lnB w="0">
                      <a:solidFill>
                        <a:srgbClr val="FFFFFF"/>
                      </a:solidFill>
                    </a:lnB>
                    <a:solidFill>
                      <a:srgbClr val="FFFFFF"/>
                    </a:solidFill>
                  </a:tcPr>
                </a:tc>
              </a:tr>
              <a:tr h="537210">
                <a:tc>
                  <a:txBody>
                    <a:bodyPr lIns="76200" tIns="76200" rIns="76200" bIns="76200"/>
                    <a:lstStyle/>
                    <a:p>
                      <a:r>
                        <a:rPr sz="1725" b="0">
                          <a:solidFill>
                            <a:srgbClr val="172B3A"/>
                          </a:solidFill>
                          <a:latin typeface="Arial"/>
                          <a:ea typeface="Arial"/>
                          <a:cs typeface="Arial"/>
                        </a:rPr>
                        <a:t>Confidence interval</a:t>
                      </a:r>
                    </a:p>
                  </a:txBody>
                  <a:tcPr marL="91440" marR="91440" marT="45720" marB="45720" anchor="ctr">
                    <a:lnL w="0">
                      <a:solidFill>
                        <a:srgbClr val="FFFFFF"/>
                      </a:solidFill>
                    </a:lnL>
                    <a:lnR w="0">
                      <a:solidFill>
                        <a:srgbClr val="FFFFFF"/>
                      </a:solidFill>
                    </a:lnR>
                    <a:lnB w="0">
                      <a:solidFill>
                        <a:srgbClr val="FFFFFF"/>
                      </a:solidFill>
                    </a:lnB>
                    <a:solidFill>
                      <a:srgbClr val="FFFFFF"/>
                    </a:solidFill>
                  </a:tcPr>
                </a:tc>
                <a:tc>
                  <a:txBody>
                    <a:bodyPr lIns="76200" tIns="76200" rIns="76200" bIns="76200"/>
                    <a:lstStyle/>
                    <a:p>
                      <a:r>
                        <a:rPr sz="1725" b="0">
                          <a:solidFill>
                            <a:srgbClr val="172B3A"/>
                          </a:solidFill>
                          <a:latin typeface="Arial"/>
                          <a:ea typeface="Arial"/>
                          <a:cs typeface="Arial"/>
                        </a:rPr>
                        <a:t>Uncertainty from a finite sample.</a:t>
                      </a:r>
                    </a:p>
                  </a:txBody>
                  <a:tcPr marL="91440" marR="91440" marT="45720" marB="45720" anchor="ctr">
                    <a:lnR w="0">
                      <a:solidFill>
                        <a:srgbClr val="FFFFFF"/>
                      </a:solidFill>
                    </a:lnR>
                    <a:lnB w="0">
                      <a:solidFill>
                        <a:srgbClr val="FFFFFF"/>
                      </a:solidFill>
                    </a:lnB>
                    <a:solidFill>
                      <a:srgbClr val="FFFFFF"/>
                    </a:solidFill>
                  </a:tcPr>
                </a:tc>
              </a:tr>
              <a:tr h="537210">
                <a:tc>
                  <a:txBody>
                    <a:bodyPr lIns="76200" tIns="76200" rIns="76200" bIns="76200"/>
                    <a:lstStyle/>
                    <a:p>
                      <a:r>
                        <a:rPr sz="1725" b="0">
                          <a:solidFill>
                            <a:srgbClr val="172B3A"/>
                          </a:solidFill>
                          <a:latin typeface="Arial"/>
                          <a:ea typeface="Arial"/>
                          <a:cs typeface="Arial"/>
                        </a:rPr>
                        <a:t>Fisher test + Holm</a:t>
                      </a:r>
                    </a:p>
                  </a:txBody>
                  <a:tcPr marL="91440" marR="91440" marT="45720" marB="45720" anchor="ctr">
                    <a:lnL w="0">
                      <a:solidFill>
                        <a:srgbClr val="FFFFFF"/>
                      </a:solidFill>
                    </a:lnL>
                    <a:lnR w="0">
                      <a:solidFill>
                        <a:srgbClr val="FFFFFF"/>
                      </a:solidFill>
                    </a:lnR>
                    <a:lnB w="0">
                      <a:solidFill>
                        <a:srgbClr val="FFFFFF"/>
                      </a:solidFill>
                    </a:lnB>
                    <a:solidFill>
                      <a:srgbClr val="FFFFFF"/>
                    </a:solidFill>
                  </a:tcPr>
                </a:tc>
                <a:tc>
                  <a:txBody>
                    <a:bodyPr lIns="76200" tIns="76200" rIns="76200" bIns="76200"/>
                    <a:lstStyle/>
                    <a:p>
                      <a:r>
                        <a:rPr sz="1725" b="0">
                          <a:solidFill>
                            <a:srgbClr val="172B3A"/>
                          </a:solidFill>
                          <a:latin typeface="Arial"/>
                          <a:ea typeface="Arial"/>
                          <a:cs typeface="Arial"/>
                        </a:rPr>
                        <a:t>Compare policies; account for 12 planned tests.</a:t>
                      </a:r>
                    </a:p>
                  </a:txBody>
                  <a:tcPr marL="91440" marR="91440" marT="45720" marB="45720" anchor="ctr">
                    <a:lnR w="0">
                      <a:solidFill>
                        <a:srgbClr val="FFFFFF"/>
                      </a:solidFill>
                    </a:lnR>
                    <a:lnB w="0">
                      <a:solidFill>
                        <a:srgbClr val="FFFFFF"/>
                      </a:solidFill>
                    </a:lnB>
                    <a:solidFill>
                      <a:srgbClr val="FFFFFF"/>
                    </a:solidFill>
                  </a:tcPr>
                </a:tc>
              </a:tr>
              <a:tr h="537210">
                <a:tc>
                  <a:txBody>
                    <a:bodyPr lIns="76200" tIns="76200" rIns="76200" bIns="76200"/>
                    <a:lstStyle/>
                    <a:p>
                      <a:r>
                        <a:rPr sz="1725" b="0">
                          <a:solidFill>
                            <a:srgbClr val="172B3A"/>
                          </a:solidFill>
                          <a:latin typeface="Arial"/>
                          <a:ea typeface="Arial"/>
                          <a:cs typeface="Arial"/>
                        </a:rPr>
                        <a:t>Bootstrap / exact bounds</a:t>
                      </a:r>
                    </a:p>
                  </a:txBody>
                  <a:tcPr marL="91440" marR="91440" marT="45720" marB="45720" anchor="ctr">
                    <a:lnL w="0">
                      <a:solidFill>
                        <a:srgbClr val="FFFFFF"/>
                      </a:solidFill>
                    </a:lnL>
                    <a:lnR w="0">
                      <a:solidFill>
                        <a:srgbClr val="FFFFFF"/>
                      </a:solidFill>
                    </a:lnR>
                    <a:lnB w="0">
                      <a:solidFill>
                        <a:srgbClr val="FFFFFF"/>
                      </a:solidFill>
                    </a:lnB>
                    <a:solidFill>
                      <a:srgbClr val="FFFFFF"/>
                    </a:solidFill>
                  </a:tcPr>
                </a:tc>
                <a:tc>
                  <a:txBody>
                    <a:bodyPr lIns="76200" tIns="76200" rIns="76200" bIns="76200"/>
                    <a:lstStyle/>
                    <a:p>
                      <a:r>
                        <a:rPr sz="1725" b="0">
                          <a:solidFill>
                            <a:srgbClr val="172B3A"/>
                          </a:solidFill>
                          <a:latin typeface="Arial"/>
                          <a:ea typeface="Arial"/>
                          <a:cs typeface="Arial"/>
                        </a:rPr>
                        <a:t>Two views of uncertainty in probability differences.</a:t>
                      </a:r>
                    </a:p>
                  </a:txBody>
                  <a:tcPr marL="91440" marR="91440" marT="45720" marB="45720" anchor="ctr">
                    <a:lnR w="0">
                      <a:solidFill>
                        <a:srgbClr val="FFFFFF"/>
                      </a:solidFill>
                    </a:lnR>
                    <a:lnB w="0">
                      <a:solidFill>
                        <a:srgbClr val="FFFFFF"/>
                      </a:solidFill>
                    </a:lnB>
                    <a:solidFill>
                      <a:srgbClr val="FFFFFF"/>
                    </a:solidFill>
                  </a:tcPr>
                </a:tc>
              </a:tr>
            </a:tbl>
          </a:graphicData>
        </a:graphic>
      </p:graphicFrame>
      <p:sp>
        <p:nvSpPr>
          <p:cNvPr id="7" name="text-5">
            <a:extLst xmlns:a="http://schemas.openxmlformats.org/drawingml/2006/main">
              <a:ext uri="{FF2B5EF4-FFF2-40B4-BE49-F238E27FC236}">
                <a16:creationId xmlns:a16="http://schemas.microsoft.com/office/drawing/2014/main" id="{FD094AF8-DF47-4EE8-BAA6-4B27854111AC}"/>
              </a:ext>
            </a:extLst>
          </p:cNvPr>
          <p:cNvSpPr>
            <a:spLocks xmlns:a="http://schemas.openxmlformats.org/drawingml/2006/main" noGrp="1"/>
          </p:cNvSpPr>
          <p:nvPr/>
        </p:nvSpPr>
        <p:spPr>
          <a:xfrm xmlns:a="http://schemas.openxmlformats.org/drawingml/2006/main">
            <a:off x="685800" y="6019800"/>
            <a:ext cx="108204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a:solidFill>
                  <a:srgbClr val="667784"/>
                </a:solidFill>
                <a:latin typeface="Arial"/>
                <a:ea typeface="Arial"/>
                <a:cs typeface="Arial"/>
              </a:defRPr>
            </a:defPPr>
          </a:lstStyle>
          <a:p xmlns:a="http://schemas.openxmlformats.org/drawingml/2006/main">
            <a:pPr>
              <a:defRPr sz="1800">
                <a:solidFill>
                  <a:srgbClr val="667784"/>
                </a:solidFill>
                <a:latin typeface="Arial"/>
                <a:ea typeface="Arial"/>
                <a:cs typeface="Arial"/>
              </a:defRPr>
            </a:pPr>
            <a:r>
              <a:rPr sz="1800">
                <a:solidFill>
                  <a:srgbClr val="667784"/>
                </a:solidFill>
                <a:latin typeface="Arial"/>
                <a:ea typeface="Arial"/>
                <a:cs typeface="Arial"/>
              </a:rPr>
              <a:t>The formula assumes independent fresh starts within the same setting.</a:t>
            </a:r>
          </a:p>
        </p:txBody>
      </p:sp>
    </p:spTree>
    <p:extLst>
      <p:ext uri="{BB962C8B-B14F-4D97-AF65-F5344CB8AC3E}">
        <p14:creationId xmlns:p14="http://schemas.microsoft.com/office/powerpoint/2010/main" val="134455655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FE17B4BC-75AD-41A2-9784-456FC53EC42B}"/>
              </a:ext>
            </a:extLst>
          </p:cNvPr>
          <p:cNvSpPr>
            <a:spLocks xmlns:a="http://schemas.openxmlformats.org/drawingml/2006/main" noGrp="1"/>
          </p:cNvSpPr>
          <p:nvPr/>
        </p:nvSpPr>
        <p:spPr>
          <a:xfrm xmlns:a="http://schemas.openxmlformats.org/drawingml/2006/main">
            <a:off x="685800" y="428625"/>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72B3A"/>
                </a:solidFill>
                <a:latin typeface="Arial"/>
                <a:ea typeface="Arial"/>
                <a:cs typeface="Arial"/>
              </a:defRPr>
            </a:defPPr>
          </a:lstStyle>
          <a:p xmlns:a="http://schemas.openxmlformats.org/drawingml/2006/main">
            <a:pPr>
              <a:defRPr sz="3150" b="1">
                <a:solidFill>
                  <a:srgbClr val="172B3A"/>
                </a:solidFill>
                <a:latin typeface="Arial"/>
                <a:ea typeface="Arial"/>
                <a:cs typeface="Arial"/>
              </a:defRPr>
            </a:pPr>
            <a:r>
              <a:rPr sz="3150" b="1">
                <a:solidFill>
                  <a:srgbClr val="172B3A"/>
                </a:solidFill>
                <a:latin typeface="Arial"/>
                <a:ea typeface="Arial"/>
                <a:cs typeface="Arial"/>
              </a:rPr>
              <a:t>Fresh results at two smaller budgets</a:t>
            </a:r>
          </a:p>
        </p:txBody>
      </p:sp>
      <p:sp>
        <p:nvSpPr>
          <p:cNvPr id="2" name="text-1">
            <a:extLst xmlns:a="http://schemas.openxmlformats.org/drawingml/2006/main">
              <a:ext uri="{FF2B5EF4-FFF2-40B4-BE49-F238E27FC236}">
                <a16:creationId xmlns:a16="http://schemas.microsoft.com/office/drawing/2014/main" id="{AE3E5C74-0023-4C36-BB5D-18BBC428F139}"/>
              </a:ext>
            </a:extLst>
          </p:cNvPr>
          <p:cNvSpPr>
            <a:spLocks xmlns:a="http://schemas.openxmlformats.org/drawingml/2006/main" noGrp="1"/>
          </p:cNvSpPr>
          <p:nvPr/>
        </p:nvSpPr>
        <p:spPr>
          <a:xfrm xmlns:a="http://schemas.openxmlformats.org/drawingml/2006/main">
            <a:off x="685800" y="6496050"/>
            <a:ext cx="8858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667784"/>
                </a:solidFill>
                <a:latin typeface="Arial"/>
                <a:ea typeface="Arial"/>
                <a:cs typeface="Arial"/>
              </a:defRPr>
            </a:defPPr>
          </a:lstStyle>
          <a:p xmlns:a="http://schemas.openxmlformats.org/drawingml/2006/main">
            <a:pPr>
              <a:defRPr sz="1350">
                <a:solidFill>
                  <a:srgbClr val="667784"/>
                </a:solidFill>
                <a:latin typeface="Arial"/>
                <a:ea typeface="Arial"/>
                <a:cs typeface="Arial"/>
              </a:defRPr>
            </a:pPr>
            <a:r>
              <a:rPr sz="1350">
                <a:solidFill>
                  <a:srgbClr val="667784"/>
                </a:solidFill>
                <a:latin typeface="Arial"/>
                <a:ea typeface="Arial"/>
                <a:cs typeface="Arial"/>
              </a:rPr>
              <a:t>Paper v2 | Grokking under a fixed budget</a:t>
            </a:r>
          </a:p>
        </p:txBody>
      </p:sp>
      <p:sp>
        <p:nvSpPr>
          <p:cNvPr id="3" name="text-2">
            <a:extLst xmlns:a="http://schemas.openxmlformats.org/drawingml/2006/main">
              <a:ext uri="{FF2B5EF4-FFF2-40B4-BE49-F238E27FC236}">
                <a16:creationId xmlns:a16="http://schemas.microsoft.com/office/drawing/2014/main" id="{79CE5EE0-9DEF-4EBF-9E35-87783FF17742}"/>
              </a:ext>
            </a:extLst>
          </p:cNvPr>
          <p:cNvSpPr>
            <a:spLocks xmlns:a="http://schemas.openxmlformats.org/drawingml/2006/main" noGrp="1"/>
          </p:cNvSpPr>
          <p:nvPr/>
        </p:nvSpPr>
        <p:spPr>
          <a:xfrm xmlns:a="http://schemas.openxmlformats.org/drawingml/2006/main">
            <a:off x="9906000" y="6496050"/>
            <a:ext cx="1600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667784"/>
                </a:solidFill>
                <a:latin typeface="Arial"/>
                <a:ea typeface="Arial"/>
                <a:cs typeface="Arial"/>
              </a:defRPr>
            </a:defPPr>
          </a:lstStyle>
          <a:p xmlns:a="http://schemas.openxmlformats.org/drawingml/2006/main">
            <a:pPr algn="r">
              <a:defRPr sz="1350">
                <a:solidFill>
                  <a:srgbClr val="667784"/>
                </a:solidFill>
                <a:latin typeface="Arial"/>
                <a:ea typeface="Arial"/>
                <a:cs typeface="Arial"/>
              </a:defRPr>
            </a:pPr>
            <a:r>
              <a:rPr sz="1350">
                <a:solidFill>
                  <a:srgbClr val="667784"/>
                </a:solidFill>
                <a:latin typeface="Arial"/>
                <a:ea typeface="Arial"/>
                <a:cs typeface="Arial"/>
              </a:rPr>
              <a:t>08</a:t>
            </a:r>
          </a:p>
        </p:txBody>
      </p:sp>
      <p:graphicFrame>
        <p:nvGraphicFramePr>
          <p:cNvPr id="4" name="Chart">
            <a:extLst xmlns:a="http://schemas.openxmlformats.org/drawingml/2006/main">
              <a:ext uri="{FF2B5EF4-FFF2-40B4-BE49-F238E27FC236}">
                <a16:creationId xmlns:a16="http://schemas.microsoft.com/office/drawing/2014/main" id="{791D6531-E6BC-44A3-A5D0-51087715420B}"/>
              </a:ext>
            </a:extLst>
          </p:cNvPr>
          <p:cNvGraphicFramePr/>
          <p:nvPr/>
        </p:nvGraphicFramePr>
        <p:xfrm>
          <a:off xmlns:a="http://schemas.openxmlformats.org/drawingml/2006/main" x="514350" y="1600200"/>
          <a:ext xmlns:a="http://schemas.openxmlformats.org/drawingml/2006/main" cx="7048500" cy="4086225"/>
        </p:xfrm>
        <a:graphic xmlns:a="http://schemas.openxmlformats.org/drawingml/2006/main">
          <a:graphicData uri="http://schemas.openxmlformats.org/drawingml/2006/chart">
            <c:chart xmlns:r="http://schemas.openxmlformats.org/officeDocument/2006/relationships" xmlns:c="http://schemas.openxmlformats.org/drawingml/2006/chart" r:id="R1b280d6670df4ab0"/>
          </a:graphicData>
        </a:graphic>
      </p:graphicFrame>
      <p:graphicFrame>
        <p:nvGraphicFramePr>
          <p:cNvPr id="5" name="">
            <a:extLst xmlns:a="http://schemas.openxmlformats.org/drawingml/2006/main">
              <a:ext uri="{FF2B5EF4-FFF2-40B4-BE49-F238E27FC236}">
                <a16:creationId xmlns:a16="http://schemas.microsoft.com/office/drawing/2014/main" id="{B1DE39E7-7594-4D07-B7C8-B6C382164AAE}"/>
              </a:ext>
            </a:extLst>
          </p:cNvPr>
          <p:cNvGraphicFramePr/>
          <p:nvPr/>
        </p:nvGraphicFramePr>
        <p:xfrm>
          <a:off xmlns:a="http://schemas.openxmlformats.org/drawingml/2006/main" x="7877175" y="2295525"/>
          <a:ext xmlns:a="http://schemas.openxmlformats.org/drawingml/2006/main" cx="3629025" cy="2276475"/>
        </p:xfrm>
        <a:graphic xmlns:a="http://schemas.openxmlformats.org/drawingml/2006/main">
          <a:graphicData uri="http://schemas.openxmlformats.org/drawingml/2006/table">
            <a:tbl>
              <a:tblPr/>
              <a:tblGrid>
                <a:gridCol w="1266825"/>
                <a:gridCol w="1181100"/>
                <a:gridCol w="1181100"/>
              </a:tblGrid>
              <a:tr h="569119">
                <a:tc>
                  <a:txBody>
                    <a:bodyPr lIns="76200" tIns="76200" rIns="76200" bIns="76200"/>
                    <a:lstStyle/>
                    <a:p>
                      <a:r>
                        <a:rPr sz="1650" b="1">
                          <a:solidFill>
                            <a:srgbClr val="175F96"/>
                          </a:solidFill>
                          <a:latin typeface="Arial"/>
                          <a:ea typeface="Arial"/>
                          <a:cs typeface="Arial"/>
                        </a:rPr>
                        <a:t>Policy</a:t>
                      </a:r>
                    </a:p>
                  </a:txBody>
                  <a:tcPr marL="91440" marR="91440" marT="45720" marB="45720" anchor="ctr">
                    <a:lnL w="0">
                      <a:solidFill>
                        <a:srgbClr val="FFFFFF"/>
                      </a:solidFill>
                    </a:lnL>
                    <a:lnR w="0">
                      <a:solidFill>
                        <a:srgbClr val="FFFFFF"/>
                      </a:solidFill>
                    </a:lnR>
                    <a:lnT w="0">
                      <a:solidFill>
                        <a:srgbClr val="FFFFFF"/>
                      </a:solidFill>
                    </a:lnT>
                    <a:lnB w="0">
                      <a:solidFill>
                        <a:srgbClr val="FFFFFF"/>
                      </a:solidFill>
                    </a:lnB>
                    <a:solidFill>
                      <a:srgbClr val="FFFFFF"/>
                    </a:solidFill>
                  </a:tcPr>
                </a:tc>
                <a:tc>
                  <a:txBody>
                    <a:bodyPr lIns="76200" tIns="76200" rIns="76200" bIns="76200"/>
                    <a:lstStyle/>
                    <a:p>
                      <a:r>
                        <a:rPr sz="1650" b="1">
                          <a:solidFill>
                            <a:srgbClr val="175F96"/>
                          </a:solidFill>
                          <a:latin typeface="Arial"/>
                          <a:ea typeface="Arial"/>
                          <a:cs typeface="Arial"/>
                        </a:rPr>
                        <a:t>8k</a:t>
                      </a:r>
                    </a:p>
                  </a:txBody>
                  <a:tcPr marL="91440" marR="91440" marT="45720" marB="45720" anchor="ctr">
                    <a:lnR w="0">
                      <a:solidFill>
                        <a:srgbClr val="FFFFFF"/>
                      </a:solidFill>
                    </a:lnR>
                    <a:lnT w="0">
                      <a:solidFill>
                        <a:srgbClr val="FFFFFF"/>
                      </a:solidFill>
                    </a:lnT>
                    <a:lnB w="0">
                      <a:solidFill>
                        <a:srgbClr val="FFFFFF"/>
                      </a:solidFill>
                    </a:lnB>
                    <a:solidFill>
                      <a:srgbClr val="FFFFFF"/>
                    </a:solidFill>
                  </a:tcPr>
                </a:tc>
                <a:tc>
                  <a:txBody>
                    <a:bodyPr lIns="76200" tIns="76200" rIns="76200" bIns="76200"/>
                    <a:lstStyle/>
                    <a:p>
                      <a:r>
                        <a:rPr sz="1650" b="1">
                          <a:solidFill>
                            <a:srgbClr val="175F96"/>
                          </a:solidFill>
                          <a:latin typeface="Arial"/>
                          <a:ea typeface="Arial"/>
                          <a:cs typeface="Arial"/>
                        </a:rPr>
                        <a:t>12k</a:t>
                      </a:r>
                    </a:p>
                  </a:txBody>
                  <a:tcPr marL="91440" marR="91440" marT="45720" marB="45720" anchor="ctr">
                    <a:lnR w="0">
                      <a:solidFill>
                        <a:srgbClr val="FFFFFF"/>
                      </a:solidFill>
                    </a:lnR>
                    <a:lnT w="0">
                      <a:solidFill>
                        <a:srgbClr val="FFFFFF"/>
                      </a:solidFill>
                    </a:lnT>
                    <a:lnB w="0">
                      <a:solidFill>
                        <a:srgbClr val="FFFFFF"/>
                      </a:solidFill>
                    </a:lnB>
                    <a:solidFill>
                      <a:srgbClr val="FFFFFF"/>
                    </a:solidFill>
                  </a:tcPr>
                </a:tc>
              </a:tr>
              <a:tr h="569119">
                <a:tc>
                  <a:txBody>
                    <a:bodyPr lIns="76200" tIns="76200" rIns="76200" bIns="76200"/>
                    <a:lstStyle/>
                    <a:p>
                      <a:r>
                        <a:rPr sz="1650" b="0">
                          <a:solidFill>
                            <a:srgbClr val="172B3A"/>
                          </a:solidFill>
                          <a:latin typeface="Arial"/>
                          <a:ea typeface="Arial"/>
                          <a:cs typeface="Arial"/>
                        </a:rPr>
                        <a:t>1 run</a:t>
                      </a:r>
                    </a:p>
                  </a:txBody>
                  <a:tcPr marL="91440" marR="91440" marT="45720" marB="45720" anchor="ctr">
                    <a:lnL w="0">
                      <a:solidFill>
                        <a:srgbClr val="FFFFFF"/>
                      </a:solidFill>
                    </a:lnL>
                    <a:lnR w="0">
                      <a:solidFill>
                        <a:srgbClr val="FFFFFF"/>
                      </a:solidFill>
                    </a:lnR>
                    <a:lnB w="0">
                      <a:solidFill>
                        <a:srgbClr val="FFFFFF"/>
                      </a:solidFill>
                    </a:lnB>
                    <a:solidFill>
                      <a:srgbClr val="FFFFFF"/>
                    </a:solidFill>
                  </a:tcPr>
                </a:tc>
                <a:tc>
                  <a:txBody>
                    <a:bodyPr lIns="76200" tIns="76200" rIns="76200" bIns="76200"/>
                    <a:lstStyle/>
                    <a:p>
                      <a:r>
                        <a:rPr sz="1650" b="0">
                          <a:solidFill>
                            <a:srgbClr val="172B3A"/>
                          </a:solidFill>
                          <a:latin typeface="Arial"/>
                          <a:ea typeface="Arial"/>
                          <a:cs typeface="Arial"/>
                        </a:rPr>
                        <a:t>28/30</a:t>
                      </a:r>
                    </a:p>
                  </a:txBody>
                  <a:tcPr marL="91440" marR="91440" marT="45720" marB="45720" anchor="ctr">
                    <a:lnR w="0">
                      <a:solidFill>
                        <a:srgbClr val="FFFFFF"/>
                      </a:solidFill>
                    </a:lnR>
                    <a:lnB w="0">
                      <a:solidFill>
                        <a:srgbClr val="FFFFFF"/>
                      </a:solidFill>
                    </a:lnB>
                    <a:solidFill>
                      <a:srgbClr val="FFFFFF"/>
                    </a:solidFill>
                  </a:tcPr>
                </a:tc>
                <a:tc>
                  <a:txBody>
                    <a:bodyPr lIns="76200" tIns="76200" rIns="76200" bIns="76200"/>
                    <a:lstStyle/>
                    <a:p>
                      <a:r>
                        <a:rPr sz="1650" b="0">
                          <a:solidFill>
                            <a:srgbClr val="172B3A"/>
                          </a:solidFill>
                          <a:latin typeface="Arial"/>
                          <a:ea typeface="Arial"/>
                          <a:cs typeface="Arial"/>
                        </a:rPr>
                        <a:t>30/30</a:t>
                      </a:r>
                    </a:p>
                  </a:txBody>
                  <a:tcPr marL="91440" marR="91440" marT="45720" marB="45720" anchor="ctr">
                    <a:lnR w="0">
                      <a:solidFill>
                        <a:srgbClr val="FFFFFF"/>
                      </a:solidFill>
                    </a:lnR>
                    <a:lnB w="0">
                      <a:solidFill>
                        <a:srgbClr val="FFFFFF"/>
                      </a:solidFill>
                    </a:lnB>
                    <a:solidFill>
                      <a:srgbClr val="FFFFFF"/>
                    </a:solidFill>
                  </a:tcPr>
                </a:tc>
              </a:tr>
              <a:tr h="569119">
                <a:tc>
                  <a:txBody>
                    <a:bodyPr lIns="76200" tIns="76200" rIns="76200" bIns="76200"/>
                    <a:lstStyle/>
                    <a:p>
                      <a:r>
                        <a:rPr sz="1650" b="0">
                          <a:solidFill>
                            <a:srgbClr val="172B3A"/>
                          </a:solidFill>
                          <a:latin typeface="Arial"/>
                          <a:ea typeface="Arial"/>
                          <a:cs typeface="Arial"/>
                        </a:rPr>
                        <a:t>2 runs</a:t>
                      </a:r>
                    </a:p>
                  </a:txBody>
                  <a:tcPr marL="91440" marR="91440" marT="45720" marB="45720" anchor="ctr">
                    <a:lnL w="0">
                      <a:solidFill>
                        <a:srgbClr val="FFFFFF"/>
                      </a:solidFill>
                    </a:lnL>
                    <a:lnR w="0">
                      <a:solidFill>
                        <a:srgbClr val="FFFFFF"/>
                      </a:solidFill>
                    </a:lnR>
                    <a:lnB w="0">
                      <a:solidFill>
                        <a:srgbClr val="FFFFFF"/>
                      </a:solidFill>
                    </a:lnB>
                    <a:solidFill>
                      <a:srgbClr val="FFFFFF"/>
                    </a:solidFill>
                  </a:tcPr>
                </a:tc>
                <a:tc>
                  <a:txBody>
                    <a:bodyPr lIns="76200" tIns="76200" rIns="76200" bIns="76200"/>
                    <a:lstStyle/>
                    <a:p>
                      <a:r>
                        <a:rPr sz="1650" b="0">
                          <a:solidFill>
                            <a:srgbClr val="172B3A"/>
                          </a:solidFill>
                          <a:latin typeface="Arial"/>
                          <a:ea typeface="Arial"/>
                          <a:cs typeface="Arial"/>
                        </a:rPr>
                        <a:t>23/30</a:t>
                      </a:r>
                    </a:p>
                  </a:txBody>
                  <a:tcPr marL="91440" marR="91440" marT="45720" marB="45720" anchor="ctr">
                    <a:lnR w="0">
                      <a:solidFill>
                        <a:srgbClr val="FFFFFF"/>
                      </a:solidFill>
                    </a:lnR>
                    <a:lnB w="0">
                      <a:solidFill>
                        <a:srgbClr val="FFFFFF"/>
                      </a:solidFill>
                    </a:lnB>
                    <a:solidFill>
                      <a:srgbClr val="FFFFFF"/>
                    </a:solidFill>
                  </a:tcPr>
                </a:tc>
                <a:tc>
                  <a:txBody>
                    <a:bodyPr lIns="76200" tIns="76200" rIns="76200" bIns="76200"/>
                    <a:lstStyle/>
                    <a:p>
                      <a:r>
                        <a:rPr sz="1650" b="0">
                          <a:solidFill>
                            <a:srgbClr val="172B3A"/>
                          </a:solidFill>
                          <a:latin typeface="Arial"/>
                          <a:ea typeface="Arial"/>
                          <a:cs typeface="Arial"/>
                        </a:rPr>
                        <a:t>30/30</a:t>
                      </a:r>
                    </a:p>
                  </a:txBody>
                  <a:tcPr marL="91440" marR="91440" marT="45720" marB="45720" anchor="ctr">
                    <a:lnR w="0">
                      <a:solidFill>
                        <a:srgbClr val="FFFFFF"/>
                      </a:solidFill>
                    </a:lnR>
                    <a:lnB w="0">
                      <a:solidFill>
                        <a:srgbClr val="FFFFFF"/>
                      </a:solidFill>
                    </a:lnB>
                    <a:solidFill>
                      <a:srgbClr val="FFFFFF"/>
                    </a:solidFill>
                  </a:tcPr>
                </a:tc>
              </a:tr>
              <a:tr h="569119">
                <a:tc>
                  <a:txBody>
                    <a:bodyPr lIns="76200" tIns="76200" rIns="76200" bIns="76200"/>
                    <a:lstStyle/>
                    <a:p>
                      <a:r>
                        <a:rPr sz="1650" b="0">
                          <a:solidFill>
                            <a:srgbClr val="172B3A"/>
                          </a:solidFill>
                          <a:latin typeface="Arial"/>
                          <a:ea typeface="Arial"/>
                          <a:cs typeface="Arial"/>
                        </a:rPr>
                        <a:t>4 runs</a:t>
                      </a:r>
                    </a:p>
                  </a:txBody>
                  <a:tcPr marL="91440" marR="91440" marT="45720" marB="45720" anchor="ctr">
                    <a:lnL w="0">
                      <a:solidFill>
                        <a:srgbClr val="FFFFFF"/>
                      </a:solidFill>
                    </a:lnL>
                    <a:lnR w="0">
                      <a:solidFill>
                        <a:srgbClr val="FFFFFF"/>
                      </a:solidFill>
                    </a:lnR>
                    <a:lnB w="0">
                      <a:solidFill>
                        <a:srgbClr val="FFFFFF"/>
                      </a:solidFill>
                    </a:lnB>
                    <a:solidFill>
                      <a:srgbClr val="FFFFFF"/>
                    </a:solidFill>
                  </a:tcPr>
                </a:tc>
                <a:tc>
                  <a:txBody>
                    <a:bodyPr lIns="76200" tIns="76200" rIns="76200" bIns="76200"/>
                    <a:lstStyle/>
                    <a:p>
                      <a:r>
                        <a:rPr sz="1650" b="0">
                          <a:solidFill>
                            <a:srgbClr val="172B3A"/>
                          </a:solidFill>
                          <a:latin typeface="Arial"/>
                          <a:ea typeface="Arial"/>
                          <a:cs typeface="Arial"/>
                        </a:rPr>
                        <a:t>12/30</a:t>
                      </a:r>
                    </a:p>
                  </a:txBody>
                  <a:tcPr marL="91440" marR="91440" marT="45720" marB="45720" anchor="ctr">
                    <a:lnR w="0">
                      <a:solidFill>
                        <a:srgbClr val="FFFFFF"/>
                      </a:solidFill>
                    </a:lnR>
                    <a:lnB w="0">
                      <a:solidFill>
                        <a:srgbClr val="FFFFFF"/>
                      </a:solidFill>
                    </a:lnB>
                    <a:solidFill>
                      <a:srgbClr val="FFFFFF"/>
                    </a:solidFill>
                  </a:tcPr>
                </a:tc>
                <a:tc>
                  <a:txBody>
                    <a:bodyPr lIns="76200" tIns="76200" rIns="76200" bIns="76200"/>
                    <a:lstStyle/>
                    <a:p>
                      <a:r>
                        <a:rPr sz="1650" b="0">
                          <a:solidFill>
                            <a:srgbClr val="172B3A"/>
                          </a:solidFill>
                          <a:latin typeface="Arial"/>
                          <a:ea typeface="Arial"/>
                          <a:cs typeface="Arial"/>
                        </a:rPr>
                        <a:t>24/30</a:t>
                      </a:r>
                    </a:p>
                  </a:txBody>
                  <a:tcPr marL="91440" marR="91440" marT="45720" marB="45720" anchor="ctr">
                    <a:lnR w="0">
                      <a:solidFill>
                        <a:srgbClr val="FFFFFF"/>
                      </a:solidFill>
                    </a:lnR>
                    <a:lnB w="0">
                      <a:solidFill>
                        <a:srgbClr val="FFFFFF"/>
                      </a:solidFill>
                    </a:lnB>
                    <a:solidFill>
                      <a:srgbClr val="FFFFFF"/>
                    </a:solidFill>
                  </a:tcPr>
                </a:tc>
              </a:tr>
            </a:tbl>
          </a:graphicData>
        </a:graphic>
      </p:graphicFrame>
      <p:sp>
        <p:nvSpPr>
          <p:cNvPr id="6" name="text-3">
            <a:extLst xmlns:a="http://schemas.openxmlformats.org/drawingml/2006/main">
              <a:ext uri="{FF2B5EF4-FFF2-40B4-BE49-F238E27FC236}">
                <a16:creationId xmlns:a16="http://schemas.microsoft.com/office/drawing/2014/main" id="{120117A0-0217-4ADB-B655-0C9E7B64749D}"/>
              </a:ext>
            </a:extLst>
          </p:cNvPr>
          <p:cNvSpPr>
            <a:spLocks xmlns:a="http://schemas.openxmlformats.org/drawingml/2006/main" noGrp="1"/>
          </p:cNvSpPr>
          <p:nvPr/>
        </p:nvSpPr>
        <p:spPr>
          <a:xfrm xmlns:a="http://schemas.openxmlformats.org/drawingml/2006/main">
            <a:off x="685800" y="598170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a:solidFill>
                  <a:srgbClr val="175F96"/>
                </a:solidFill>
                <a:latin typeface="Arial"/>
                <a:ea typeface="Arial"/>
                <a:cs typeface="Arial"/>
              </a:defRPr>
            </a:defPPr>
          </a:lstStyle>
          <a:p xmlns:a="http://schemas.openxmlformats.org/drawingml/2006/main">
            <a:pPr>
              <a:defRPr sz="1800">
                <a:solidFill>
                  <a:srgbClr val="175F96"/>
                </a:solidFill>
                <a:latin typeface="Arial"/>
                <a:ea typeface="Arial"/>
                <a:cs typeface="Arial"/>
              </a:defRPr>
            </a:pPr>
            <a:r>
              <a:rPr sz="1800">
                <a:solidFill>
                  <a:srgbClr val="175F96"/>
                </a:solidFill>
                <a:latin typeface="Arial"/>
                <a:ea typeface="Arial"/>
                <a:cs typeface="Arial"/>
              </a:rPr>
              <a:t>One run at 8k: exact 95% interval 77.9% to 99.2% (n = 30).</a:t>
            </a:r>
          </a:p>
        </p:txBody>
      </p:sp>
    </p:spTree>
    <p:extLst>
      <p:ext uri="{BB962C8B-B14F-4D97-AF65-F5344CB8AC3E}">
        <p14:creationId xmlns:p14="http://schemas.microsoft.com/office/powerpoint/2010/main" val="128721322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6FC36F27-6536-4A97-B99E-FCA324076D41}"/>
              </a:ext>
            </a:extLst>
          </p:cNvPr>
          <p:cNvSpPr>
            <a:spLocks xmlns:a="http://schemas.openxmlformats.org/drawingml/2006/main" noGrp="1"/>
          </p:cNvSpPr>
          <p:nvPr/>
        </p:nvSpPr>
        <p:spPr>
          <a:xfrm xmlns:a="http://schemas.openxmlformats.org/drawingml/2006/main">
            <a:off x="685800" y="428625"/>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72B3A"/>
                </a:solidFill>
                <a:latin typeface="Arial"/>
                <a:ea typeface="Arial"/>
                <a:cs typeface="Arial"/>
              </a:defRPr>
            </a:defPPr>
          </a:lstStyle>
          <a:p xmlns:a="http://schemas.openxmlformats.org/drawingml/2006/main">
            <a:pPr>
              <a:defRPr sz="3150" b="1">
                <a:solidFill>
                  <a:srgbClr val="172B3A"/>
                </a:solidFill>
                <a:latin typeface="Arial"/>
                <a:ea typeface="Arial"/>
                <a:cs typeface="Arial"/>
              </a:defRPr>
            </a:pPr>
            <a:r>
              <a:rPr sz="3150" b="1">
                <a:solidFill>
                  <a:srgbClr val="172B3A"/>
                </a:solidFill>
                <a:latin typeface="Arial"/>
                <a:ea typeface="Arial"/>
                <a:cs typeface="Arial"/>
              </a:rPr>
              <a:t>Do the results depend on the dataset split?</a:t>
            </a:r>
          </a:p>
        </p:txBody>
      </p:sp>
      <p:sp>
        <p:nvSpPr>
          <p:cNvPr id="2" name="text-1">
            <a:extLst xmlns:a="http://schemas.openxmlformats.org/drawingml/2006/main">
              <a:ext uri="{FF2B5EF4-FFF2-40B4-BE49-F238E27FC236}">
                <a16:creationId xmlns:a16="http://schemas.microsoft.com/office/drawing/2014/main" id="{CF53F136-ADDE-4E72-87BA-F5AD0E8BACCB}"/>
              </a:ext>
            </a:extLst>
          </p:cNvPr>
          <p:cNvSpPr>
            <a:spLocks xmlns:a="http://schemas.openxmlformats.org/drawingml/2006/main" noGrp="1"/>
          </p:cNvSpPr>
          <p:nvPr/>
        </p:nvSpPr>
        <p:spPr>
          <a:xfrm xmlns:a="http://schemas.openxmlformats.org/drawingml/2006/main">
            <a:off x="685800" y="6496050"/>
            <a:ext cx="8858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667784"/>
                </a:solidFill>
                <a:latin typeface="Arial"/>
                <a:ea typeface="Arial"/>
                <a:cs typeface="Arial"/>
              </a:defRPr>
            </a:defPPr>
          </a:lstStyle>
          <a:p xmlns:a="http://schemas.openxmlformats.org/drawingml/2006/main">
            <a:pPr>
              <a:defRPr sz="1350">
                <a:solidFill>
                  <a:srgbClr val="667784"/>
                </a:solidFill>
                <a:latin typeface="Arial"/>
                <a:ea typeface="Arial"/>
                <a:cs typeface="Arial"/>
              </a:defRPr>
            </a:pPr>
            <a:r>
              <a:rPr sz="1350">
                <a:solidFill>
                  <a:srgbClr val="667784"/>
                </a:solidFill>
                <a:latin typeface="Arial"/>
                <a:ea typeface="Arial"/>
                <a:cs typeface="Arial"/>
              </a:rPr>
              <a:t>Paper v2 | Grokking under a fixed budget</a:t>
            </a:r>
          </a:p>
        </p:txBody>
      </p:sp>
      <p:sp>
        <p:nvSpPr>
          <p:cNvPr id="3" name="text-2">
            <a:extLst xmlns:a="http://schemas.openxmlformats.org/drawingml/2006/main">
              <a:ext uri="{FF2B5EF4-FFF2-40B4-BE49-F238E27FC236}">
                <a16:creationId xmlns:a16="http://schemas.microsoft.com/office/drawing/2014/main" id="{157FE4F5-7A21-48FA-8E95-9F50120D0246}"/>
              </a:ext>
            </a:extLst>
          </p:cNvPr>
          <p:cNvSpPr>
            <a:spLocks xmlns:a="http://schemas.openxmlformats.org/drawingml/2006/main" noGrp="1"/>
          </p:cNvSpPr>
          <p:nvPr/>
        </p:nvSpPr>
        <p:spPr>
          <a:xfrm xmlns:a="http://schemas.openxmlformats.org/drawingml/2006/main">
            <a:off x="9906000" y="6496050"/>
            <a:ext cx="1600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667784"/>
                </a:solidFill>
                <a:latin typeface="Arial"/>
                <a:ea typeface="Arial"/>
                <a:cs typeface="Arial"/>
              </a:defRPr>
            </a:defPPr>
          </a:lstStyle>
          <a:p xmlns:a="http://schemas.openxmlformats.org/drawingml/2006/main">
            <a:pPr algn="r">
              <a:defRPr sz="1350">
                <a:solidFill>
                  <a:srgbClr val="667784"/>
                </a:solidFill>
                <a:latin typeface="Arial"/>
                <a:ea typeface="Arial"/>
                <a:cs typeface="Arial"/>
              </a:defRPr>
            </a:pPr>
            <a:r>
              <a:rPr sz="1350">
                <a:solidFill>
                  <a:srgbClr val="667784"/>
                </a:solidFill>
                <a:latin typeface="Arial"/>
                <a:ea typeface="Arial"/>
                <a:cs typeface="Arial"/>
              </a:rPr>
              <a:t>09</a:t>
            </a:r>
          </a:p>
        </p:txBody>
      </p:sp>
      <p:graphicFrame>
        <p:nvGraphicFramePr>
          <p:cNvPr id="4" name="Chart">
            <a:extLst xmlns:a="http://schemas.openxmlformats.org/drawingml/2006/main">
              <a:ext uri="{FF2B5EF4-FFF2-40B4-BE49-F238E27FC236}">
                <a16:creationId xmlns:a16="http://schemas.microsoft.com/office/drawing/2014/main" id="{7D31B407-1C94-4F37-B1BC-52E10960428F}"/>
              </a:ext>
            </a:extLst>
          </p:cNvPr>
          <p:cNvGraphicFramePr/>
          <p:nvPr/>
        </p:nvGraphicFramePr>
        <p:xfrm>
          <a:off xmlns:a="http://schemas.openxmlformats.org/drawingml/2006/main" x="523875" y="1571625"/>
          <a:ext xmlns:a="http://schemas.openxmlformats.org/drawingml/2006/main" cx="11049000" cy="4105275"/>
        </p:xfrm>
        <a:graphic xmlns:a="http://schemas.openxmlformats.org/drawingml/2006/main">
          <a:graphicData uri="http://schemas.openxmlformats.org/drawingml/2006/chart">
            <c:chart xmlns:r="http://schemas.openxmlformats.org/officeDocument/2006/relationships" xmlns:c="http://schemas.openxmlformats.org/drawingml/2006/chart" r:id="R3cab96a5d40b4caa"/>
          </a:graphicData>
        </a:graphic>
      </p:graphicFrame>
      <p:sp>
        <p:nvSpPr>
          <p:cNvPr id="5" name="text-3">
            <a:extLst xmlns:a="http://schemas.openxmlformats.org/drawingml/2006/main">
              <a:ext uri="{FF2B5EF4-FFF2-40B4-BE49-F238E27FC236}">
                <a16:creationId xmlns:a16="http://schemas.microsoft.com/office/drawing/2014/main" id="{5C01FB47-9EFE-4D9D-9ED1-CE00018298D3}"/>
              </a:ext>
            </a:extLst>
          </p:cNvPr>
          <p:cNvSpPr>
            <a:spLocks xmlns:a="http://schemas.openxmlformats.org/drawingml/2006/main" noGrp="1"/>
          </p:cNvSpPr>
          <p:nvPr/>
        </p:nvSpPr>
        <p:spPr>
          <a:xfrm xmlns:a="http://schemas.openxmlformats.org/drawingml/2006/main">
            <a:off x="685800" y="598170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a:solidFill>
                  <a:srgbClr val="175F96"/>
                </a:solidFill>
                <a:latin typeface="Arial"/>
                <a:ea typeface="Arial"/>
                <a:cs typeface="Arial"/>
              </a:defRPr>
            </a:defPPr>
          </a:lstStyle>
          <a:p xmlns:a="http://schemas.openxmlformats.org/drawingml/2006/main">
            <a:pPr>
              <a:defRPr sz="1800">
                <a:solidFill>
                  <a:srgbClr val="175F96"/>
                </a:solidFill>
                <a:latin typeface="Arial"/>
                <a:ea typeface="Arial"/>
                <a:cs typeface="Arial"/>
              </a:defRPr>
            </a:pPr>
            <a:r>
              <a:rPr sz="1800">
                <a:solidFill>
                  <a:srgbClr val="175F96"/>
                </a:solidFill>
                <a:latin typeface="Arial"/>
                <a:ea typeface="Arial"/>
                <a:cs typeface="Arial"/>
              </a:rPr>
              <a:t>The full paper also reports 12,000 updates on every split; three splits are a limited replication.</a:t>
            </a:r>
          </a:p>
        </p:txBody>
      </p:sp>
    </p:spTree>
    <p:extLst>
      <p:ext uri="{BB962C8B-B14F-4D97-AF65-F5344CB8AC3E}">
        <p14:creationId xmlns:p14="http://schemas.microsoft.com/office/powerpoint/2010/main" val="149865665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8A9E3663-A292-49A7-9D5D-63EB4FE8DDE8}"/>
              </a:ext>
            </a:extLst>
          </p:cNvPr>
          <p:cNvSpPr>
            <a:spLocks xmlns:a="http://schemas.openxmlformats.org/drawingml/2006/main" noGrp="1"/>
          </p:cNvSpPr>
          <p:nvPr/>
        </p:nvSpPr>
        <p:spPr>
          <a:xfrm xmlns:a="http://schemas.openxmlformats.org/drawingml/2006/main">
            <a:off x="685800" y="428625"/>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72B3A"/>
                </a:solidFill>
                <a:latin typeface="Arial"/>
                <a:ea typeface="Arial"/>
                <a:cs typeface="Arial"/>
              </a:defRPr>
            </a:defPPr>
          </a:lstStyle>
          <a:p xmlns:a="http://schemas.openxmlformats.org/drawingml/2006/main">
            <a:pPr>
              <a:defRPr sz="3150" b="1">
                <a:solidFill>
                  <a:srgbClr val="172B3A"/>
                </a:solidFill>
                <a:latin typeface="Arial"/>
                <a:ea typeface="Arial"/>
                <a:cs typeface="Arial"/>
              </a:defRPr>
            </a:pPr>
            <a:r>
              <a:rPr sz="3150" b="1">
                <a:solidFill>
                  <a:srgbClr val="172B3A"/>
                </a:solidFill>
                <a:latin typeface="Arial"/>
                <a:ea typeface="Arial"/>
                <a:cs typeface="Arial"/>
              </a:rPr>
              <a:t>Predicted chance versus fresh observations</a:t>
            </a:r>
          </a:p>
        </p:txBody>
      </p:sp>
      <p:sp>
        <p:nvSpPr>
          <p:cNvPr id="2" name="text-1">
            <a:extLst xmlns:a="http://schemas.openxmlformats.org/drawingml/2006/main">
              <a:ext uri="{FF2B5EF4-FFF2-40B4-BE49-F238E27FC236}">
                <a16:creationId xmlns:a16="http://schemas.microsoft.com/office/drawing/2014/main" id="{BB9EFE99-FFD5-4D0C-AB4B-9A68B9FFE7A1}"/>
              </a:ext>
            </a:extLst>
          </p:cNvPr>
          <p:cNvSpPr>
            <a:spLocks xmlns:a="http://schemas.openxmlformats.org/drawingml/2006/main" noGrp="1"/>
          </p:cNvSpPr>
          <p:nvPr/>
        </p:nvSpPr>
        <p:spPr>
          <a:xfrm xmlns:a="http://schemas.openxmlformats.org/drawingml/2006/main">
            <a:off x="685800" y="6496050"/>
            <a:ext cx="8858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667784"/>
                </a:solidFill>
                <a:latin typeface="Arial"/>
                <a:ea typeface="Arial"/>
                <a:cs typeface="Arial"/>
              </a:defRPr>
            </a:defPPr>
          </a:lstStyle>
          <a:p xmlns:a="http://schemas.openxmlformats.org/drawingml/2006/main">
            <a:pPr>
              <a:defRPr sz="1350">
                <a:solidFill>
                  <a:srgbClr val="667784"/>
                </a:solidFill>
                <a:latin typeface="Arial"/>
                <a:ea typeface="Arial"/>
                <a:cs typeface="Arial"/>
              </a:defRPr>
            </a:pPr>
            <a:r>
              <a:rPr sz="1350">
                <a:solidFill>
                  <a:srgbClr val="667784"/>
                </a:solidFill>
                <a:latin typeface="Arial"/>
                <a:ea typeface="Arial"/>
                <a:cs typeface="Arial"/>
              </a:rPr>
              <a:t>Paper v2 | Grokking under a fixed budget</a:t>
            </a:r>
          </a:p>
        </p:txBody>
      </p:sp>
      <p:sp>
        <p:nvSpPr>
          <p:cNvPr id="3" name="text-2">
            <a:extLst xmlns:a="http://schemas.openxmlformats.org/drawingml/2006/main">
              <a:ext uri="{FF2B5EF4-FFF2-40B4-BE49-F238E27FC236}">
                <a16:creationId xmlns:a16="http://schemas.microsoft.com/office/drawing/2014/main" id="{389BEEF0-B9A3-43F8-8DD7-FFD68CE6FBEE}"/>
              </a:ext>
            </a:extLst>
          </p:cNvPr>
          <p:cNvSpPr>
            <a:spLocks xmlns:a="http://schemas.openxmlformats.org/drawingml/2006/main" noGrp="1"/>
          </p:cNvSpPr>
          <p:nvPr/>
        </p:nvSpPr>
        <p:spPr>
          <a:xfrm xmlns:a="http://schemas.openxmlformats.org/drawingml/2006/main">
            <a:off x="9906000" y="6496050"/>
            <a:ext cx="1600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667784"/>
                </a:solidFill>
                <a:latin typeface="Arial"/>
                <a:ea typeface="Arial"/>
                <a:cs typeface="Arial"/>
              </a:defRPr>
            </a:defPPr>
          </a:lstStyle>
          <a:p xmlns:a="http://schemas.openxmlformats.org/drawingml/2006/main">
            <a:pPr algn="r">
              <a:defRPr sz="1350">
                <a:solidFill>
                  <a:srgbClr val="667784"/>
                </a:solidFill>
                <a:latin typeface="Arial"/>
                <a:ea typeface="Arial"/>
                <a:cs typeface="Arial"/>
              </a:defRPr>
            </a:pPr>
            <a:r>
              <a:rPr sz="1350">
                <a:solidFill>
                  <a:srgbClr val="667784"/>
                </a:solidFill>
                <a:latin typeface="Arial"/>
                <a:ea typeface="Arial"/>
                <a:cs typeface="Arial"/>
              </a:rPr>
              <a:t>10</a:t>
            </a:r>
          </a:p>
        </p:txBody>
      </p:sp>
      <p:graphicFrame>
        <p:nvGraphicFramePr>
          <p:cNvPr id="4" name="Chart">
            <a:extLst xmlns:a="http://schemas.openxmlformats.org/drawingml/2006/main">
              <a:ext uri="{FF2B5EF4-FFF2-40B4-BE49-F238E27FC236}">
                <a16:creationId xmlns:a16="http://schemas.microsoft.com/office/drawing/2014/main" id="{143D85F7-CE61-43B2-BD19-DB3DD83BC11C}"/>
              </a:ext>
            </a:extLst>
          </p:cNvPr>
          <p:cNvGraphicFramePr/>
          <p:nvPr/>
        </p:nvGraphicFramePr>
        <p:xfrm>
          <a:off xmlns:a="http://schemas.openxmlformats.org/drawingml/2006/main" x="523875" y="1562100"/>
          <a:ext xmlns:a="http://schemas.openxmlformats.org/drawingml/2006/main" cx="11049000" cy="4114800"/>
        </p:xfrm>
        <a:graphic xmlns:a="http://schemas.openxmlformats.org/drawingml/2006/main">
          <a:graphicData uri="http://schemas.openxmlformats.org/drawingml/2006/chart">
            <c:chart xmlns:r="http://schemas.openxmlformats.org/officeDocument/2006/relationships" xmlns:c="http://schemas.openxmlformats.org/drawingml/2006/chart" r:id="Rd8d1251dcd804600"/>
          </a:graphicData>
        </a:graphic>
      </p:graphicFrame>
      <p:sp>
        <p:nvSpPr>
          <p:cNvPr id="5" name="text-3">
            <a:extLst xmlns:a="http://schemas.openxmlformats.org/drawingml/2006/main">
              <a:ext uri="{FF2B5EF4-FFF2-40B4-BE49-F238E27FC236}">
                <a16:creationId xmlns:a16="http://schemas.microsoft.com/office/drawing/2014/main" id="{EAD665C9-C824-45F2-AEF8-B4F27FF14EC5}"/>
              </a:ext>
            </a:extLst>
          </p:cNvPr>
          <p:cNvSpPr>
            <a:spLocks xmlns:a="http://schemas.openxmlformats.org/drawingml/2006/main" noGrp="1"/>
          </p:cNvSpPr>
          <p:nvPr/>
        </p:nvSpPr>
        <p:spPr>
          <a:xfrm xmlns:a="http://schemas.openxmlformats.org/drawingml/2006/main">
            <a:off x="685800" y="5991225"/>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a:solidFill>
                  <a:srgbClr val="175F96"/>
                </a:solidFill>
                <a:latin typeface="Arial"/>
                <a:ea typeface="Arial"/>
                <a:cs typeface="Arial"/>
              </a:defRPr>
            </a:defPPr>
          </a:lstStyle>
          <a:p xmlns:a="http://schemas.openxmlformats.org/drawingml/2006/main">
            <a:pPr>
              <a:defRPr sz="1800">
                <a:solidFill>
                  <a:srgbClr val="175F96"/>
                </a:solidFill>
                <a:latin typeface="Arial"/>
                <a:ea typeface="Arial"/>
                <a:cs typeface="Arial"/>
              </a:defRPr>
            </a:pPr>
            <a:r>
              <a:rPr sz="1800">
                <a:solidFill>
                  <a:srgbClr val="175F96"/>
                </a:solidFill>
                <a:latin typeface="Arial"/>
                <a:ea typeface="Arial"/>
                <a:cs typeface="Arial"/>
              </a:rPr>
              <a:t>Separate calibration and validation samples. The paper includes both sources of uncertainty.</a:t>
            </a:r>
          </a:p>
        </p:txBody>
      </p:sp>
    </p:spTree>
    <p:extLst>
      <p:ext uri="{BB962C8B-B14F-4D97-AF65-F5344CB8AC3E}">
        <p14:creationId xmlns:p14="http://schemas.microsoft.com/office/powerpoint/2010/main" val="211573679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2A793812-C9CA-47C8-A8B1-764BDBBD4906}"/>
              </a:ext>
            </a:extLst>
          </p:cNvPr>
          <p:cNvSpPr>
            <a:spLocks xmlns:a="http://schemas.openxmlformats.org/drawingml/2006/main" noGrp="1"/>
          </p:cNvSpPr>
          <p:nvPr/>
        </p:nvSpPr>
        <p:spPr>
          <a:xfrm xmlns:a="http://schemas.openxmlformats.org/drawingml/2006/main">
            <a:off x="685800" y="428625"/>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72B3A"/>
                </a:solidFill>
                <a:latin typeface="Arial"/>
                <a:ea typeface="Arial"/>
                <a:cs typeface="Arial"/>
              </a:defRPr>
            </a:defPPr>
          </a:lstStyle>
          <a:p xmlns:a="http://schemas.openxmlformats.org/drawingml/2006/main">
            <a:pPr>
              <a:defRPr sz="3150" b="1">
                <a:solidFill>
                  <a:srgbClr val="172B3A"/>
                </a:solidFill>
                <a:latin typeface="Arial"/>
                <a:ea typeface="Arial"/>
                <a:cs typeface="Arial"/>
              </a:defRPr>
            </a:pPr>
            <a:r>
              <a:rPr sz="3150" b="1">
                <a:solidFill>
                  <a:srgbClr val="172B3A"/>
                </a:solidFill>
                <a:latin typeface="Arial"/>
                <a:ea typeface="Arial"/>
                <a:cs typeface="Arial"/>
              </a:rPr>
              <a:t>Brief confirmation and a 500-update window</a:t>
            </a:r>
          </a:p>
        </p:txBody>
      </p:sp>
      <p:sp>
        <p:nvSpPr>
          <p:cNvPr id="2" name="text-1">
            <a:extLst xmlns:a="http://schemas.openxmlformats.org/drawingml/2006/main">
              <a:ext uri="{FF2B5EF4-FFF2-40B4-BE49-F238E27FC236}">
                <a16:creationId xmlns:a16="http://schemas.microsoft.com/office/drawing/2014/main" id="{A1DFD180-9C73-4CFF-B18A-C559C0727170}"/>
              </a:ext>
            </a:extLst>
          </p:cNvPr>
          <p:cNvSpPr>
            <a:spLocks xmlns:a="http://schemas.openxmlformats.org/drawingml/2006/main" noGrp="1"/>
          </p:cNvSpPr>
          <p:nvPr/>
        </p:nvSpPr>
        <p:spPr>
          <a:xfrm xmlns:a="http://schemas.openxmlformats.org/drawingml/2006/main">
            <a:off x="685800" y="6496050"/>
            <a:ext cx="8858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667784"/>
                </a:solidFill>
                <a:latin typeface="Arial"/>
                <a:ea typeface="Arial"/>
                <a:cs typeface="Arial"/>
              </a:defRPr>
            </a:defPPr>
          </a:lstStyle>
          <a:p xmlns:a="http://schemas.openxmlformats.org/drawingml/2006/main">
            <a:pPr>
              <a:defRPr sz="1350">
                <a:solidFill>
                  <a:srgbClr val="667784"/>
                </a:solidFill>
                <a:latin typeface="Arial"/>
                <a:ea typeface="Arial"/>
                <a:cs typeface="Arial"/>
              </a:defRPr>
            </a:pPr>
            <a:r>
              <a:rPr sz="1350">
                <a:solidFill>
                  <a:srgbClr val="667784"/>
                </a:solidFill>
                <a:latin typeface="Arial"/>
                <a:ea typeface="Arial"/>
                <a:cs typeface="Arial"/>
              </a:rPr>
              <a:t>Paper v2 | Grokking under a fixed budget</a:t>
            </a:r>
          </a:p>
        </p:txBody>
      </p:sp>
      <p:sp>
        <p:nvSpPr>
          <p:cNvPr id="3" name="text-2">
            <a:extLst xmlns:a="http://schemas.openxmlformats.org/drawingml/2006/main">
              <a:ext uri="{FF2B5EF4-FFF2-40B4-BE49-F238E27FC236}">
                <a16:creationId xmlns:a16="http://schemas.microsoft.com/office/drawing/2014/main" id="{DF91E3C7-52C6-4C26-9F16-4F942EDB3977}"/>
              </a:ext>
            </a:extLst>
          </p:cNvPr>
          <p:cNvSpPr>
            <a:spLocks xmlns:a="http://schemas.openxmlformats.org/drawingml/2006/main" noGrp="1"/>
          </p:cNvSpPr>
          <p:nvPr/>
        </p:nvSpPr>
        <p:spPr>
          <a:xfrm xmlns:a="http://schemas.openxmlformats.org/drawingml/2006/main">
            <a:off x="9906000" y="6496050"/>
            <a:ext cx="1600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667784"/>
                </a:solidFill>
                <a:latin typeface="Arial"/>
                <a:ea typeface="Arial"/>
                <a:cs typeface="Arial"/>
              </a:defRPr>
            </a:defPPr>
          </a:lstStyle>
          <a:p xmlns:a="http://schemas.openxmlformats.org/drawingml/2006/main">
            <a:pPr algn="r">
              <a:defRPr sz="1350">
                <a:solidFill>
                  <a:srgbClr val="667784"/>
                </a:solidFill>
                <a:latin typeface="Arial"/>
                <a:ea typeface="Arial"/>
                <a:cs typeface="Arial"/>
              </a:defRPr>
            </a:pPr>
            <a:r>
              <a:rPr sz="1350">
                <a:solidFill>
                  <a:srgbClr val="667784"/>
                </a:solidFill>
                <a:latin typeface="Arial"/>
                <a:ea typeface="Arial"/>
                <a:cs typeface="Arial"/>
              </a:rPr>
              <a:t>11</a:t>
            </a:r>
          </a:p>
        </p:txBody>
      </p:sp>
      <p:graphicFrame>
        <p:nvGraphicFramePr>
          <p:cNvPr id="4" name="Chart">
            <a:extLst xmlns:a="http://schemas.openxmlformats.org/drawingml/2006/main">
              <a:ext uri="{FF2B5EF4-FFF2-40B4-BE49-F238E27FC236}">
                <a16:creationId xmlns:a16="http://schemas.microsoft.com/office/drawing/2014/main" id="{B0934CA0-3835-4E7C-B992-99F36B03A6B5}"/>
              </a:ext>
            </a:extLst>
          </p:cNvPr>
          <p:cNvGraphicFramePr/>
          <p:nvPr/>
        </p:nvGraphicFramePr>
        <p:xfrm>
          <a:off xmlns:a="http://schemas.openxmlformats.org/drawingml/2006/main" x="523875" y="1562100"/>
          <a:ext xmlns:a="http://schemas.openxmlformats.org/drawingml/2006/main" cx="11049000" cy="4114800"/>
        </p:xfrm>
        <a:graphic xmlns:a="http://schemas.openxmlformats.org/drawingml/2006/main">
          <a:graphicData uri="http://schemas.openxmlformats.org/drawingml/2006/chart">
            <c:chart xmlns:r="http://schemas.openxmlformats.org/officeDocument/2006/relationships" xmlns:c="http://schemas.openxmlformats.org/drawingml/2006/chart" r:id="R386ce250cae549cd"/>
          </a:graphicData>
        </a:graphic>
      </p:graphicFrame>
      <p:sp>
        <p:nvSpPr>
          <p:cNvPr id="5" name="text-3">
            <a:extLst xmlns:a="http://schemas.openxmlformats.org/drawingml/2006/main">
              <a:ext uri="{FF2B5EF4-FFF2-40B4-BE49-F238E27FC236}">
                <a16:creationId xmlns:a16="http://schemas.microsoft.com/office/drawing/2014/main" id="{D43CC32F-1DC6-43E0-AF64-625ABB47F663}"/>
              </a:ext>
            </a:extLst>
          </p:cNvPr>
          <p:cNvSpPr>
            <a:spLocks xmlns:a="http://schemas.openxmlformats.org/drawingml/2006/main" noGrp="1"/>
          </p:cNvSpPr>
          <p:nvPr/>
        </p:nvSpPr>
        <p:spPr>
          <a:xfrm xmlns:a="http://schemas.openxmlformats.org/drawingml/2006/main">
            <a:off x="685800" y="598170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a:solidFill>
                  <a:srgbClr val="175F96"/>
                </a:solidFill>
                <a:latin typeface="Arial"/>
                <a:ea typeface="Arial"/>
                <a:cs typeface="Arial"/>
              </a:defRPr>
            </a:defPPr>
          </a:lstStyle>
          <a:p xmlns:a="http://schemas.openxmlformats.org/drawingml/2006/main">
            <a:pPr>
              <a:defRPr sz="1800">
                <a:solidFill>
                  <a:srgbClr val="175F96"/>
                </a:solidFill>
                <a:latin typeface="Arial"/>
                <a:ea typeface="Arial"/>
                <a:cs typeface="Arial"/>
              </a:defRPr>
            </a:pPr>
            <a:r>
              <a:rPr sz="1800">
                <a:solidFill>
                  <a:srgbClr val="175F96"/>
                </a:solidFill>
                <a:latin typeface="Arial"/>
                <a:ea typeface="Arial"/>
                <a:cs typeface="Arial"/>
              </a:rPr>
              <a:t>A longer accuracy window is a different outcome. It still does not guarantee permanent success.</a:t>
            </a:r>
          </a:p>
        </p:txBody>
      </p:sp>
    </p:spTree>
    <p:extLst>
      <p:ext uri="{BB962C8B-B14F-4D97-AF65-F5344CB8AC3E}">
        <p14:creationId xmlns:p14="http://schemas.microsoft.com/office/powerpoint/2010/main" val="145837206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3EC3DBB6-D9D7-46DA-BAA5-767BA84BF7F7}"/>
              </a:ext>
            </a:extLst>
          </p:cNvPr>
          <p:cNvSpPr>
            <a:spLocks xmlns:a="http://schemas.openxmlformats.org/drawingml/2006/main" noGrp="1"/>
          </p:cNvSpPr>
          <p:nvPr/>
        </p:nvSpPr>
        <p:spPr>
          <a:xfrm xmlns:a="http://schemas.openxmlformats.org/drawingml/2006/main">
            <a:off x="685800" y="428625"/>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72B3A"/>
                </a:solidFill>
                <a:latin typeface="Arial"/>
                <a:ea typeface="Arial"/>
                <a:cs typeface="Arial"/>
              </a:defRPr>
            </a:defPPr>
          </a:lstStyle>
          <a:p xmlns:a="http://schemas.openxmlformats.org/drawingml/2006/main">
            <a:pPr>
              <a:defRPr sz="3150" b="1">
                <a:solidFill>
                  <a:srgbClr val="172B3A"/>
                </a:solidFill>
                <a:latin typeface="Arial"/>
                <a:ea typeface="Arial"/>
                <a:cs typeface="Arial"/>
              </a:defRPr>
            </a:pPr>
            <a:r>
              <a:rPr sz="3150" b="1">
                <a:solidFill>
                  <a:srgbClr val="172B3A"/>
                </a:solidFill>
                <a:latin typeface="Arial"/>
                <a:ea typeface="Arial"/>
                <a:cs typeface="Arial"/>
              </a:rPr>
              <a:t>What the paper establishes</a:t>
            </a:r>
          </a:p>
        </p:txBody>
      </p:sp>
      <p:sp>
        <p:nvSpPr>
          <p:cNvPr id="2" name="text-1">
            <a:extLst xmlns:a="http://schemas.openxmlformats.org/drawingml/2006/main">
              <a:ext uri="{FF2B5EF4-FFF2-40B4-BE49-F238E27FC236}">
                <a16:creationId xmlns:a16="http://schemas.microsoft.com/office/drawing/2014/main" id="{98913220-F97E-4FED-8C69-C0DEFD8F6C5E}"/>
              </a:ext>
            </a:extLst>
          </p:cNvPr>
          <p:cNvSpPr>
            <a:spLocks xmlns:a="http://schemas.openxmlformats.org/drawingml/2006/main" noGrp="1"/>
          </p:cNvSpPr>
          <p:nvPr/>
        </p:nvSpPr>
        <p:spPr>
          <a:xfrm xmlns:a="http://schemas.openxmlformats.org/drawingml/2006/main">
            <a:off x="685800" y="6496050"/>
            <a:ext cx="8858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667784"/>
                </a:solidFill>
                <a:latin typeface="Arial"/>
                <a:ea typeface="Arial"/>
                <a:cs typeface="Arial"/>
              </a:defRPr>
            </a:defPPr>
          </a:lstStyle>
          <a:p xmlns:a="http://schemas.openxmlformats.org/drawingml/2006/main">
            <a:pPr>
              <a:defRPr sz="1350">
                <a:solidFill>
                  <a:srgbClr val="667784"/>
                </a:solidFill>
                <a:latin typeface="Arial"/>
                <a:ea typeface="Arial"/>
                <a:cs typeface="Arial"/>
              </a:defRPr>
            </a:pPr>
            <a:r>
              <a:rPr sz="1350">
                <a:solidFill>
                  <a:srgbClr val="667784"/>
                </a:solidFill>
                <a:latin typeface="Arial"/>
                <a:ea typeface="Arial"/>
                <a:cs typeface="Arial"/>
              </a:rPr>
              <a:t>Paper v2 | Grokking under a fixed budget</a:t>
            </a:r>
          </a:p>
        </p:txBody>
      </p:sp>
      <p:sp>
        <p:nvSpPr>
          <p:cNvPr id="3" name="text-2">
            <a:extLst xmlns:a="http://schemas.openxmlformats.org/drawingml/2006/main">
              <a:ext uri="{FF2B5EF4-FFF2-40B4-BE49-F238E27FC236}">
                <a16:creationId xmlns:a16="http://schemas.microsoft.com/office/drawing/2014/main" id="{E38A28C5-5DBB-46FD-8424-5CCD03B2CBE2}"/>
              </a:ext>
            </a:extLst>
          </p:cNvPr>
          <p:cNvSpPr>
            <a:spLocks xmlns:a="http://schemas.openxmlformats.org/drawingml/2006/main" noGrp="1"/>
          </p:cNvSpPr>
          <p:nvPr/>
        </p:nvSpPr>
        <p:spPr>
          <a:xfrm xmlns:a="http://schemas.openxmlformats.org/drawingml/2006/main">
            <a:off x="9906000" y="6496050"/>
            <a:ext cx="1600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667784"/>
                </a:solidFill>
                <a:latin typeface="Arial"/>
                <a:ea typeface="Arial"/>
                <a:cs typeface="Arial"/>
              </a:defRPr>
            </a:defPPr>
          </a:lstStyle>
          <a:p xmlns:a="http://schemas.openxmlformats.org/drawingml/2006/main">
            <a:pPr algn="r">
              <a:defRPr sz="1350">
                <a:solidFill>
                  <a:srgbClr val="667784"/>
                </a:solidFill>
                <a:latin typeface="Arial"/>
                <a:ea typeface="Arial"/>
                <a:cs typeface="Arial"/>
              </a:defRPr>
            </a:pPr>
            <a:r>
              <a:rPr sz="1350">
                <a:solidFill>
                  <a:srgbClr val="667784"/>
                </a:solidFill>
                <a:latin typeface="Arial"/>
                <a:ea typeface="Arial"/>
                <a:cs typeface="Arial"/>
              </a:rPr>
              <a:t>12</a:t>
            </a:r>
          </a:p>
        </p:txBody>
      </p:sp>
      <p:sp>
        <p:nvSpPr>
          <p:cNvPr id="4" name="text-3">
            <a:extLst xmlns:a="http://schemas.openxmlformats.org/drawingml/2006/main">
              <a:ext uri="{FF2B5EF4-FFF2-40B4-BE49-F238E27FC236}">
                <a16:creationId xmlns:a16="http://schemas.microsoft.com/office/drawing/2014/main" id="{1EEA7206-235E-48A2-96A5-6651EE380FDA}"/>
              </a:ext>
            </a:extLst>
          </p:cNvPr>
          <p:cNvSpPr>
            <a:spLocks xmlns:a="http://schemas.openxmlformats.org/drawingml/2006/main" noGrp="1"/>
          </p:cNvSpPr>
          <p:nvPr/>
        </p:nvSpPr>
        <p:spPr>
          <a:xfrm xmlns:a="http://schemas.openxmlformats.org/drawingml/2006/main">
            <a:off x="685800" y="1514475"/>
            <a:ext cx="108204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a:solidFill>
                  <a:srgbClr val="175F96"/>
                </a:solidFill>
                <a:latin typeface="Arial"/>
                <a:ea typeface="Arial"/>
                <a:cs typeface="Arial"/>
              </a:defRPr>
            </a:defPPr>
          </a:lstStyle>
          <a:p xmlns:a="http://schemas.openxmlformats.org/drawingml/2006/main">
            <a:pPr>
              <a:defRPr sz="2625">
                <a:solidFill>
                  <a:srgbClr val="175F96"/>
                </a:solidFill>
                <a:latin typeface="Arial"/>
                <a:ea typeface="Arial"/>
                <a:cs typeface="Arial"/>
              </a:defRPr>
            </a:pPr>
            <a:r>
              <a:rPr sz="2625">
                <a:solidFill>
                  <a:srgbClr val="175F96"/>
                </a:solidFill>
                <a:latin typeface="Arial"/>
                <a:ea typeface="Arial"/>
                <a:cs typeface="Arial"/>
              </a:rPr>
              <a:t>4 of 12 planned contrasts have Holm-adjusted p &lt; 0.05.</a:t>
            </a:r>
          </a:p>
        </p:txBody>
      </p:sp>
      <p:sp>
        <p:nvSpPr>
          <p:cNvPr id="5" name="text-4">
            <a:extLst xmlns:a="http://schemas.openxmlformats.org/drawingml/2006/main">
              <a:ext uri="{FF2B5EF4-FFF2-40B4-BE49-F238E27FC236}">
                <a16:creationId xmlns:a16="http://schemas.microsoft.com/office/drawing/2014/main" id="{6E7124CC-4C77-4EC6-A217-1728385223D0}"/>
              </a:ext>
            </a:extLst>
          </p:cNvPr>
          <p:cNvSpPr>
            <a:spLocks xmlns:a="http://schemas.openxmlformats.org/drawingml/2006/main" noGrp="1"/>
          </p:cNvSpPr>
          <p:nvPr/>
        </p:nvSpPr>
        <p:spPr>
          <a:xfrm xmlns:a="http://schemas.openxmlformats.org/drawingml/2006/main">
            <a:off x="685800" y="261937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172B3A"/>
                </a:solidFill>
                <a:latin typeface="Arial"/>
                <a:ea typeface="Arial"/>
                <a:cs typeface="Arial"/>
              </a:defRPr>
            </a:defPPr>
          </a:lstStyle>
          <a:p xmlns:a="http://schemas.openxmlformats.org/drawingml/2006/main">
            <a:pPr>
              <a:defRPr sz="2025">
                <a:solidFill>
                  <a:srgbClr val="172B3A"/>
                </a:solidFill>
                <a:latin typeface="Arial"/>
                <a:ea typeface="Arial"/>
                <a:cs typeface="Arial"/>
              </a:defRPr>
            </a:pPr>
            <a:r>
              <a:rPr sz="2025">
                <a:solidFill>
                  <a:srgbClr val="172B3A"/>
                </a:solidFill>
                <a:latin typeface="Arial"/>
                <a:ea typeface="Arial"/>
                <a:cs typeface="Arial"/>
              </a:rPr>
              <a:t>8k budget: four restarts underperform one long run on all three splits.</a:t>
            </a:r>
          </a:p>
        </p:txBody>
      </p:sp>
      <p:sp>
        <p:nvSpPr>
          <p:cNvPr id="6" name="text-5">
            <a:extLst xmlns:a="http://schemas.openxmlformats.org/drawingml/2006/main">
              <a:ext uri="{FF2B5EF4-FFF2-40B4-BE49-F238E27FC236}">
                <a16:creationId xmlns:a16="http://schemas.microsoft.com/office/drawing/2014/main" id="{322FE6C9-097B-4306-8AFE-E3830CCD1E94}"/>
              </a:ext>
            </a:extLst>
          </p:cNvPr>
          <p:cNvSpPr>
            <a:spLocks xmlns:a="http://schemas.openxmlformats.org/drawingml/2006/main" noGrp="1"/>
          </p:cNvSpPr>
          <p:nvPr/>
        </p:nvSpPr>
        <p:spPr>
          <a:xfrm xmlns:a="http://schemas.openxmlformats.org/drawingml/2006/main">
            <a:off x="685800" y="332422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172B3A"/>
                </a:solidFill>
                <a:latin typeface="Arial"/>
                <a:ea typeface="Arial"/>
                <a:cs typeface="Arial"/>
              </a:defRPr>
            </a:defPPr>
          </a:lstStyle>
          <a:p xmlns:a="http://schemas.openxmlformats.org/drawingml/2006/main">
            <a:pPr>
              <a:defRPr sz="2025">
                <a:solidFill>
                  <a:srgbClr val="172B3A"/>
                </a:solidFill>
                <a:latin typeface="Arial"/>
                <a:ea typeface="Arial"/>
                <a:cs typeface="Arial"/>
              </a:defRPr>
            </a:pPr>
            <a:r>
              <a:rPr sz="2025">
                <a:solidFill>
                  <a:srgbClr val="172B3A"/>
                </a:solidFill>
                <a:latin typeface="Arial"/>
                <a:ea typeface="Arial"/>
                <a:cs typeface="Arial"/>
              </a:rPr>
              <a:t>12k budget: only the second-split four-run contrast survives correction.</a:t>
            </a:r>
          </a:p>
        </p:txBody>
      </p:sp>
      <p:sp>
        <p:nvSpPr>
          <p:cNvPr id="7" name="text-6">
            <a:extLst xmlns:a="http://schemas.openxmlformats.org/drawingml/2006/main">
              <a:ext uri="{FF2B5EF4-FFF2-40B4-BE49-F238E27FC236}">
                <a16:creationId xmlns:a16="http://schemas.microsoft.com/office/drawing/2014/main" id="{211F1E0D-1641-4119-8985-A7651A33E476}"/>
              </a:ext>
            </a:extLst>
          </p:cNvPr>
          <p:cNvSpPr>
            <a:spLocks xmlns:a="http://schemas.openxmlformats.org/drawingml/2006/main" noGrp="1"/>
          </p:cNvSpPr>
          <p:nvPr/>
        </p:nvSpPr>
        <p:spPr>
          <a:xfrm xmlns:a="http://schemas.openxmlformats.org/drawingml/2006/main">
            <a:off x="685800" y="402907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172B3A"/>
                </a:solidFill>
                <a:latin typeface="Arial"/>
                <a:ea typeface="Arial"/>
                <a:cs typeface="Arial"/>
              </a:defRPr>
            </a:defPPr>
          </a:lstStyle>
          <a:p xmlns:a="http://schemas.openxmlformats.org/drawingml/2006/main">
            <a:pPr>
              <a:defRPr sz="2025">
                <a:solidFill>
                  <a:srgbClr val="172B3A"/>
                </a:solidFill>
                <a:latin typeface="Arial"/>
                <a:ea typeface="Arial"/>
                <a:cs typeface="Arial"/>
              </a:defRPr>
            </a:pPr>
            <a:r>
              <a:rPr sz="2025">
                <a:solidFill>
                  <a:srgbClr val="172B3A"/>
                </a:solidFill>
                <a:latin typeface="Arial"/>
                <a:ea typeface="Arial"/>
                <a:cs typeface="Arial"/>
              </a:rPr>
              <a:t>The 500-update outcome separates a brief confirmation from a longer window.</a:t>
            </a:r>
          </a:p>
        </p:txBody>
      </p:sp>
      <p:sp>
        <p:nvSpPr>
          <p:cNvPr id="8" name="text-7">
            <a:extLst xmlns:a="http://schemas.openxmlformats.org/drawingml/2006/main">
              <a:ext uri="{FF2B5EF4-FFF2-40B4-BE49-F238E27FC236}">
                <a16:creationId xmlns:a16="http://schemas.microsoft.com/office/drawing/2014/main" id="{8D125C4C-FF41-45B5-A349-A925EECE65B9}"/>
              </a:ext>
            </a:extLst>
          </p:cNvPr>
          <p:cNvSpPr>
            <a:spLocks xmlns:a="http://schemas.openxmlformats.org/drawingml/2006/main" noGrp="1"/>
          </p:cNvSpPr>
          <p:nvPr/>
        </p:nvSpPr>
        <p:spPr>
          <a:xfrm xmlns:a="http://schemas.openxmlformats.org/drawingml/2006/main">
            <a:off x="685800" y="473392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172B3A"/>
                </a:solidFill>
                <a:latin typeface="Arial"/>
                <a:ea typeface="Arial"/>
                <a:cs typeface="Arial"/>
              </a:defRPr>
            </a:defPPr>
          </a:lstStyle>
          <a:p xmlns:a="http://schemas.openxmlformats.org/drawingml/2006/main">
            <a:pPr>
              <a:defRPr sz="2025">
                <a:solidFill>
                  <a:srgbClr val="172B3A"/>
                </a:solidFill>
                <a:latin typeface="Arial"/>
                <a:ea typeface="Arial"/>
                <a:cs typeface="Arial"/>
              </a:defRPr>
            </a:pPr>
            <a:r>
              <a:rPr sz="2025">
                <a:solidFill>
                  <a:srgbClr val="172B3A"/>
                </a:solidFill>
                <a:latin typeface="Arial"/>
                <a:ea typeface="Arial"/>
                <a:cs typeface="Arial"/>
              </a:rPr>
              <a:t>Small gaps may remain unresolved; nonsignificance does not prove equivalence.</a:t>
            </a:r>
          </a:p>
        </p:txBody>
      </p:sp>
      <p:sp>
        <p:nvSpPr>
          <p:cNvPr id="9" name="text-8">
            <a:extLst xmlns:a="http://schemas.openxmlformats.org/drawingml/2006/main">
              <a:ext uri="{FF2B5EF4-FFF2-40B4-BE49-F238E27FC236}">
                <a16:creationId xmlns:a16="http://schemas.microsoft.com/office/drawing/2014/main" id="{FD51C161-0EE7-4754-B380-A01B50F82D63}"/>
              </a:ext>
            </a:extLst>
          </p:cNvPr>
          <p:cNvSpPr>
            <a:spLocks xmlns:a="http://schemas.openxmlformats.org/drawingml/2006/main" noGrp="1"/>
          </p:cNvSpPr>
          <p:nvPr/>
        </p:nvSpPr>
        <p:spPr>
          <a:xfrm xmlns:a="http://schemas.openxmlformats.org/drawingml/2006/main">
            <a:off x="685800" y="543877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172B3A"/>
                </a:solidFill>
                <a:latin typeface="Arial"/>
                <a:ea typeface="Arial"/>
                <a:cs typeface="Arial"/>
              </a:defRPr>
            </a:defPPr>
          </a:lstStyle>
          <a:p xmlns:a="http://schemas.openxmlformats.org/drawingml/2006/main">
            <a:pPr>
              <a:defRPr sz="2025">
                <a:solidFill>
                  <a:srgbClr val="172B3A"/>
                </a:solidFill>
                <a:latin typeface="Arial"/>
                <a:ea typeface="Arial"/>
                <a:cs typeface="Arial"/>
              </a:defRPr>
            </a:pPr>
            <a:r>
              <a:rPr sz="2025">
                <a:solidFill>
                  <a:srgbClr val="172B3A"/>
                </a:solidFill>
                <a:latin typeface="Arial"/>
                <a:ea typeface="Arial"/>
                <a:cs typeface="Arial"/>
              </a:rPr>
              <a:t>Future research: new tasks, new splits and longer accuracy windows.</a:t>
            </a:r>
          </a:p>
        </p:txBody>
      </p:sp>
    </p:spTree>
    <p:extLst>
      <p:ext uri="{BB962C8B-B14F-4D97-AF65-F5344CB8AC3E}">
        <p14:creationId xmlns:p14="http://schemas.microsoft.com/office/powerpoint/2010/main" val="125018206"/>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text-0">
            <a:extLst xmlns:a="http://schemas.openxmlformats.org/drawingml/2006/main">
              <a:ext uri="{FF2B5EF4-FFF2-40B4-BE49-F238E27FC236}">
                <a16:creationId xmlns:a16="http://schemas.microsoft.com/office/drawing/2014/main" id="{BBE2AA87-C560-4E69-B35F-DF72EC421526}"/>
              </a:ext>
            </a:extLst>
          </p:cNvPr>
          <p:cNvSpPr>
            <a:spLocks xmlns:a="http://schemas.openxmlformats.org/drawingml/2006/main" noGrp="1"/>
          </p:cNvSpPr>
          <p:nvPr/>
        </p:nvSpPr>
        <p:spPr>
          <a:xfrm xmlns:a="http://schemas.openxmlformats.org/drawingml/2006/main">
            <a:off x="685800" y="428625"/>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72B3A"/>
                </a:solidFill>
                <a:latin typeface="Arial"/>
                <a:ea typeface="Arial"/>
                <a:cs typeface="Arial"/>
              </a:defRPr>
            </a:defPPr>
          </a:lstStyle>
          <a:p xmlns:a="http://schemas.openxmlformats.org/drawingml/2006/main">
            <a:pPr>
              <a:defRPr sz="3150" b="1">
                <a:solidFill>
                  <a:srgbClr val="172B3A"/>
                </a:solidFill>
                <a:latin typeface="Arial"/>
                <a:ea typeface="Arial"/>
                <a:cs typeface="Arial"/>
              </a:defRPr>
            </a:pPr>
            <a:r>
              <a:rPr sz="3150" b="1">
                <a:solidFill>
                  <a:srgbClr val="172B3A"/>
                </a:solidFill>
                <a:latin typeface="Arial"/>
                <a:ea typeface="Arial"/>
                <a:cs typeface="Arial"/>
              </a:rPr>
              <a:t>Sources and contribution</a:t>
            </a:r>
          </a:p>
        </p:txBody>
      </p:sp>
      <p:sp>
        <p:nvSpPr>
          <p:cNvPr id="2" name="text-1">
            <a:extLst xmlns:a="http://schemas.openxmlformats.org/drawingml/2006/main">
              <a:ext uri="{FF2B5EF4-FFF2-40B4-BE49-F238E27FC236}">
                <a16:creationId xmlns:a16="http://schemas.microsoft.com/office/drawing/2014/main" id="{64DA5755-974E-4049-8F9D-DA044EF67491}"/>
              </a:ext>
            </a:extLst>
          </p:cNvPr>
          <p:cNvSpPr>
            <a:spLocks xmlns:a="http://schemas.openxmlformats.org/drawingml/2006/main" noGrp="1"/>
          </p:cNvSpPr>
          <p:nvPr/>
        </p:nvSpPr>
        <p:spPr>
          <a:xfrm xmlns:a="http://schemas.openxmlformats.org/drawingml/2006/main">
            <a:off x="685800" y="6496050"/>
            <a:ext cx="8858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667784"/>
                </a:solidFill>
                <a:latin typeface="Arial"/>
                <a:ea typeface="Arial"/>
                <a:cs typeface="Arial"/>
              </a:defRPr>
            </a:defPPr>
          </a:lstStyle>
          <a:p xmlns:a="http://schemas.openxmlformats.org/drawingml/2006/main">
            <a:pPr>
              <a:defRPr sz="1350">
                <a:solidFill>
                  <a:srgbClr val="667784"/>
                </a:solidFill>
                <a:latin typeface="Arial"/>
                <a:ea typeface="Arial"/>
                <a:cs typeface="Arial"/>
              </a:defRPr>
            </a:pPr>
            <a:r>
              <a:rPr sz="1350">
                <a:solidFill>
                  <a:srgbClr val="667784"/>
                </a:solidFill>
                <a:latin typeface="Arial"/>
                <a:ea typeface="Arial"/>
                <a:cs typeface="Arial"/>
              </a:rPr>
              <a:t>Paper v2 | Grokking under a fixed budget</a:t>
            </a:r>
          </a:p>
        </p:txBody>
      </p:sp>
      <p:sp>
        <p:nvSpPr>
          <p:cNvPr id="3" name="text-2">
            <a:extLst xmlns:a="http://schemas.openxmlformats.org/drawingml/2006/main">
              <a:ext uri="{FF2B5EF4-FFF2-40B4-BE49-F238E27FC236}">
                <a16:creationId xmlns:a16="http://schemas.microsoft.com/office/drawing/2014/main" id="{FDBF773E-94D6-4DE8-887C-D1BDD62B5316}"/>
              </a:ext>
            </a:extLst>
          </p:cNvPr>
          <p:cNvSpPr>
            <a:spLocks xmlns:a="http://schemas.openxmlformats.org/drawingml/2006/main" noGrp="1"/>
          </p:cNvSpPr>
          <p:nvPr/>
        </p:nvSpPr>
        <p:spPr>
          <a:xfrm xmlns:a="http://schemas.openxmlformats.org/drawingml/2006/main">
            <a:off x="9906000" y="6496050"/>
            <a:ext cx="1600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667784"/>
                </a:solidFill>
                <a:latin typeface="Arial"/>
                <a:ea typeface="Arial"/>
                <a:cs typeface="Arial"/>
              </a:defRPr>
            </a:defPPr>
          </a:lstStyle>
          <a:p xmlns:a="http://schemas.openxmlformats.org/drawingml/2006/main">
            <a:pPr algn="r">
              <a:defRPr sz="1350">
                <a:solidFill>
                  <a:srgbClr val="667784"/>
                </a:solidFill>
                <a:latin typeface="Arial"/>
                <a:ea typeface="Arial"/>
                <a:cs typeface="Arial"/>
              </a:defRPr>
            </a:pPr>
            <a:r>
              <a:rPr sz="1350">
                <a:solidFill>
                  <a:srgbClr val="667784"/>
                </a:solidFill>
                <a:latin typeface="Arial"/>
                <a:ea typeface="Arial"/>
                <a:cs typeface="Arial"/>
              </a:rPr>
              <a:t>13</a:t>
            </a:r>
          </a:p>
        </p:txBody>
      </p:sp>
      <p:sp>
        <p:nvSpPr>
          <p:cNvPr id="4" name="text-3">
            <a:extLst xmlns:a="http://schemas.openxmlformats.org/drawingml/2006/main">
              <a:ext uri="{FF2B5EF4-FFF2-40B4-BE49-F238E27FC236}">
                <a16:creationId xmlns:a16="http://schemas.microsoft.com/office/drawing/2014/main" id="{B7817F1C-3089-4437-8257-B665C870FA3E}"/>
              </a:ext>
            </a:extLst>
          </p:cNvPr>
          <p:cNvSpPr>
            <a:spLocks xmlns:a="http://schemas.openxmlformats.org/drawingml/2006/main" noGrp="1"/>
          </p:cNvSpPr>
          <p:nvPr/>
        </p:nvSpPr>
        <p:spPr>
          <a:xfrm xmlns:a="http://schemas.openxmlformats.org/drawingml/2006/main">
            <a:off x="685800" y="1400175"/>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a:solidFill>
                  <a:srgbClr val="172B3A"/>
                </a:solidFill>
                <a:latin typeface="Arial"/>
                <a:ea typeface="Arial"/>
                <a:cs typeface="Arial"/>
              </a:defRPr>
            </a:defPPr>
          </a:lstStyle>
          <a:p xmlns:a="http://schemas.openxmlformats.org/drawingml/2006/main">
            <a:pPr>
              <a:defRPr sz="1725">
                <a:solidFill>
                  <a:srgbClr val="172B3A"/>
                </a:solidFill>
                <a:latin typeface="Arial"/>
                <a:ea typeface="Arial"/>
                <a:cs typeface="Arial"/>
              </a:defRPr>
            </a:pPr>
            <a:r>
              <a:rPr sz="1725">
                <a:solidFill>
                  <a:srgbClr val="172B3A"/>
                </a:solidFill>
                <a:latin typeface="Arial"/>
                <a:ea typeface="Arial"/>
                <a:cs typeface="Arial"/>
              </a:rPr>
              <a:t>[1] Power et al. (2022): Grokking: Generalization Beyond Overfitting on Small Algorithmic Datasets</a:t>
            </a:r>
          </a:p>
        </p:txBody>
      </p:sp>
      <p:sp>
        <p:nvSpPr>
          <p:cNvPr id="5" name="text-4">
            <a:extLst xmlns:a="http://schemas.openxmlformats.org/drawingml/2006/main">
              <a:ext uri="{FF2B5EF4-FFF2-40B4-BE49-F238E27FC236}">
                <a16:creationId xmlns:a16="http://schemas.microsoft.com/office/drawing/2014/main" id="{8535B965-1830-43EF-9EAF-A902FF1CEE8E}"/>
              </a:ext>
            </a:extLst>
          </p:cNvPr>
          <p:cNvSpPr>
            <a:spLocks xmlns:a="http://schemas.openxmlformats.org/drawingml/2006/main" noGrp="1"/>
          </p:cNvSpPr>
          <p:nvPr/>
        </p:nvSpPr>
        <p:spPr>
          <a:xfrm xmlns:a="http://schemas.openxmlformats.org/drawingml/2006/main">
            <a:off x="685800" y="1990725"/>
            <a:ext cx="10820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175F96"/>
                </a:solidFill>
                <a:latin typeface="Arial"/>
                <a:ea typeface="Arial"/>
                <a:cs typeface="Arial"/>
              </a:defRPr>
            </a:defPPr>
          </a:lstStyle>
          <a:p xmlns:a="http://schemas.openxmlformats.org/drawingml/2006/main">
            <a:pPr>
              <a:defRPr sz="1350">
                <a:solidFill>
                  <a:srgbClr val="175F96"/>
                </a:solidFill>
                <a:latin typeface="Arial"/>
                <a:ea typeface="Arial"/>
                <a:cs typeface="Arial"/>
              </a:defRPr>
            </a:pPr>
            <a:r>
              <a:rPr sz="1350">
                <a:solidFill>
                  <a:srgbClr val="175F96"/>
                </a:solidFill>
                <a:latin typeface="Arial"/>
                <a:ea typeface="Arial"/>
                <a:cs typeface="Arial"/>
              </a:rPr>
              <a:t>https://arxiv.org/abs/2201.02177</a:t>
            </a:r>
          </a:p>
        </p:txBody>
      </p:sp>
      <p:sp>
        <p:nvSpPr>
          <p:cNvPr id="6" name="text-5">
            <a:extLst xmlns:a="http://schemas.openxmlformats.org/drawingml/2006/main">
              <a:ext uri="{FF2B5EF4-FFF2-40B4-BE49-F238E27FC236}">
                <a16:creationId xmlns:a16="http://schemas.microsoft.com/office/drawing/2014/main" id="{F830DAA3-D4D6-4780-B5A3-B0EFD791AE59}"/>
              </a:ext>
            </a:extLst>
          </p:cNvPr>
          <p:cNvSpPr>
            <a:spLocks xmlns:a="http://schemas.openxmlformats.org/drawingml/2006/main" noGrp="1"/>
          </p:cNvSpPr>
          <p:nvPr/>
        </p:nvSpPr>
        <p:spPr>
          <a:xfrm xmlns:a="http://schemas.openxmlformats.org/drawingml/2006/main">
            <a:off x="685800" y="243840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a:solidFill>
                  <a:srgbClr val="172B3A"/>
                </a:solidFill>
                <a:latin typeface="Arial"/>
                <a:ea typeface="Arial"/>
                <a:cs typeface="Arial"/>
              </a:defRPr>
            </a:defPPr>
          </a:lstStyle>
          <a:p xmlns:a="http://schemas.openxmlformats.org/drawingml/2006/main">
            <a:pPr>
              <a:defRPr sz="1725">
                <a:solidFill>
                  <a:srgbClr val="172B3A"/>
                </a:solidFill>
                <a:latin typeface="Arial"/>
                <a:ea typeface="Arial"/>
                <a:cs typeface="Arial"/>
              </a:defRPr>
            </a:pPr>
            <a:r>
              <a:rPr sz="1725">
                <a:solidFill>
                  <a:srgbClr val="172B3A"/>
                </a:solidFill>
                <a:latin typeface="Arial"/>
                <a:ea typeface="Arial"/>
                <a:cs typeface="Arial"/>
              </a:rPr>
              <a:t>[2] Truong et al. (2026): First-Passage Prediction of Grokking Delay: A Calibrated Law under AdamW with Causal Validation</a:t>
            </a:r>
          </a:p>
        </p:txBody>
      </p:sp>
      <p:sp>
        <p:nvSpPr>
          <p:cNvPr id="7" name="text-6">
            <a:extLst xmlns:a="http://schemas.openxmlformats.org/drawingml/2006/main">
              <a:ext uri="{FF2B5EF4-FFF2-40B4-BE49-F238E27FC236}">
                <a16:creationId xmlns:a16="http://schemas.microsoft.com/office/drawing/2014/main" id="{5ACF3E6E-993A-4B5B-979C-8B2C5DFE596C}"/>
              </a:ext>
            </a:extLst>
          </p:cNvPr>
          <p:cNvSpPr>
            <a:spLocks xmlns:a="http://schemas.openxmlformats.org/drawingml/2006/main" noGrp="1"/>
          </p:cNvSpPr>
          <p:nvPr/>
        </p:nvSpPr>
        <p:spPr>
          <a:xfrm xmlns:a="http://schemas.openxmlformats.org/drawingml/2006/main">
            <a:off x="685800" y="3028950"/>
            <a:ext cx="10820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175F96"/>
                </a:solidFill>
                <a:latin typeface="Arial"/>
                <a:ea typeface="Arial"/>
                <a:cs typeface="Arial"/>
              </a:defRPr>
            </a:defPPr>
          </a:lstStyle>
          <a:p xmlns:a="http://schemas.openxmlformats.org/drawingml/2006/main">
            <a:pPr>
              <a:defRPr sz="1350">
                <a:solidFill>
                  <a:srgbClr val="175F96"/>
                </a:solidFill>
                <a:latin typeface="Arial"/>
                <a:ea typeface="Arial"/>
                <a:cs typeface="Arial"/>
              </a:defRPr>
            </a:pPr>
            <a:r>
              <a:rPr sz="1350">
                <a:solidFill>
                  <a:srgbClr val="175F96"/>
                </a:solidFill>
                <a:latin typeface="Arial"/>
                <a:ea typeface="Arial"/>
                <a:cs typeface="Arial"/>
              </a:rPr>
              <a:t>https://arxiv.org/abs/2605.18845</a:t>
            </a:r>
          </a:p>
        </p:txBody>
      </p:sp>
      <p:sp>
        <p:nvSpPr>
          <p:cNvPr id="8" name="text-7">
            <a:extLst xmlns:a="http://schemas.openxmlformats.org/drawingml/2006/main">
              <a:ext uri="{FF2B5EF4-FFF2-40B4-BE49-F238E27FC236}">
                <a16:creationId xmlns:a16="http://schemas.microsoft.com/office/drawing/2014/main" id="{CDA4D5D4-9F9D-4AB6-91CC-30766ABE02CE}"/>
              </a:ext>
            </a:extLst>
          </p:cNvPr>
          <p:cNvSpPr>
            <a:spLocks xmlns:a="http://schemas.openxmlformats.org/drawingml/2006/main" noGrp="1"/>
          </p:cNvSpPr>
          <p:nvPr/>
        </p:nvSpPr>
        <p:spPr>
          <a:xfrm xmlns:a="http://schemas.openxmlformats.org/drawingml/2006/main">
            <a:off x="685800" y="3476625"/>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a:solidFill>
                  <a:srgbClr val="172B3A"/>
                </a:solidFill>
                <a:latin typeface="Arial"/>
                <a:ea typeface="Arial"/>
                <a:cs typeface="Arial"/>
              </a:defRPr>
            </a:defPPr>
          </a:lstStyle>
          <a:p xmlns:a="http://schemas.openxmlformats.org/drawingml/2006/main">
            <a:pPr>
              <a:defRPr sz="1725">
                <a:solidFill>
                  <a:srgbClr val="172B3A"/>
                </a:solidFill>
                <a:latin typeface="Arial"/>
                <a:ea typeface="Arial"/>
                <a:cs typeface="Arial"/>
              </a:defRPr>
            </a:pPr>
            <a:r>
              <a:rPr sz="1725">
                <a:solidFill>
                  <a:srgbClr val="172B3A"/>
                </a:solidFill>
                <a:latin typeface="Arial"/>
                <a:ea typeface="Arial"/>
                <a:cs typeface="Arial"/>
              </a:rPr>
              <a:t>[3] Streeter, Golovin and Smith (2007): Restart Schedules for Ensembles of Problem Instances</a:t>
            </a:r>
          </a:p>
        </p:txBody>
      </p:sp>
      <p:sp>
        <p:nvSpPr>
          <p:cNvPr id="9" name="text-8">
            <a:extLst xmlns:a="http://schemas.openxmlformats.org/drawingml/2006/main">
              <a:ext uri="{FF2B5EF4-FFF2-40B4-BE49-F238E27FC236}">
                <a16:creationId xmlns:a16="http://schemas.microsoft.com/office/drawing/2014/main" id="{0A71C8B0-E5C9-49E5-97A4-4A4840862D94}"/>
              </a:ext>
            </a:extLst>
          </p:cNvPr>
          <p:cNvSpPr>
            <a:spLocks xmlns:a="http://schemas.openxmlformats.org/drawingml/2006/main" noGrp="1"/>
          </p:cNvSpPr>
          <p:nvPr/>
        </p:nvSpPr>
        <p:spPr>
          <a:xfrm xmlns:a="http://schemas.openxmlformats.org/drawingml/2006/main">
            <a:off x="685800" y="4067175"/>
            <a:ext cx="10820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175F96"/>
                </a:solidFill>
                <a:latin typeface="Arial"/>
                <a:ea typeface="Arial"/>
                <a:cs typeface="Arial"/>
              </a:defRPr>
            </a:defPPr>
          </a:lstStyle>
          <a:p xmlns:a="http://schemas.openxmlformats.org/drawingml/2006/main">
            <a:pPr>
              <a:defRPr sz="1350">
                <a:solidFill>
                  <a:srgbClr val="175F96"/>
                </a:solidFill>
                <a:latin typeface="Arial"/>
                <a:ea typeface="Arial"/>
                <a:cs typeface="Arial"/>
              </a:defRPr>
            </a:pPr>
            <a:r>
              <a:rPr sz="1350">
                <a:solidFill>
                  <a:srgbClr val="175F96"/>
                </a:solidFill>
                <a:latin typeface="Arial"/>
                <a:ea typeface="Arial"/>
                <a:cs typeface="Arial"/>
              </a:rPr>
              <a:t>https://www.cs.cmu.edu/~dgolovin/papers/aaai07b.pdf</a:t>
            </a:r>
          </a:p>
        </p:txBody>
      </p:sp>
      <p:sp>
        <p:nvSpPr>
          <p:cNvPr id="10" name="text-9">
            <a:extLst xmlns:a="http://schemas.openxmlformats.org/drawingml/2006/main">
              <a:ext uri="{FF2B5EF4-FFF2-40B4-BE49-F238E27FC236}">
                <a16:creationId xmlns:a16="http://schemas.microsoft.com/office/drawing/2014/main" id="{9969A153-EAF4-4DAD-ABF0-F7589262810F}"/>
              </a:ext>
            </a:extLst>
          </p:cNvPr>
          <p:cNvSpPr>
            <a:spLocks xmlns:a="http://schemas.openxmlformats.org/drawingml/2006/main" noGrp="1"/>
          </p:cNvSpPr>
          <p:nvPr/>
        </p:nvSpPr>
        <p:spPr>
          <a:xfrm xmlns:a="http://schemas.openxmlformats.org/drawingml/2006/main">
            <a:off x="685800" y="451485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a:solidFill>
                  <a:srgbClr val="172B3A"/>
                </a:solidFill>
                <a:latin typeface="Arial"/>
                <a:ea typeface="Arial"/>
                <a:cs typeface="Arial"/>
              </a:defRPr>
            </a:defPPr>
          </a:lstStyle>
          <a:p xmlns:a="http://schemas.openxmlformats.org/drawingml/2006/main">
            <a:pPr>
              <a:defRPr sz="1725">
                <a:solidFill>
                  <a:srgbClr val="172B3A"/>
                </a:solidFill>
                <a:latin typeface="Arial"/>
                <a:ea typeface="Arial"/>
                <a:cs typeface="Arial"/>
              </a:defRPr>
            </a:pPr>
            <a:r>
              <a:rPr sz="1725">
                <a:solidFill>
                  <a:srgbClr val="172B3A"/>
                </a:solidFill>
                <a:latin typeface="Arial"/>
                <a:ea typeface="Arial"/>
                <a:cs typeface="Arial"/>
              </a:rPr>
              <a:t>[4] Ootani (2026): Grokking Is Conditional and Fragile: A Fully-Tractable, Multi-Seed Study at 12K Parameters</a:t>
            </a:r>
          </a:p>
        </p:txBody>
      </p:sp>
      <p:sp>
        <p:nvSpPr>
          <p:cNvPr id="11" name="text-10">
            <a:extLst xmlns:a="http://schemas.openxmlformats.org/drawingml/2006/main">
              <a:ext uri="{FF2B5EF4-FFF2-40B4-BE49-F238E27FC236}">
                <a16:creationId xmlns:a16="http://schemas.microsoft.com/office/drawing/2014/main" id="{2FB3DACF-A54E-4C21-BDC5-E3780D9E99EC}"/>
              </a:ext>
            </a:extLst>
          </p:cNvPr>
          <p:cNvSpPr>
            <a:spLocks xmlns:a="http://schemas.openxmlformats.org/drawingml/2006/main" noGrp="1"/>
          </p:cNvSpPr>
          <p:nvPr/>
        </p:nvSpPr>
        <p:spPr>
          <a:xfrm xmlns:a="http://schemas.openxmlformats.org/drawingml/2006/main">
            <a:off x="685800" y="5105400"/>
            <a:ext cx="10820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175F96"/>
                </a:solidFill>
                <a:latin typeface="Arial"/>
                <a:ea typeface="Arial"/>
                <a:cs typeface="Arial"/>
              </a:defRPr>
            </a:defPPr>
          </a:lstStyle>
          <a:p xmlns:a="http://schemas.openxmlformats.org/drawingml/2006/main">
            <a:pPr>
              <a:defRPr sz="1350">
                <a:solidFill>
                  <a:srgbClr val="175F96"/>
                </a:solidFill>
                <a:latin typeface="Arial"/>
                <a:ea typeface="Arial"/>
                <a:cs typeface="Arial"/>
              </a:defRPr>
            </a:pPr>
            <a:r>
              <a:rPr sz="1350">
                <a:solidFill>
                  <a:srgbClr val="175F96"/>
                </a:solidFill>
                <a:latin typeface="Arial"/>
                <a:ea typeface="Arial"/>
                <a:cs typeface="Arial"/>
              </a:rPr>
              <a:t>https://arxiv.org/abs/2607.05104</a:t>
            </a:r>
          </a:p>
        </p:txBody>
      </p:sp>
      <p:sp>
        <p:nvSpPr>
          <p:cNvPr id="12" name="text-11">
            <a:extLst xmlns:a="http://schemas.openxmlformats.org/drawingml/2006/main">
              <a:ext uri="{FF2B5EF4-FFF2-40B4-BE49-F238E27FC236}">
                <a16:creationId xmlns:a16="http://schemas.microsoft.com/office/drawing/2014/main" id="{6560194D-0312-42F2-BC20-4AE132DE58EA}"/>
              </a:ext>
            </a:extLst>
          </p:cNvPr>
          <p:cNvSpPr>
            <a:spLocks xmlns:a="http://schemas.openxmlformats.org/drawingml/2006/main" noGrp="1"/>
          </p:cNvSpPr>
          <p:nvPr/>
        </p:nvSpPr>
        <p:spPr>
          <a:xfrm xmlns:a="http://schemas.openxmlformats.org/drawingml/2006/main">
            <a:off x="685800" y="5686425"/>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a:solidFill>
                  <a:srgbClr val="172B3A"/>
                </a:solidFill>
                <a:latin typeface="Arial"/>
                <a:ea typeface="Arial"/>
                <a:cs typeface="Arial"/>
              </a:defRPr>
            </a:defPPr>
          </a:lstStyle>
          <a:p xmlns:a="http://schemas.openxmlformats.org/drawingml/2006/main">
            <a:pPr>
              <a:defRPr sz="1575">
                <a:solidFill>
                  <a:srgbClr val="172B3A"/>
                </a:solidFill>
                <a:latin typeface="Arial"/>
                <a:ea typeface="Arial"/>
                <a:cs typeface="Arial"/>
              </a:defRPr>
            </a:pPr>
            <a:r>
              <a:rPr sz="1575">
                <a:solidFill>
                  <a:srgbClr val="172B3A"/>
                </a:solidFill>
                <a:latin typeface="Arial"/>
                <a:ea typeface="Arial"/>
                <a:cs typeface="Arial"/>
              </a:rPr>
              <a:t>[5-6] AdamW and transformer methods  |  [7] Official syllabus  |  [8] Project data</a:t>
            </a:r>
          </a:p>
        </p:txBody>
      </p:sp>
      <p:sp>
        <p:nvSpPr>
          <p:cNvPr id="13" name="text-12">
            <a:extLst xmlns:a="http://schemas.openxmlformats.org/drawingml/2006/main">
              <a:ext uri="{FF2B5EF4-FFF2-40B4-BE49-F238E27FC236}">
                <a16:creationId xmlns:a16="http://schemas.microsoft.com/office/drawing/2014/main" id="{5E3DA6E9-F533-4890-9C9B-0E65D8B3F454}"/>
              </a:ext>
            </a:extLst>
          </p:cNvPr>
          <p:cNvSpPr>
            <a:spLocks xmlns:a="http://schemas.openxmlformats.org/drawingml/2006/main" noGrp="1"/>
          </p:cNvSpPr>
          <p:nvPr/>
        </p:nvSpPr>
        <p:spPr>
          <a:xfrm xmlns:a="http://schemas.openxmlformats.org/drawingml/2006/main">
            <a:off x="685800" y="611505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a:solidFill>
                  <a:srgbClr val="175F96"/>
                </a:solidFill>
                <a:latin typeface="Arial"/>
                <a:ea typeface="Arial"/>
                <a:cs typeface="Arial"/>
              </a:defRPr>
            </a:defPPr>
          </a:lstStyle>
          <a:p xmlns:a="http://schemas.openxmlformats.org/drawingml/2006/main">
            <a:pPr>
              <a:defRPr sz="1650">
                <a:solidFill>
                  <a:srgbClr val="175F96"/>
                </a:solidFill>
                <a:latin typeface="Arial"/>
                <a:ea typeface="Arial"/>
                <a:cs typeface="Arial"/>
              </a:defRPr>
            </a:pPr>
            <a:r>
              <a:rPr sz="1650">
                <a:solidFill>
                  <a:srgbClr val="175F96"/>
                </a:solidFill>
                <a:latin typeface="Arial"/>
                <a:ea typeface="Arial"/>
                <a:cs typeface="Arial"/>
              </a:rPr>
              <a:t>Proposed empirical comparison; established ideas credited; no worldwide-first claim.</a:t>
            </a:r>
          </a:p>
        </p:txBody>
      </p:sp>
    </p:spTree>
    <p:extLst>
      <p:ext uri="{BB962C8B-B14F-4D97-AF65-F5344CB8AC3E}">
        <p14:creationId xmlns:p14="http://schemas.microsoft.com/office/powerpoint/2010/main" val="69134488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F134CB89-481B-46D3-841C-B3D7F3ED511B}"/>
              </a:ext>
            </a:extLst>
          </p:cNvPr>
          <p:cNvSpPr>
            <a:spLocks xmlns:a="http://schemas.openxmlformats.org/drawingml/2006/main" noGrp="1"/>
          </p:cNvSpPr>
          <p:nvPr/>
        </p:nvSpPr>
        <p:spPr>
          <a:xfrm xmlns:a="http://schemas.openxmlformats.org/drawingml/2006/main">
            <a:off x="685800" y="428625"/>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72B3A"/>
                </a:solidFill>
                <a:latin typeface="Arial"/>
                <a:ea typeface="Arial"/>
                <a:cs typeface="Arial"/>
              </a:defRPr>
            </a:defPPr>
          </a:lstStyle>
          <a:p xmlns:a="http://schemas.openxmlformats.org/drawingml/2006/main">
            <a:pPr>
              <a:defRPr sz="3150" b="1">
                <a:solidFill>
                  <a:srgbClr val="172B3A"/>
                </a:solidFill>
                <a:latin typeface="Arial"/>
                <a:ea typeface="Arial"/>
                <a:cs typeface="Arial"/>
              </a:defRPr>
            </a:pPr>
            <a:r>
              <a:rPr sz="3150" b="1">
                <a:solidFill>
                  <a:srgbClr val="172B3A"/>
                </a:solidFill>
                <a:latin typeface="Arial"/>
                <a:ea typeface="Arial"/>
                <a:cs typeface="Arial"/>
              </a:rPr>
              <a:t>Appendix A: a worked restart probability</a:t>
            </a:r>
          </a:p>
        </p:txBody>
      </p:sp>
      <p:sp>
        <p:nvSpPr>
          <p:cNvPr id="2" name="text-1">
            <a:extLst xmlns:a="http://schemas.openxmlformats.org/drawingml/2006/main">
              <a:ext uri="{FF2B5EF4-FFF2-40B4-BE49-F238E27FC236}">
                <a16:creationId xmlns:a16="http://schemas.microsoft.com/office/drawing/2014/main" id="{BC57D849-31A4-483E-AB9C-60BF5DB310CB}"/>
              </a:ext>
            </a:extLst>
          </p:cNvPr>
          <p:cNvSpPr>
            <a:spLocks xmlns:a="http://schemas.openxmlformats.org/drawingml/2006/main" noGrp="1"/>
          </p:cNvSpPr>
          <p:nvPr/>
        </p:nvSpPr>
        <p:spPr>
          <a:xfrm xmlns:a="http://schemas.openxmlformats.org/drawingml/2006/main">
            <a:off x="685800" y="6496050"/>
            <a:ext cx="8858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667784"/>
                </a:solidFill>
                <a:latin typeface="Arial"/>
                <a:ea typeface="Arial"/>
                <a:cs typeface="Arial"/>
              </a:defRPr>
            </a:defPPr>
          </a:lstStyle>
          <a:p xmlns:a="http://schemas.openxmlformats.org/drawingml/2006/main">
            <a:pPr>
              <a:defRPr sz="1350">
                <a:solidFill>
                  <a:srgbClr val="667784"/>
                </a:solidFill>
                <a:latin typeface="Arial"/>
                <a:ea typeface="Arial"/>
                <a:cs typeface="Arial"/>
              </a:defRPr>
            </a:pPr>
            <a:r>
              <a:rPr sz="1350">
                <a:solidFill>
                  <a:srgbClr val="667784"/>
                </a:solidFill>
                <a:latin typeface="Arial"/>
                <a:ea typeface="Arial"/>
                <a:cs typeface="Arial"/>
              </a:rPr>
              <a:t>Paper v2 | Grokking under a fixed budget</a:t>
            </a:r>
          </a:p>
        </p:txBody>
      </p:sp>
      <p:sp>
        <p:nvSpPr>
          <p:cNvPr id="3" name="text-2">
            <a:extLst xmlns:a="http://schemas.openxmlformats.org/drawingml/2006/main">
              <a:ext uri="{FF2B5EF4-FFF2-40B4-BE49-F238E27FC236}">
                <a16:creationId xmlns:a16="http://schemas.microsoft.com/office/drawing/2014/main" id="{DEDE4786-D9C7-4308-8E88-BC5347C8E697}"/>
              </a:ext>
            </a:extLst>
          </p:cNvPr>
          <p:cNvSpPr>
            <a:spLocks xmlns:a="http://schemas.openxmlformats.org/drawingml/2006/main" noGrp="1"/>
          </p:cNvSpPr>
          <p:nvPr/>
        </p:nvSpPr>
        <p:spPr>
          <a:xfrm xmlns:a="http://schemas.openxmlformats.org/drawingml/2006/main">
            <a:off x="9906000" y="6496050"/>
            <a:ext cx="1600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667784"/>
                </a:solidFill>
                <a:latin typeface="Arial"/>
                <a:ea typeface="Arial"/>
                <a:cs typeface="Arial"/>
              </a:defRPr>
            </a:defPPr>
          </a:lstStyle>
          <a:p xmlns:a="http://schemas.openxmlformats.org/drawingml/2006/main">
            <a:pPr algn="r">
              <a:defRPr sz="1350">
                <a:solidFill>
                  <a:srgbClr val="667784"/>
                </a:solidFill>
                <a:latin typeface="Arial"/>
                <a:ea typeface="Arial"/>
                <a:cs typeface="Arial"/>
              </a:defRPr>
            </a:pPr>
            <a:r>
              <a:rPr sz="1350">
                <a:solidFill>
                  <a:srgbClr val="667784"/>
                </a:solidFill>
                <a:latin typeface="Arial"/>
                <a:ea typeface="Arial"/>
                <a:cs typeface="Arial"/>
              </a:rPr>
              <a:t>14 | Optional</a:t>
            </a:r>
          </a:p>
        </p:txBody>
      </p:sp>
      <p:sp>
        <p:nvSpPr>
          <p:cNvPr id="4" name="text-3">
            <a:extLst xmlns:a="http://schemas.openxmlformats.org/drawingml/2006/main">
              <a:ext uri="{FF2B5EF4-FFF2-40B4-BE49-F238E27FC236}">
                <a16:creationId xmlns:a16="http://schemas.microsoft.com/office/drawing/2014/main" id="{2E95784D-BED4-49B4-AF2C-B5B59AC0736D}"/>
              </a:ext>
            </a:extLst>
          </p:cNvPr>
          <p:cNvSpPr>
            <a:spLocks xmlns:a="http://schemas.openxmlformats.org/drawingml/2006/main" noGrp="1"/>
          </p:cNvSpPr>
          <p:nvPr/>
        </p:nvSpPr>
        <p:spPr>
          <a:xfrm xmlns:a="http://schemas.openxmlformats.org/drawingml/2006/main">
            <a:off x="685800" y="1704975"/>
            <a:ext cx="108204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a:solidFill>
                  <a:srgbClr val="172B3A"/>
                </a:solidFill>
                <a:latin typeface="Arial"/>
                <a:ea typeface="Arial"/>
                <a:cs typeface="Arial"/>
              </a:defRPr>
            </a:defPPr>
          </a:lstStyle>
          <a:p xmlns:a="http://schemas.openxmlformats.org/drawingml/2006/main">
            <a:pPr>
              <a:defRPr sz="2250">
                <a:solidFill>
                  <a:srgbClr val="172B3A"/>
                </a:solidFill>
                <a:latin typeface="Arial"/>
                <a:ea typeface="Arial"/>
                <a:cs typeface="Arial"/>
              </a:defRPr>
            </a:pPr>
            <a:r>
              <a:rPr sz="2250">
                <a:solidFill>
                  <a:srgbClr val="172B3A"/>
                </a:solidFill>
                <a:latin typeface="Arial"/>
                <a:ea typeface="Arial"/>
                <a:cs typeface="Arial"/>
              </a:rPr>
              <a:t>Illustration only: two independent attempts each have 60% success.</a:t>
            </a:r>
          </a:p>
        </p:txBody>
      </p:sp>
      <p:sp>
        <p:nvSpPr>
          <p:cNvPr id="5" name="text-4">
            <a:extLst xmlns:a="http://schemas.openxmlformats.org/drawingml/2006/main">
              <a:ext uri="{FF2B5EF4-FFF2-40B4-BE49-F238E27FC236}">
                <a16:creationId xmlns:a16="http://schemas.microsoft.com/office/drawing/2014/main" id="{DF0CA036-5AF1-438D-A844-E81106DB66BC}"/>
              </a:ext>
            </a:extLst>
          </p:cNvPr>
          <p:cNvSpPr>
            <a:spLocks xmlns:a="http://schemas.openxmlformats.org/drawingml/2006/main" noGrp="1"/>
          </p:cNvSpPr>
          <p:nvPr/>
        </p:nvSpPr>
        <p:spPr>
          <a:xfrm xmlns:a="http://schemas.openxmlformats.org/drawingml/2006/main">
            <a:off x="685800" y="2514600"/>
            <a:ext cx="108204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a:solidFill>
                  <a:srgbClr val="172B3A"/>
                </a:solidFill>
                <a:latin typeface="Arial"/>
                <a:ea typeface="Arial"/>
                <a:cs typeface="Arial"/>
              </a:defRPr>
            </a:defPPr>
          </a:lstStyle>
          <a:p xmlns:a="http://schemas.openxmlformats.org/drawingml/2006/main">
            <a:pPr>
              <a:defRPr sz="2250">
                <a:solidFill>
                  <a:srgbClr val="172B3A"/>
                </a:solidFill>
                <a:latin typeface="Arial"/>
                <a:ea typeface="Arial"/>
                <a:cs typeface="Arial"/>
              </a:defRPr>
            </a:pPr>
            <a:r>
              <a:rPr sz="2250">
                <a:solidFill>
                  <a:srgbClr val="172B3A"/>
                </a:solidFill>
                <a:latin typeface="Arial"/>
                <a:ea typeface="Arial"/>
                <a:cs typeface="Arial"/>
              </a:rPr>
              <a:t>Each fails with probability 40%.</a:t>
            </a:r>
          </a:p>
        </p:txBody>
      </p:sp>
      <p:sp>
        <p:nvSpPr>
          <p:cNvPr id="6" name="text-5">
            <a:extLst xmlns:a="http://schemas.openxmlformats.org/drawingml/2006/main">
              <a:ext uri="{FF2B5EF4-FFF2-40B4-BE49-F238E27FC236}">
                <a16:creationId xmlns:a16="http://schemas.microsoft.com/office/drawing/2014/main" id="{20B49434-36A5-41A1-BD59-9EF496AD8E45}"/>
              </a:ext>
            </a:extLst>
          </p:cNvPr>
          <p:cNvSpPr>
            <a:spLocks xmlns:a="http://schemas.openxmlformats.org/drawingml/2006/main" noGrp="1"/>
          </p:cNvSpPr>
          <p:nvPr/>
        </p:nvSpPr>
        <p:spPr>
          <a:xfrm xmlns:a="http://schemas.openxmlformats.org/drawingml/2006/main">
            <a:off x="685800" y="3324225"/>
            <a:ext cx="108204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a:solidFill>
                  <a:srgbClr val="172B3A"/>
                </a:solidFill>
                <a:latin typeface="Arial"/>
                <a:ea typeface="Arial"/>
                <a:cs typeface="Arial"/>
              </a:defRPr>
            </a:defPPr>
          </a:lstStyle>
          <a:p xmlns:a="http://schemas.openxmlformats.org/drawingml/2006/main">
            <a:pPr>
              <a:defRPr sz="2250">
                <a:solidFill>
                  <a:srgbClr val="172B3A"/>
                </a:solidFill>
                <a:latin typeface="Arial"/>
                <a:ea typeface="Arial"/>
                <a:cs typeface="Arial"/>
              </a:defRPr>
            </a:pPr>
            <a:r>
              <a:rPr sz="2250">
                <a:solidFill>
                  <a:srgbClr val="172B3A"/>
                </a:solidFill>
                <a:latin typeface="Arial"/>
                <a:ea typeface="Arial"/>
                <a:cs typeface="Arial"/>
              </a:rPr>
              <a:t>Both fail: 0.40 × 0.40 = 0.16.</a:t>
            </a:r>
          </a:p>
        </p:txBody>
      </p:sp>
      <p:sp>
        <p:nvSpPr>
          <p:cNvPr id="7" name="text-6">
            <a:extLst xmlns:a="http://schemas.openxmlformats.org/drawingml/2006/main">
              <a:ext uri="{FF2B5EF4-FFF2-40B4-BE49-F238E27FC236}">
                <a16:creationId xmlns:a16="http://schemas.microsoft.com/office/drawing/2014/main" id="{664FCBF8-80BB-4CE1-8C30-2DBF4FEDE5E0}"/>
              </a:ext>
            </a:extLst>
          </p:cNvPr>
          <p:cNvSpPr>
            <a:spLocks xmlns:a="http://schemas.openxmlformats.org/drawingml/2006/main" noGrp="1"/>
          </p:cNvSpPr>
          <p:nvPr/>
        </p:nvSpPr>
        <p:spPr>
          <a:xfrm xmlns:a="http://schemas.openxmlformats.org/drawingml/2006/main">
            <a:off x="685800" y="4133850"/>
            <a:ext cx="108204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a:solidFill>
                  <a:srgbClr val="172B3A"/>
                </a:solidFill>
                <a:latin typeface="Arial"/>
                <a:ea typeface="Arial"/>
                <a:cs typeface="Arial"/>
              </a:defRPr>
            </a:defPPr>
          </a:lstStyle>
          <a:p xmlns:a="http://schemas.openxmlformats.org/drawingml/2006/main">
            <a:pPr>
              <a:defRPr sz="2250">
                <a:solidFill>
                  <a:srgbClr val="172B3A"/>
                </a:solidFill>
                <a:latin typeface="Arial"/>
                <a:ea typeface="Arial"/>
                <a:cs typeface="Arial"/>
              </a:defRPr>
            </a:pPr>
            <a:r>
              <a:rPr sz="2250">
                <a:solidFill>
                  <a:srgbClr val="172B3A"/>
                </a:solidFill>
                <a:latin typeface="Arial"/>
                <a:ea typeface="Arial"/>
                <a:cs typeface="Arial"/>
              </a:rPr>
              <a:t>At least one works: 1 − 0.16 = 0.84 (84%).</a:t>
            </a:r>
          </a:p>
        </p:txBody>
      </p:sp>
      <p:sp>
        <p:nvSpPr>
          <p:cNvPr id="8" name="text-7">
            <a:extLst xmlns:a="http://schemas.openxmlformats.org/drawingml/2006/main">
              <a:ext uri="{FF2B5EF4-FFF2-40B4-BE49-F238E27FC236}">
                <a16:creationId xmlns:a16="http://schemas.microsoft.com/office/drawing/2014/main" id="{46D15B3E-7272-4E97-859D-A0E536EA3D7D}"/>
              </a:ext>
            </a:extLst>
          </p:cNvPr>
          <p:cNvSpPr>
            <a:spLocks xmlns:a="http://schemas.openxmlformats.org/drawingml/2006/main" noGrp="1"/>
          </p:cNvSpPr>
          <p:nvPr/>
        </p:nvSpPr>
        <p:spPr>
          <a:xfrm xmlns:a="http://schemas.openxmlformats.org/drawingml/2006/main">
            <a:off x="685800" y="4943475"/>
            <a:ext cx="108204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a:solidFill>
                  <a:srgbClr val="172B3A"/>
                </a:solidFill>
                <a:latin typeface="Arial"/>
                <a:ea typeface="Arial"/>
                <a:cs typeface="Arial"/>
              </a:defRPr>
            </a:defPPr>
          </a:lstStyle>
          <a:p xmlns:a="http://schemas.openxmlformats.org/drawingml/2006/main">
            <a:pPr>
              <a:defRPr sz="2250">
                <a:solidFill>
                  <a:srgbClr val="172B3A"/>
                </a:solidFill>
                <a:latin typeface="Arial"/>
                <a:ea typeface="Arial"/>
                <a:cs typeface="Arial"/>
              </a:defRPr>
            </a:pPr>
            <a:r>
              <a:rPr sz="2250">
                <a:solidFill>
                  <a:srgbClr val="172B3A"/>
                </a:solidFill>
                <a:latin typeface="Arial"/>
                <a:ea typeface="Arial"/>
                <a:cs typeface="Arial"/>
              </a:rPr>
              <a:t>We still need the one-long-run probability before choosing a policy.</a:t>
            </a:r>
          </a:p>
        </p:txBody>
      </p:sp>
    </p:spTree>
    <p:extLst>
      <p:ext uri="{BB962C8B-B14F-4D97-AF65-F5344CB8AC3E}">
        <p14:creationId xmlns:p14="http://schemas.microsoft.com/office/powerpoint/2010/main" val="431365231"/>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9E6DE3A5-7FEC-4027-9F7F-088FDD3E9E4E}"/>
              </a:ext>
            </a:extLst>
          </p:cNvPr>
          <p:cNvSpPr>
            <a:spLocks xmlns:a="http://schemas.openxmlformats.org/drawingml/2006/main" noGrp="1"/>
          </p:cNvSpPr>
          <p:nvPr/>
        </p:nvSpPr>
        <p:spPr>
          <a:xfrm xmlns:a="http://schemas.openxmlformats.org/drawingml/2006/main">
            <a:off x="685800" y="428625"/>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72B3A"/>
                </a:solidFill>
                <a:latin typeface="Arial"/>
                <a:ea typeface="Arial"/>
                <a:cs typeface="Arial"/>
              </a:defRPr>
            </a:defPPr>
          </a:lstStyle>
          <a:p xmlns:a="http://schemas.openxmlformats.org/drawingml/2006/main">
            <a:pPr>
              <a:defRPr sz="3150" b="1">
                <a:solidFill>
                  <a:srgbClr val="172B3A"/>
                </a:solidFill>
                <a:latin typeface="Arial"/>
                <a:ea typeface="Arial"/>
                <a:cs typeface="Arial"/>
              </a:defRPr>
            </a:pPr>
            <a:r>
              <a:rPr sz="3150" b="1">
                <a:solidFill>
                  <a:srgbClr val="172B3A"/>
                </a:solidFill>
                <a:latin typeface="Arial"/>
                <a:ea typeface="Arial"/>
                <a:cs typeface="Arial"/>
              </a:rPr>
              <a:t>Appendix B: full validation counts</a:t>
            </a:r>
          </a:p>
        </p:txBody>
      </p:sp>
      <p:sp>
        <p:nvSpPr>
          <p:cNvPr id="2" name="text-1">
            <a:extLst xmlns:a="http://schemas.openxmlformats.org/drawingml/2006/main">
              <a:ext uri="{FF2B5EF4-FFF2-40B4-BE49-F238E27FC236}">
                <a16:creationId xmlns:a16="http://schemas.microsoft.com/office/drawing/2014/main" id="{1EDE7453-D9B2-4A0E-B85A-090A62D6CE5A}"/>
              </a:ext>
            </a:extLst>
          </p:cNvPr>
          <p:cNvSpPr>
            <a:spLocks xmlns:a="http://schemas.openxmlformats.org/drawingml/2006/main" noGrp="1"/>
          </p:cNvSpPr>
          <p:nvPr/>
        </p:nvSpPr>
        <p:spPr>
          <a:xfrm xmlns:a="http://schemas.openxmlformats.org/drawingml/2006/main">
            <a:off x="685800" y="6496050"/>
            <a:ext cx="8858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a:solidFill>
                  <a:srgbClr val="667784"/>
                </a:solidFill>
                <a:latin typeface="Arial"/>
                <a:ea typeface="Arial"/>
                <a:cs typeface="Arial"/>
              </a:defRPr>
            </a:defPPr>
          </a:lstStyle>
          <a:p xmlns:a="http://schemas.openxmlformats.org/drawingml/2006/main">
            <a:pPr>
              <a:defRPr sz="1350">
                <a:solidFill>
                  <a:srgbClr val="667784"/>
                </a:solidFill>
                <a:latin typeface="Arial"/>
                <a:ea typeface="Arial"/>
                <a:cs typeface="Arial"/>
              </a:defRPr>
            </a:pPr>
            <a:r>
              <a:rPr sz="1350">
                <a:solidFill>
                  <a:srgbClr val="667784"/>
                </a:solidFill>
                <a:latin typeface="Arial"/>
                <a:ea typeface="Arial"/>
                <a:cs typeface="Arial"/>
              </a:rPr>
              <a:t>Paper v2 | Grokking under a fixed budget</a:t>
            </a:r>
          </a:p>
        </p:txBody>
      </p:sp>
      <p:sp>
        <p:nvSpPr>
          <p:cNvPr id="3" name="text-2">
            <a:extLst xmlns:a="http://schemas.openxmlformats.org/drawingml/2006/main">
              <a:ext uri="{FF2B5EF4-FFF2-40B4-BE49-F238E27FC236}">
                <a16:creationId xmlns:a16="http://schemas.microsoft.com/office/drawing/2014/main" id="{8C5EBBAB-95C6-4103-B2C9-AE25A6AE8205}"/>
              </a:ext>
            </a:extLst>
          </p:cNvPr>
          <p:cNvSpPr>
            <a:spLocks xmlns:a="http://schemas.openxmlformats.org/drawingml/2006/main" noGrp="1"/>
          </p:cNvSpPr>
          <p:nvPr/>
        </p:nvSpPr>
        <p:spPr>
          <a:xfrm xmlns:a="http://schemas.openxmlformats.org/drawingml/2006/main">
            <a:off x="9906000" y="6496050"/>
            <a:ext cx="1600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a:solidFill>
                  <a:srgbClr val="667784"/>
                </a:solidFill>
                <a:latin typeface="Arial"/>
                <a:ea typeface="Arial"/>
                <a:cs typeface="Arial"/>
              </a:defRPr>
            </a:defPPr>
          </a:lstStyle>
          <a:p xmlns:a="http://schemas.openxmlformats.org/drawingml/2006/main">
            <a:pPr algn="r">
              <a:defRPr sz="1350">
                <a:solidFill>
                  <a:srgbClr val="667784"/>
                </a:solidFill>
                <a:latin typeface="Arial"/>
                <a:ea typeface="Arial"/>
                <a:cs typeface="Arial"/>
              </a:defRPr>
            </a:pPr>
            <a:r>
              <a:rPr sz="1350">
                <a:solidFill>
                  <a:srgbClr val="667784"/>
                </a:solidFill>
                <a:latin typeface="Arial"/>
                <a:ea typeface="Arial"/>
                <a:cs typeface="Arial"/>
              </a:rPr>
              <a:t>15 | Optional</a:t>
            </a:r>
          </a:p>
        </p:txBody>
      </p:sp>
      <p:sp>
        <p:nvSpPr>
          <p:cNvPr id="4" name="text-3">
            <a:extLst xmlns:a="http://schemas.openxmlformats.org/drawingml/2006/main">
              <a:ext uri="{FF2B5EF4-FFF2-40B4-BE49-F238E27FC236}">
                <a16:creationId xmlns:a16="http://schemas.microsoft.com/office/drawing/2014/main" id="{78B84C88-9713-46F1-B965-513374E6DE33}"/>
              </a:ext>
            </a:extLst>
          </p:cNvPr>
          <p:cNvSpPr>
            <a:spLocks xmlns:a="http://schemas.openxmlformats.org/drawingml/2006/main" noGrp="1"/>
          </p:cNvSpPr>
          <p:nvPr/>
        </p:nvSpPr>
        <p:spPr>
          <a:xfrm xmlns:a="http://schemas.openxmlformats.org/drawingml/2006/main">
            <a:off x="685800" y="1438275"/>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175F96"/>
                </a:solidFill>
                <a:latin typeface="Arial"/>
                <a:ea typeface="Arial"/>
                <a:cs typeface="Arial"/>
              </a:defRPr>
            </a:defPPr>
          </a:lstStyle>
          <a:p xmlns:a="http://schemas.openxmlformats.org/drawingml/2006/main">
            <a:pPr>
              <a:defRPr sz="2025">
                <a:solidFill>
                  <a:srgbClr val="175F96"/>
                </a:solidFill>
                <a:latin typeface="Arial"/>
                <a:ea typeface="Arial"/>
                <a:cs typeface="Arial"/>
              </a:defRPr>
            </a:pPr>
            <a:r>
              <a:rPr sz="2025">
                <a:solidFill>
                  <a:srgbClr val="175F96"/>
                </a:solidFill>
                <a:latin typeface="Arial"/>
                <a:ea typeface="Arial"/>
                <a:cs typeface="Arial"/>
              </a:rPr>
              <a:t>Each entry: first-confirmation count / 500-window count; both out of 30.</a:t>
            </a:r>
          </a:p>
        </p:txBody>
      </p:sp>
      <p:graphicFrame>
        <p:nvGraphicFramePr>
          <p:cNvPr id="5" name="">
            <a:extLst xmlns:a="http://schemas.openxmlformats.org/drawingml/2006/main">
              <a:ext uri="{FF2B5EF4-FFF2-40B4-BE49-F238E27FC236}">
                <a16:creationId xmlns:a16="http://schemas.microsoft.com/office/drawing/2014/main" id="{4F9A96F8-A662-4EB7-9DF0-CF69DD86B2AB}"/>
              </a:ext>
            </a:extLst>
          </p:cNvPr>
          <p:cNvGraphicFramePr/>
          <p:nvPr/>
        </p:nvGraphicFramePr>
        <p:xfrm>
          <a:off xmlns:a="http://schemas.openxmlformats.org/drawingml/2006/main" x="685800" y="2305050"/>
          <a:ext xmlns:a="http://schemas.openxmlformats.org/drawingml/2006/main" cx="10820400" cy="3333750"/>
        </p:xfrm>
        <a:graphic xmlns:a="http://schemas.openxmlformats.org/drawingml/2006/main">
          <a:graphicData uri="http://schemas.openxmlformats.org/drawingml/2006/table">
            <a:tbl>
              <a:tblPr/>
              <a:tblGrid>
                <a:gridCol w="3333750"/>
                <a:gridCol w="2495550"/>
                <a:gridCol w="2495550"/>
                <a:gridCol w="2495550"/>
              </a:tblGrid>
              <a:tr h="476250">
                <a:tc>
                  <a:txBody>
                    <a:bodyPr lIns="76200" tIns="76200" rIns="76200" bIns="76200"/>
                    <a:lstStyle/>
                    <a:p>
                      <a:r>
                        <a:rPr sz="1725" b="1">
                          <a:solidFill>
                            <a:srgbClr val="175F96"/>
                          </a:solidFill>
                          <a:latin typeface="Arial"/>
                          <a:ea typeface="Arial"/>
                          <a:cs typeface="Arial"/>
                        </a:rPr>
                        <a:t>Split / budget</a:t>
                      </a:r>
                    </a:p>
                  </a:txBody>
                  <a:tcPr marL="91440" marR="91440" marT="45720" marB="45720" anchor="ctr">
                    <a:lnL w="0">
                      <a:solidFill>
                        <a:srgbClr val="FFFFFF"/>
                      </a:solidFill>
                    </a:lnL>
                    <a:lnR w="0">
                      <a:solidFill>
                        <a:srgbClr val="FFFFFF"/>
                      </a:solidFill>
                    </a:lnR>
                    <a:lnT w="0">
                      <a:solidFill>
                        <a:srgbClr val="FFFFFF"/>
                      </a:solidFill>
                    </a:lnT>
                    <a:lnB w="0">
                      <a:solidFill>
                        <a:srgbClr val="FFFFFF"/>
                      </a:solidFill>
                    </a:lnB>
                    <a:solidFill>
                      <a:srgbClr val="FFFFFF"/>
                    </a:solidFill>
                  </a:tcPr>
                </a:tc>
                <a:tc>
                  <a:txBody>
                    <a:bodyPr lIns="76200" tIns="76200" rIns="76200" bIns="76200"/>
                    <a:lstStyle/>
                    <a:p>
                      <a:r>
                        <a:rPr sz="1725" b="1">
                          <a:solidFill>
                            <a:srgbClr val="175F96"/>
                          </a:solidFill>
                          <a:latin typeface="Arial"/>
                          <a:ea typeface="Arial"/>
                          <a:cs typeface="Arial"/>
                        </a:rPr>
                        <a:t>1 run</a:t>
                      </a:r>
                    </a:p>
                  </a:txBody>
                  <a:tcPr marL="91440" marR="91440" marT="45720" marB="45720" anchor="ctr">
                    <a:lnR w="0">
                      <a:solidFill>
                        <a:srgbClr val="FFFFFF"/>
                      </a:solidFill>
                    </a:lnR>
                    <a:lnT w="0">
                      <a:solidFill>
                        <a:srgbClr val="FFFFFF"/>
                      </a:solidFill>
                    </a:lnT>
                    <a:lnB w="0">
                      <a:solidFill>
                        <a:srgbClr val="FFFFFF"/>
                      </a:solidFill>
                    </a:lnB>
                    <a:solidFill>
                      <a:srgbClr val="FFFFFF"/>
                    </a:solidFill>
                  </a:tcPr>
                </a:tc>
                <a:tc>
                  <a:txBody>
                    <a:bodyPr lIns="76200" tIns="76200" rIns="76200" bIns="76200"/>
                    <a:lstStyle/>
                    <a:p>
                      <a:r>
                        <a:rPr sz="1725" b="1">
                          <a:solidFill>
                            <a:srgbClr val="175F96"/>
                          </a:solidFill>
                          <a:latin typeface="Arial"/>
                          <a:ea typeface="Arial"/>
                          <a:cs typeface="Arial"/>
                        </a:rPr>
                        <a:t>2 runs</a:t>
                      </a:r>
                    </a:p>
                  </a:txBody>
                  <a:tcPr marL="91440" marR="91440" marT="45720" marB="45720" anchor="ctr">
                    <a:lnR w="0">
                      <a:solidFill>
                        <a:srgbClr val="FFFFFF"/>
                      </a:solidFill>
                    </a:lnR>
                    <a:lnT w="0">
                      <a:solidFill>
                        <a:srgbClr val="FFFFFF"/>
                      </a:solidFill>
                    </a:lnT>
                    <a:lnB w="0">
                      <a:solidFill>
                        <a:srgbClr val="FFFFFF"/>
                      </a:solidFill>
                    </a:lnB>
                    <a:solidFill>
                      <a:srgbClr val="FFFFFF"/>
                    </a:solidFill>
                  </a:tcPr>
                </a:tc>
                <a:tc>
                  <a:txBody>
                    <a:bodyPr lIns="76200" tIns="76200" rIns="76200" bIns="76200"/>
                    <a:lstStyle/>
                    <a:p>
                      <a:r>
                        <a:rPr sz="1725" b="1">
                          <a:solidFill>
                            <a:srgbClr val="175F96"/>
                          </a:solidFill>
                          <a:latin typeface="Arial"/>
                          <a:ea typeface="Arial"/>
                          <a:cs typeface="Arial"/>
                        </a:rPr>
                        <a:t>4 runs</a:t>
                      </a:r>
                    </a:p>
                  </a:txBody>
                  <a:tcPr marL="91440" marR="91440" marT="45720" marB="45720" anchor="ctr">
                    <a:lnR w="0">
                      <a:solidFill>
                        <a:srgbClr val="FFFFFF"/>
                      </a:solidFill>
                    </a:lnR>
                    <a:lnT w="0">
                      <a:solidFill>
                        <a:srgbClr val="FFFFFF"/>
                      </a:solidFill>
                    </a:lnT>
                    <a:lnB w="0">
                      <a:solidFill>
                        <a:srgbClr val="FFFFFF"/>
                      </a:solidFill>
                    </a:lnB>
                    <a:solidFill>
                      <a:srgbClr val="FFFFFF"/>
                    </a:solidFill>
                  </a:tcPr>
                </a:tc>
              </a:tr>
              <a:tr h="476250">
                <a:tc>
                  <a:txBody>
                    <a:bodyPr lIns="76200" tIns="76200" rIns="76200" bIns="76200"/>
                    <a:lstStyle/>
                    <a:p>
                      <a:r>
                        <a:rPr sz="1725" b="0">
                          <a:solidFill>
                            <a:srgbClr val="172B3A"/>
                          </a:solidFill>
                          <a:latin typeface="Arial"/>
                          <a:ea typeface="Arial"/>
                          <a:cs typeface="Arial"/>
                        </a:rPr>
                        <a:t>S1 / 8k</a:t>
                      </a:r>
                    </a:p>
                  </a:txBody>
                  <a:tcPr marL="91440" marR="91440" marT="45720" marB="45720" anchor="ctr">
                    <a:lnL w="0">
                      <a:solidFill>
                        <a:srgbClr val="FFFFFF"/>
                      </a:solidFill>
                    </a:lnL>
                    <a:lnR w="0">
                      <a:solidFill>
                        <a:srgbClr val="FFFFFF"/>
                      </a:solidFill>
                    </a:lnR>
                    <a:lnB w="0">
                      <a:solidFill>
                        <a:srgbClr val="FFFFFF"/>
                      </a:solidFill>
                    </a:lnB>
                    <a:solidFill>
                      <a:srgbClr val="FFFFFF"/>
                    </a:solidFill>
                  </a:tcPr>
                </a:tc>
                <a:tc>
                  <a:txBody>
                    <a:bodyPr lIns="76200" tIns="76200" rIns="76200" bIns="76200"/>
                    <a:lstStyle/>
                    <a:p>
                      <a:r>
                        <a:rPr sz="1725" b="0">
                          <a:solidFill>
                            <a:srgbClr val="172B3A"/>
                          </a:solidFill>
                          <a:latin typeface="Arial"/>
                          <a:ea typeface="Arial"/>
                          <a:cs typeface="Arial"/>
                        </a:rPr>
                        <a:t>28 / 28</a:t>
                      </a:r>
                    </a:p>
                  </a:txBody>
                  <a:tcPr marL="91440" marR="91440" marT="45720" marB="45720" anchor="ctr">
                    <a:lnR w="0">
                      <a:solidFill>
                        <a:srgbClr val="FFFFFF"/>
                      </a:solidFill>
                    </a:lnR>
                    <a:lnB w="0">
                      <a:solidFill>
                        <a:srgbClr val="FFFFFF"/>
                      </a:solidFill>
                    </a:lnB>
                    <a:solidFill>
                      <a:srgbClr val="FFFFFF"/>
                    </a:solidFill>
                  </a:tcPr>
                </a:tc>
                <a:tc>
                  <a:txBody>
                    <a:bodyPr lIns="76200" tIns="76200" rIns="76200" bIns="76200"/>
                    <a:lstStyle/>
                    <a:p>
                      <a:r>
                        <a:rPr sz="1725" b="0">
                          <a:solidFill>
                            <a:srgbClr val="172B3A"/>
                          </a:solidFill>
                          <a:latin typeface="Arial"/>
                          <a:ea typeface="Arial"/>
                          <a:cs typeface="Arial"/>
                        </a:rPr>
                        <a:t>23 / 21</a:t>
                      </a:r>
                    </a:p>
                  </a:txBody>
                  <a:tcPr marL="91440" marR="91440" marT="45720" marB="45720" anchor="ctr">
                    <a:lnR w="0">
                      <a:solidFill>
                        <a:srgbClr val="FFFFFF"/>
                      </a:solidFill>
                    </a:lnR>
                    <a:lnB w="0">
                      <a:solidFill>
                        <a:srgbClr val="FFFFFF"/>
                      </a:solidFill>
                    </a:lnB>
                    <a:solidFill>
                      <a:srgbClr val="FFFFFF"/>
                    </a:solidFill>
                  </a:tcPr>
                </a:tc>
                <a:tc>
                  <a:txBody>
                    <a:bodyPr lIns="76200" tIns="76200" rIns="76200" bIns="76200"/>
                    <a:lstStyle/>
                    <a:p>
                      <a:r>
                        <a:rPr sz="1725" b="0">
                          <a:solidFill>
                            <a:srgbClr val="172B3A"/>
                          </a:solidFill>
                          <a:latin typeface="Arial"/>
                          <a:ea typeface="Arial"/>
                          <a:cs typeface="Arial"/>
                        </a:rPr>
                        <a:t>12 / 4</a:t>
                      </a:r>
                    </a:p>
                  </a:txBody>
                  <a:tcPr marL="91440" marR="91440" marT="45720" marB="45720" anchor="ctr">
                    <a:lnR w="0">
                      <a:solidFill>
                        <a:srgbClr val="FFFFFF"/>
                      </a:solidFill>
                    </a:lnR>
                    <a:lnB w="0">
                      <a:solidFill>
                        <a:srgbClr val="FFFFFF"/>
                      </a:solidFill>
                    </a:lnB>
                    <a:solidFill>
                      <a:srgbClr val="FFFFFF"/>
                    </a:solidFill>
                  </a:tcPr>
                </a:tc>
              </a:tr>
              <a:tr h="476250">
                <a:tc>
                  <a:txBody>
                    <a:bodyPr lIns="76200" tIns="76200" rIns="76200" bIns="76200"/>
                    <a:lstStyle/>
                    <a:p>
                      <a:r>
                        <a:rPr sz="1725" b="0">
                          <a:solidFill>
                            <a:srgbClr val="172B3A"/>
                          </a:solidFill>
                          <a:latin typeface="Arial"/>
                          <a:ea typeface="Arial"/>
                          <a:cs typeface="Arial"/>
                        </a:rPr>
                        <a:t>S1 / 12k</a:t>
                      </a:r>
                    </a:p>
                  </a:txBody>
                  <a:tcPr marL="91440" marR="91440" marT="45720" marB="45720" anchor="ctr">
                    <a:lnL w="0">
                      <a:solidFill>
                        <a:srgbClr val="FFFFFF"/>
                      </a:solidFill>
                    </a:lnL>
                    <a:lnR w="0">
                      <a:solidFill>
                        <a:srgbClr val="FFFFFF"/>
                      </a:solidFill>
                    </a:lnR>
                    <a:lnB w="0">
                      <a:solidFill>
                        <a:srgbClr val="FFFFFF"/>
                      </a:solidFill>
                    </a:lnB>
                    <a:solidFill>
                      <a:srgbClr val="FFFFFF"/>
                    </a:solidFill>
                  </a:tcPr>
                </a:tc>
                <a:tc>
                  <a:txBody>
                    <a:bodyPr lIns="76200" tIns="76200" rIns="76200" bIns="76200"/>
                    <a:lstStyle/>
                    <a:p>
                      <a:r>
                        <a:rPr sz="1725" b="0">
                          <a:solidFill>
                            <a:srgbClr val="172B3A"/>
                          </a:solidFill>
                          <a:latin typeface="Arial"/>
                          <a:ea typeface="Arial"/>
                          <a:cs typeface="Arial"/>
                        </a:rPr>
                        <a:t>30 / 30</a:t>
                      </a:r>
                    </a:p>
                  </a:txBody>
                  <a:tcPr marL="91440" marR="91440" marT="45720" marB="45720" anchor="ctr">
                    <a:lnR w="0">
                      <a:solidFill>
                        <a:srgbClr val="FFFFFF"/>
                      </a:solidFill>
                    </a:lnR>
                    <a:lnB w="0">
                      <a:solidFill>
                        <a:srgbClr val="FFFFFF"/>
                      </a:solidFill>
                    </a:lnB>
                    <a:solidFill>
                      <a:srgbClr val="FFFFFF"/>
                    </a:solidFill>
                  </a:tcPr>
                </a:tc>
                <a:tc>
                  <a:txBody>
                    <a:bodyPr lIns="76200" tIns="76200" rIns="76200" bIns="76200"/>
                    <a:lstStyle/>
                    <a:p>
                      <a:r>
                        <a:rPr sz="1725" b="0">
                          <a:solidFill>
                            <a:srgbClr val="172B3A"/>
                          </a:solidFill>
                          <a:latin typeface="Arial"/>
                          <a:ea typeface="Arial"/>
                          <a:cs typeface="Arial"/>
                        </a:rPr>
                        <a:t>30 / 30</a:t>
                      </a:r>
                    </a:p>
                  </a:txBody>
                  <a:tcPr marL="91440" marR="91440" marT="45720" marB="45720" anchor="ctr">
                    <a:lnR w="0">
                      <a:solidFill>
                        <a:srgbClr val="FFFFFF"/>
                      </a:solidFill>
                    </a:lnR>
                    <a:lnB w="0">
                      <a:solidFill>
                        <a:srgbClr val="FFFFFF"/>
                      </a:solidFill>
                    </a:lnB>
                    <a:solidFill>
                      <a:srgbClr val="FFFFFF"/>
                    </a:solidFill>
                  </a:tcPr>
                </a:tc>
                <a:tc>
                  <a:txBody>
                    <a:bodyPr lIns="76200" tIns="76200" rIns="76200" bIns="76200"/>
                    <a:lstStyle/>
                    <a:p>
                      <a:r>
                        <a:rPr sz="1725" b="0">
                          <a:solidFill>
                            <a:srgbClr val="172B3A"/>
                          </a:solidFill>
                          <a:latin typeface="Arial"/>
                          <a:ea typeface="Arial"/>
                          <a:cs typeface="Arial"/>
                        </a:rPr>
                        <a:t>24 / 13</a:t>
                      </a:r>
                    </a:p>
                  </a:txBody>
                  <a:tcPr marL="91440" marR="91440" marT="45720" marB="45720" anchor="ctr">
                    <a:lnR w="0">
                      <a:solidFill>
                        <a:srgbClr val="FFFFFF"/>
                      </a:solidFill>
                    </a:lnR>
                    <a:lnB w="0">
                      <a:solidFill>
                        <a:srgbClr val="FFFFFF"/>
                      </a:solidFill>
                    </a:lnB>
                    <a:solidFill>
                      <a:srgbClr val="FFFFFF"/>
                    </a:solidFill>
                  </a:tcPr>
                </a:tc>
              </a:tr>
              <a:tr h="476250">
                <a:tc>
                  <a:txBody>
                    <a:bodyPr lIns="76200" tIns="76200" rIns="76200" bIns="76200"/>
                    <a:lstStyle/>
                    <a:p>
                      <a:r>
                        <a:rPr sz="1725" b="0">
                          <a:solidFill>
                            <a:srgbClr val="172B3A"/>
                          </a:solidFill>
                          <a:latin typeface="Arial"/>
                          <a:ea typeface="Arial"/>
                          <a:cs typeface="Arial"/>
                        </a:rPr>
                        <a:t>S2 / 8k</a:t>
                      </a:r>
                    </a:p>
                  </a:txBody>
                  <a:tcPr marL="91440" marR="91440" marT="45720" marB="45720" anchor="ctr">
                    <a:lnL w="0">
                      <a:solidFill>
                        <a:srgbClr val="FFFFFF"/>
                      </a:solidFill>
                    </a:lnL>
                    <a:lnR w="0">
                      <a:solidFill>
                        <a:srgbClr val="FFFFFF"/>
                      </a:solidFill>
                    </a:lnR>
                    <a:lnB w="0">
                      <a:solidFill>
                        <a:srgbClr val="FFFFFF"/>
                      </a:solidFill>
                    </a:lnB>
                    <a:solidFill>
                      <a:srgbClr val="FFFFFF"/>
                    </a:solidFill>
                  </a:tcPr>
                </a:tc>
                <a:tc>
                  <a:txBody>
                    <a:bodyPr lIns="76200" tIns="76200" rIns="76200" bIns="76200"/>
                    <a:lstStyle/>
                    <a:p>
                      <a:r>
                        <a:rPr sz="1725" b="0">
                          <a:solidFill>
                            <a:srgbClr val="172B3A"/>
                          </a:solidFill>
                          <a:latin typeface="Arial"/>
                          <a:ea typeface="Arial"/>
                          <a:cs typeface="Arial"/>
                        </a:rPr>
                        <a:t>28 / 27</a:t>
                      </a:r>
                    </a:p>
                  </a:txBody>
                  <a:tcPr marL="91440" marR="91440" marT="45720" marB="45720" anchor="ctr">
                    <a:lnR w="0">
                      <a:solidFill>
                        <a:srgbClr val="FFFFFF"/>
                      </a:solidFill>
                    </a:lnR>
                    <a:lnB w="0">
                      <a:solidFill>
                        <a:srgbClr val="FFFFFF"/>
                      </a:solidFill>
                    </a:lnB>
                    <a:solidFill>
                      <a:srgbClr val="FFFFFF"/>
                    </a:solidFill>
                  </a:tcPr>
                </a:tc>
                <a:tc>
                  <a:txBody>
                    <a:bodyPr lIns="76200" tIns="76200" rIns="76200" bIns="76200"/>
                    <a:lstStyle/>
                    <a:p>
                      <a:r>
                        <a:rPr sz="1725" b="0">
                          <a:solidFill>
                            <a:srgbClr val="172B3A"/>
                          </a:solidFill>
                          <a:latin typeface="Arial"/>
                          <a:ea typeface="Arial"/>
                          <a:cs typeface="Arial"/>
                        </a:rPr>
                        <a:t>24 / 18</a:t>
                      </a:r>
                    </a:p>
                  </a:txBody>
                  <a:tcPr marL="91440" marR="91440" marT="45720" marB="45720" anchor="ctr">
                    <a:lnR w="0">
                      <a:solidFill>
                        <a:srgbClr val="FFFFFF"/>
                      </a:solidFill>
                    </a:lnR>
                    <a:lnB w="0">
                      <a:solidFill>
                        <a:srgbClr val="FFFFFF"/>
                      </a:solidFill>
                    </a:lnB>
                    <a:solidFill>
                      <a:srgbClr val="FFFFFF"/>
                    </a:solidFill>
                  </a:tcPr>
                </a:tc>
                <a:tc>
                  <a:txBody>
                    <a:bodyPr lIns="76200" tIns="76200" rIns="76200" bIns="76200"/>
                    <a:lstStyle/>
                    <a:p>
                      <a:r>
                        <a:rPr sz="1725" b="0">
                          <a:solidFill>
                            <a:srgbClr val="172B3A"/>
                          </a:solidFill>
                          <a:latin typeface="Arial"/>
                          <a:ea typeface="Arial"/>
                          <a:cs typeface="Arial"/>
                        </a:rPr>
                        <a:t>9 / 4</a:t>
                      </a:r>
                    </a:p>
                  </a:txBody>
                  <a:tcPr marL="91440" marR="91440" marT="45720" marB="45720" anchor="ctr">
                    <a:lnR w="0">
                      <a:solidFill>
                        <a:srgbClr val="FFFFFF"/>
                      </a:solidFill>
                    </a:lnR>
                    <a:lnB w="0">
                      <a:solidFill>
                        <a:srgbClr val="FFFFFF"/>
                      </a:solidFill>
                    </a:lnB>
                    <a:solidFill>
                      <a:srgbClr val="FFFFFF"/>
                    </a:solidFill>
                  </a:tcPr>
                </a:tc>
              </a:tr>
              <a:tr h="476250">
                <a:tc>
                  <a:txBody>
                    <a:bodyPr lIns="76200" tIns="76200" rIns="76200" bIns="76200"/>
                    <a:lstStyle/>
                    <a:p>
                      <a:r>
                        <a:rPr sz="1725" b="0">
                          <a:solidFill>
                            <a:srgbClr val="172B3A"/>
                          </a:solidFill>
                          <a:latin typeface="Arial"/>
                          <a:ea typeface="Arial"/>
                          <a:cs typeface="Arial"/>
                        </a:rPr>
                        <a:t>S2 / 12k</a:t>
                      </a:r>
                    </a:p>
                  </a:txBody>
                  <a:tcPr marL="91440" marR="91440" marT="45720" marB="45720" anchor="ctr">
                    <a:lnL w="0">
                      <a:solidFill>
                        <a:srgbClr val="FFFFFF"/>
                      </a:solidFill>
                    </a:lnL>
                    <a:lnR w="0">
                      <a:solidFill>
                        <a:srgbClr val="FFFFFF"/>
                      </a:solidFill>
                    </a:lnR>
                    <a:lnB w="0">
                      <a:solidFill>
                        <a:srgbClr val="FFFFFF"/>
                      </a:solidFill>
                    </a:lnB>
                    <a:solidFill>
                      <a:srgbClr val="FFFFFF"/>
                    </a:solidFill>
                  </a:tcPr>
                </a:tc>
                <a:tc>
                  <a:txBody>
                    <a:bodyPr lIns="76200" tIns="76200" rIns="76200" bIns="76200"/>
                    <a:lstStyle/>
                    <a:p>
                      <a:r>
                        <a:rPr sz="1725" b="0">
                          <a:solidFill>
                            <a:srgbClr val="172B3A"/>
                          </a:solidFill>
                          <a:latin typeface="Arial"/>
                          <a:ea typeface="Arial"/>
                          <a:cs typeface="Arial"/>
                        </a:rPr>
                        <a:t>30 / 30</a:t>
                      </a:r>
                    </a:p>
                  </a:txBody>
                  <a:tcPr marL="91440" marR="91440" marT="45720" marB="45720" anchor="ctr">
                    <a:lnR w="0">
                      <a:solidFill>
                        <a:srgbClr val="FFFFFF"/>
                      </a:solidFill>
                    </a:lnR>
                    <a:lnB w="0">
                      <a:solidFill>
                        <a:srgbClr val="FFFFFF"/>
                      </a:solidFill>
                    </a:lnB>
                    <a:solidFill>
                      <a:srgbClr val="FFFFFF"/>
                    </a:solidFill>
                  </a:tcPr>
                </a:tc>
                <a:tc>
                  <a:txBody>
                    <a:bodyPr lIns="76200" tIns="76200" rIns="76200" bIns="76200"/>
                    <a:lstStyle/>
                    <a:p>
                      <a:r>
                        <a:rPr sz="1725" b="0">
                          <a:solidFill>
                            <a:srgbClr val="172B3A"/>
                          </a:solidFill>
                          <a:latin typeface="Arial"/>
                          <a:ea typeface="Arial"/>
                          <a:cs typeface="Arial"/>
                        </a:rPr>
                        <a:t>30 / 30</a:t>
                      </a:r>
                    </a:p>
                  </a:txBody>
                  <a:tcPr marL="91440" marR="91440" marT="45720" marB="45720" anchor="ctr">
                    <a:lnR w="0">
                      <a:solidFill>
                        <a:srgbClr val="FFFFFF"/>
                      </a:solidFill>
                    </a:lnR>
                    <a:lnB w="0">
                      <a:solidFill>
                        <a:srgbClr val="FFFFFF"/>
                      </a:solidFill>
                    </a:lnB>
                    <a:solidFill>
                      <a:srgbClr val="FFFFFF"/>
                    </a:solidFill>
                  </a:tcPr>
                </a:tc>
                <a:tc>
                  <a:txBody>
                    <a:bodyPr lIns="76200" tIns="76200" rIns="76200" bIns="76200"/>
                    <a:lstStyle/>
                    <a:p>
                      <a:r>
                        <a:rPr sz="1725" b="0">
                          <a:solidFill>
                            <a:srgbClr val="172B3A"/>
                          </a:solidFill>
                          <a:latin typeface="Arial"/>
                          <a:ea typeface="Arial"/>
                          <a:cs typeface="Arial"/>
                        </a:rPr>
                        <a:t>20 / 16</a:t>
                      </a:r>
                    </a:p>
                  </a:txBody>
                  <a:tcPr marL="91440" marR="91440" marT="45720" marB="45720" anchor="ctr">
                    <a:lnR w="0">
                      <a:solidFill>
                        <a:srgbClr val="FFFFFF"/>
                      </a:solidFill>
                    </a:lnR>
                    <a:lnB w="0">
                      <a:solidFill>
                        <a:srgbClr val="FFFFFF"/>
                      </a:solidFill>
                    </a:lnB>
                    <a:solidFill>
                      <a:srgbClr val="FFFFFF"/>
                    </a:solidFill>
                  </a:tcPr>
                </a:tc>
              </a:tr>
              <a:tr h="476250">
                <a:tc>
                  <a:txBody>
                    <a:bodyPr lIns="76200" tIns="76200" rIns="76200" bIns="76200"/>
                    <a:lstStyle/>
                    <a:p>
                      <a:r>
                        <a:rPr sz="1725" b="0">
                          <a:solidFill>
                            <a:srgbClr val="172B3A"/>
                          </a:solidFill>
                          <a:latin typeface="Arial"/>
                          <a:ea typeface="Arial"/>
                          <a:cs typeface="Arial"/>
                        </a:rPr>
                        <a:t>S3 / 8k</a:t>
                      </a:r>
                    </a:p>
                  </a:txBody>
                  <a:tcPr marL="91440" marR="91440" marT="45720" marB="45720" anchor="ctr">
                    <a:lnL w="0">
                      <a:solidFill>
                        <a:srgbClr val="FFFFFF"/>
                      </a:solidFill>
                    </a:lnL>
                    <a:lnR w="0">
                      <a:solidFill>
                        <a:srgbClr val="FFFFFF"/>
                      </a:solidFill>
                    </a:lnR>
                    <a:lnB w="0">
                      <a:solidFill>
                        <a:srgbClr val="FFFFFF"/>
                      </a:solidFill>
                    </a:lnB>
                    <a:solidFill>
                      <a:srgbClr val="FFFFFF"/>
                    </a:solidFill>
                  </a:tcPr>
                </a:tc>
                <a:tc>
                  <a:txBody>
                    <a:bodyPr lIns="76200" tIns="76200" rIns="76200" bIns="76200"/>
                    <a:lstStyle/>
                    <a:p>
                      <a:r>
                        <a:rPr sz="1725" b="0">
                          <a:solidFill>
                            <a:srgbClr val="172B3A"/>
                          </a:solidFill>
                          <a:latin typeface="Arial"/>
                          <a:ea typeface="Arial"/>
                          <a:cs typeface="Arial"/>
                        </a:rPr>
                        <a:t>28 / 26</a:t>
                      </a:r>
                    </a:p>
                  </a:txBody>
                  <a:tcPr marL="91440" marR="91440" marT="45720" marB="45720" anchor="ctr">
                    <a:lnR w="0">
                      <a:solidFill>
                        <a:srgbClr val="FFFFFF"/>
                      </a:solidFill>
                    </a:lnR>
                    <a:lnB w="0">
                      <a:solidFill>
                        <a:srgbClr val="FFFFFF"/>
                      </a:solidFill>
                    </a:lnB>
                    <a:solidFill>
                      <a:srgbClr val="FFFFFF"/>
                    </a:solidFill>
                  </a:tcPr>
                </a:tc>
                <a:tc>
                  <a:txBody>
                    <a:bodyPr lIns="76200" tIns="76200" rIns="76200" bIns="76200"/>
                    <a:lstStyle/>
                    <a:p>
                      <a:r>
                        <a:rPr sz="1725" b="0">
                          <a:solidFill>
                            <a:srgbClr val="172B3A"/>
                          </a:solidFill>
                          <a:latin typeface="Arial"/>
                          <a:ea typeface="Arial"/>
                          <a:cs typeface="Arial"/>
                        </a:rPr>
                        <a:t>25 / 21</a:t>
                      </a:r>
                    </a:p>
                  </a:txBody>
                  <a:tcPr marL="91440" marR="91440" marT="45720" marB="45720" anchor="ctr">
                    <a:lnR w="0">
                      <a:solidFill>
                        <a:srgbClr val="FFFFFF"/>
                      </a:solidFill>
                    </a:lnR>
                    <a:lnB w="0">
                      <a:solidFill>
                        <a:srgbClr val="FFFFFF"/>
                      </a:solidFill>
                    </a:lnB>
                    <a:solidFill>
                      <a:srgbClr val="FFFFFF"/>
                    </a:solidFill>
                  </a:tcPr>
                </a:tc>
                <a:tc>
                  <a:txBody>
                    <a:bodyPr lIns="76200" tIns="76200" rIns="76200" bIns="76200"/>
                    <a:lstStyle/>
                    <a:p>
                      <a:r>
                        <a:rPr sz="1725" b="0">
                          <a:solidFill>
                            <a:srgbClr val="172B3A"/>
                          </a:solidFill>
                          <a:latin typeface="Arial"/>
                          <a:ea typeface="Arial"/>
                          <a:cs typeface="Arial"/>
                        </a:rPr>
                        <a:t>11 / 1</a:t>
                      </a:r>
                    </a:p>
                  </a:txBody>
                  <a:tcPr marL="91440" marR="91440" marT="45720" marB="45720" anchor="ctr">
                    <a:lnR w="0">
                      <a:solidFill>
                        <a:srgbClr val="FFFFFF"/>
                      </a:solidFill>
                    </a:lnR>
                    <a:lnB w="0">
                      <a:solidFill>
                        <a:srgbClr val="FFFFFF"/>
                      </a:solidFill>
                    </a:lnB>
                    <a:solidFill>
                      <a:srgbClr val="FFFFFF"/>
                    </a:solidFill>
                  </a:tcPr>
                </a:tc>
              </a:tr>
              <a:tr h="476250">
                <a:tc>
                  <a:txBody>
                    <a:bodyPr lIns="76200" tIns="76200" rIns="76200" bIns="76200"/>
                    <a:lstStyle/>
                    <a:p>
                      <a:r>
                        <a:rPr sz="1725" b="0">
                          <a:solidFill>
                            <a:srgbClr val="172B3A"/>
                          </a:solidFill>
                          <a:latin typeface="Arial"/>
                          <a:ea typeface="Arial"/>
                          <a:cs typeface="Arial"/>
                        </a:rPr>
                        <a:t>S3 / 12k</a:t>
                      </a:r>
                    </a:p>
                  </a:txBody>
                  <a:tcPr marL="91440" marR="91440" marT="45720" marB="45720" anchor="ctr">
                    <a:lnL w="0">
                      <a:solidFill>
                        <a:srgbClr val="FFFFFF"/>
                      </a:solidFill>
                    </a:lnL>
                    <a:lnR w="0">
                      <a:solidFill>
                        <a:srgbClr val="FFFFFF"/>
                      </a:solidFill>
                    </a:lnR>
                    <a:lnB w="0">
                      <a:solidFill>
                        <a:srgbClr val="FFFFFF"/>
                      </a:solidFill>
                    </a:lnB>
                    <a:solidFill>
                      <a:srgbClr val="FFFFFF"/>
                    </a:solidFill>
                  </a:tcPr>
                </a:tc>
                <a:tc>
                  <a:txBody>
                    <a:bodyPr lIns="76200" tIns="76200" rIns="76200" bIns="76200"/>
                    <a:lstStyle/>
                    <a:p>
                      <a:r>
                        <a:rPr sz="1725" b="0">
                          <a:solidFill>
                            <a:srgbClr val="172B3A"/>
                          </a:solidFill>
                          <a:latin typeface="Arial"/>
                          <a:ea typeface="Arial"/>
                          <a:cs typeface="Arial"/>
                        </a:rPr>
                        <a:t>30 / 30</a:t>
                      </a:r>
                    </a:p>
                  </a:txBody>
                  <a:tcPr marL="91440" marR="91440" marT="45720" marB="45720" anchor="ctr">
                    <a:lnR w="0">
                      <a:solidFill>
                        <a:srgbClr val="FFFFFF"/>
                      </a:solidFill>
                    </a:lnR>
                    <a:lnB w="0">
                      <a:solidFill>
                        <a:srgbClr val="FFFFFF"/>
                      </a:solidFill>
                    </a:lnB>
                    <a:solidFill>
                      <a:srgbClr val="FFFFFF"/>
                    </a:solidFill>
                  </a:tcPr>
                </a:tc>
                <a:tc>
                  <a:txBody>
                    <a:bodyPr lIns="76200" tIns="76200" rIns="76200" bIns="76200"/>
                    <a:lstStyle/>
                    <a:p>
                      <a:r>
                        <a:rPr sz="1725" b="0">
                          <a:solidFill>
                            <a:srgbClr val="172B3A"/>
                          </a:solidFill>
                          <a:latin typeface="Arial"/>
                          <a:ea typeface="Arial"/>
                          <a:cs typeface="Arial"/>
                        </a:rPr>
                        <a:t>29 / 29</a:t>
                      </a:r>
                    </a:p>
                  </a:txBody>
                  <a:tcPr marL="91440" marR="91440" marT="45720" marB="45720" anchor="ctr">
                    <a:lnR w="0">
                      <a:solidFill>
                        <a:srgbClr val="FFFFFF"/>
                      </a:solidFill>
                    </a:lnR>
                    <a:lnB w="0">
                      <a:solidFill>
                        <a:srgbClr val="FFFFFF"/>
                      </a:solidFill>
                    </a:lnB>
                    <a:solidFill>
                      <a:srgbClr val="FFFFFF"/>
                    </a:solidFill>
                  </a:tcPr>
                </a:tc>
                <a:tc>
                  <a:txBody>
                    <a:bodyPr lIns="76200" tIns="76200" rIns="76200" bIns="76200"/>
                    <a:lstStyle/>
                    <a:p>
                      <a:r>
                        <a:rPr sz="1725" b="0">
                          <a:solidFill>
                            <a:srgbClr val="172B3A"/>
                          </a:solidFill>
                          <a:latin typeface="Arial"/>
                          <a:ea typeface="Arial"/>
                          <a:cs typeface="Arial"/>
                        </a:rPr>
                        <a:t>23 / 19</a:t>
                      </a:r>
                    </a:p>
                  </a:txBody>
                  <a:tcPr marL="91440" marR="91440" marT="45720" marB="45720" anchor="ctr">
                    <a:lnR w="0">
                      <a:solidFill>
                        <a:srgbClr val="FFFFFF"/>
                      </a:solidFill>
                    </a:lnR>
                    <a:lnB w="0">
                      <a:solidFill>
                        <a:srgbClr val="FFFFFF"/>
                      </a:solidFill>
                    </a:lnB>
                    <a:solidFill>
                      <a:srgbClr val="FFFFFF"/>
                    </a:solidFill>
                  </a:tcPr>
                </a:tc>
              </a:tr>
            </a:tbl>
          </a:graphicData>
        </a:graphic>
      </p:graphicFrame>
      <p:sp>
        <p:nvSpPr>
          <p:cNvPr id="6" name="text-4">
            <a:extLst xmlns:a="http://schemas.openxmlformats.org/drawingml/2006/main">
              <a:ext uri="{FF2B5EF4-FFF2-40B4-BE49-F238E27FC236}">
                <a16:creationId xmlns:a16="http://schemas.microsoft.com/office/drawing/2014/main" id="{ACC39195-D0E3-4E47-8FBC-910527C769C2}"/>
              </a:ext>
            </a:extLst>
          </p:cNvPr>
          <p:cNvSpPr>
            <a:spLocks xmlns:a="http://schemas.openxmlformats.org/drawingml/2006/main" noGrp="1"/>
          </p:cNvSpPr>
          <p:nvPr/>
        </p:nvSpPr>
        <p:spPr>
          <a:xfrm xmlns:a="http://schemas.openxmlformats.org/drawingml/2006/main">
            <a:off x="685800" y="598170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a:solidFill>
                  <a:srgbClr val="667784"/>
                </a:solidFill>
                <a:latin typeface="Arial"/>
                <a:ea typeface="Arial"/>
                <a:cs typeface="Arial"/>
              </a:defRPr>
            </a:defPPr>
          </a:lstStyle>
          <a:p xmlns:a="http://schemas.openxmlformats.org/drawingml/2006/main">
            <a:pPr>
              <a:defRPr sz="1800">
                <a:solidFill>
                  <a:srgbClr val="667784"/>
                </a:solidFill>
                <a:latin typeface="Arial"/>
                <a:ea typeface="Arial"/>
                <a:cs typeface="Arial"/>
              </a:defRPr>
            </a:pPr>
            <a:r>
              <a:rPr sz="1800">
                <a:solidFill>
                  <a:srgbClr val="667784"/>
                </a:solidFill>
                <a:latin typeface="Arial"/>
                <a:ea typeface="Arial"/>
                <a:cs typeface="Arial"/>
              </a:rPr>
              <a:t>Full intervals, corrected comparisons and all source data are in the paper and supplement.</a:t>
            </a:r>
          </a:p>
        </p:txBody>
      </p:sp>
    </p:spTree>
    <p:extLst>
      <p:ext uri="{BB962C8B-B14F-4D97-AF65-F5344CB8AC3E}">
        <p14:creationId xmlns:p14="http://schemas.microsoft.com/office/powerpoint/2010/main" val="8643236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2026-10-15T18:48:37.1020000Z</dcterms:created>
  <dcterms:modified xsi:type="dcterms:W3CDTF">2026-10-15T18:48:37.1020000Z</dcterms:modified>
</coreProperties>
</file>