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2d4f449fe614d39" /><Relationship Type="http://schemas.openxmlformats.org/officeDocument/2006/relationships/extended-properties" Target="/docProps/app.xml" Id="R197dc1e1e5dc4172" /><Relationship Type="http://schemas.openxmlformats.org/officeDocument/2006/relationships/officeDocument" Target="/ppt/presentation.xml" Id="Ree7f0f1edcc44049" /></Relationships>
</file>

<file path=ppt/presentation.xml><?xml version="1.0" encoding="utf-8"?>
<p:presentation xmlns:p="http://schemas.openxmlformats.org/presentationml/2006/main">
  <p:sldMasterIdLst>
    <p:sldMasterId xmlns:r="http://schemas.openxmlformats.org/officeDocument/2006/relationships" id="2147483648" r:id="Rb20530a5153d48c1"/>
  </p:sldMasterIdLst>
  <p:notesMasterIdLst>
    <p:notesMasterId xmlns:r="http://schemas.openxmlformats.org/officeDocument/2006/relationships" r:id="Rf43720d7d26a4247"/>
  </p:notesMasterIdLst>
  <p:sldIdLst>
    <p:sldId xmlns:r="http://schemas.openxmlformats.org/officeDocument/2006/relationships" id="256" r:id="R6e60d34d1fac4d08"/>
    <p:sldId xmlns:r="http://schemas.openxmlformats.org/officeDocument/2006/relationships" id="257" r:id="R6c46cd94c55948cd"/>
    <p:sldId xmlns:r="http://schemas.openxmlformats.org/officeDocument/2006/relationships" id="258" r:id="R75821cb57c6243f3"/>
    <p:sldId xmlns:r="http://schemas.openxmlformats.org/officeDocument/2006/relationships" id="259" r:id="Rbe180a39931b455d"/>
    <p:sldId xmlns:r="http://schemas.openxmlformats.org/officeDocument/2006/relationships" id="260" r:id="Rccd4f62148fb4b71"/>
    <p:sldId xmlns:r="http://schemas.openxmlformats.org/officeDocument/2006/relationships" id="261" r:id="Rcd70ca1bbd624eaa"/>
    <p:sldId xmlns:r="http://schemas.openxmlformats.org/officeDocument/2006/relationships" id="262" r:id="Rba10aa65dbfb4ad9"/>
    <p:sldId xmlns:r="http://schemas.openxmlformats.org/officeDocument/2006/relationships" id="263" r:id="Rcc2e9dee09044882"/>
    <p:sldId xmlns:r="http://schemas.openxmlformats.org/officeDocument/2006/relationships" id="264" r:id="R30fb700a8489427b"/>
    <p:sldId xmlns:r="http://schemas.openxmlformats.org/officeDocument/2006/relationships" id="265" r:id="R8dc5ded402c4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f2665979b341f8" /><Relationship Type="http://schemas.openxmlformats.org/officeDocument/2006/relationships/slideMaster" Target="/ppt/slideMasters/slideMaster1.xml" Id="Rb20530a5153d48c1" /><Relationship Type="http://schemas.openxmlformats.org/officeDocument/2006/relationships/notesMaster" Target="/ppt/notesMasters/notesMaster1.xml" Id="Rf43720d7d26a4247" /><Relationship Type="http://schemas.openxmlformats.org/officeDocument/2006/relationships/presProps" Target="/ppt/presProps.xml" Id="R5e3a427ed6e14a94" /><Relationship Type="http://schemas.openxmlformats.org/officeDocument/2006/relationships/tableStyles" Target="/ppt/tableStyles.xml" Id="Rb1e3d83d60c34d88" /><Relationship Type="http://schemas.openxmlformats.org/officeDocument/2006/relationships/slide" Target="/ppt/slides/slide1.xml" Id="R6e60d34d1fac4d08" /><Relationship Type="http://schemas.openxmlformats.org/officeDocument/2006/relationships/slide" Target="/ppt/slides/slide2.xml" Id="R6c46cd94c55948cd" /><Relationship Type="http://schemas.openxmlformats.org/officeDocument/2006/relationships/slide" Target="/ppt/slides/slide3.xml" Id="R75821cb57c6243f3" /><Relationship Type="http://schemas.openxmlformats.org/officeDocument/2006/relationships/slide" Target="/ppt/slides/slide4.xml" Id="Rbe180a39931b455d" /><Relationship Type="http://schemas.openxmlformats.org/officeDocument/2006/relationships/slide" Target="/ppt/slides/slide5.xml" Id="Rccd4f62148fb4b71" /><Relationship Type="http://schemas.openxmlformats.org/officeDocument/2006/relationships/slide" Target="/ppt/slides/slide6.xml" Id="Rcd70ca1bbd624eaa" /><Relationship Type="http://schemas.openxmlformats.org/officeDocument/2006/relationships/slide" Target="/ppt/slides/slide7.xml" Id="Rba10aa65dbfb4ad9" /><Relationship Type="http://schemas.openxmlformats.org/officeDocument/2006/relationships/slide" Target="/ppt/slides/slide8.xml" Id="Rcc2e9dee09044882" /><Relationship Type="http://schemas.openxmlformats.org/officeDocument/2006/relationships/slide" Target="/ppt/slides/slide9.xml" Id="R30fb700a8489427b" /><Relationship Type="http://schemas.openxmlformats.org/officeDocument/2006/relationships/slide" Target="/ppt/slides/slide10.xml" Id="R8dc5ded402c4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90b49156d064b4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a5d9816f704b2c" /><Relationship Type="http://schemas.openxmlformats.org/officeDocument/2006/relationships/notesMaster" Target="/ppt/notesMasters/notesMaster1.xml" Id="R74141c1dd4b54c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23050fbfcc24ecf" /><Relationship Type="http://schemas.openxmlformats.org/officeDocument/2006/relationships/notesMaster" Target="/ppt/notesMasters/notesMaster1.xml" Id="R0f38795ee4f4407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acd02fef8b49c3" /><Relationship Type="http://schemas.openxmlformats.org/officeDocument/2006/relationships/notesMaster" Target="/ppt/notesMasters/notesMaster1.xml" Id="Re7239f8fe752401a"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9a670648134b52" /><Relationship Type="http://schemas.openxmlformats.org/officeDocument/2006/relationships/notesMaster" Target="/ppt/notesMasters/notesMaster1.xml" Id="Rbe9f6fefbd5940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8630bf852e420b" /><Relationship Type="http://schemas.openxmlformats.org/officeDocument/2006/relationships/notesMaster" Target="/ppt/notesMasters/notesMaster1.xml" Id="R6b32850092f44a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793719c90340fe" /><Relationship Type="http://schemas.openxmlformats.org/officeDocument/2006/relationships/notesMaster" Target="/ppt/notesMasters/notesMaster1.xml" Id="R8b0843e61b4d4cdb" /></Relationships>
</file>

<file path=ppt/notesSlides/_rels/notesSlide7.xml.rels>&#65279;<?xml version="1.0" encoding="utf-8"?><Relationships xmlns="http://schemas.openxmlformats.org/package/2006/relationships"><Relationship Type="http://schemas.openxmlformats.org/officeDocument/2006/relationships/slide" Target="/ppt/slides/slide7.xml" Id="R9f79df0418c346e5" /><Relationship Type="http://schemas.openxmlformats.org/officeDocument/2006/relationships/notesMaster" Target="/ppt/notesMasters/notesMaster1.xml" Id="R9e3a840f81e9408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c8277ec35b4b0f" /><Relationship Type="http://schemas.openxmlformats.org/officeDocument/2006/relationships/notesMaster" Target="/ppt/notesMasters/notesMaster1.xml" Id="R09dcd2b326c044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7c3e70d7255046ec" /><Relationship Type="http://schemas.openxmlformats.org/officeDocument/2006/relationships/notesMaster" Target="/ppt/notesMasters/notesMaster1.xml" Id="Rb8a260f705c3441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4f2e202048a40dd" /><Relationship Type="http://schemas.openxmlformats.org/officeDocument/2006/relationships/notesMaster" Target="/ppt/notesMasters/notesMaster1.xml" Id="Rf9b89b0025664d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30 seconds.</a:t>
            </a:r>
          </a:p>
          <a:p xmlns:a="http://schemas.openxmlformats.org/drawingml/2006/main">
            <a:r>
              <a:t/>
            </a:r>
          </a:p>
          <a:p xmlns:a="http://schemas.openxmlformats.org/drawingml/2006/main">
            <a:r>
              <a:t>The two bars show the same total update budget. Each short segment is a new independently initialized model. One update is one training step.</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The learning curve is the actual original-split run closest to the calibration median. The example underneath shows how modulo arithmetic works.</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The blue and grey areas represent 576 practice and 385 held-out pairs. Ninety calibration observations include twenty reused original runs and seventy new ones. There are five hundred and forty fresh policy attempts, each independent within its condition. We use three fixed dataset partitions. A seed chooses repeatable starting weights. The follow-up holds weight decay at one, which gently shrinks those weights.</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60 seconds.</a:t>
            </a:r>
          </a:p>
          <a:p xmlns:a="http://schemas.openxmlformats.org/drawingml/2006/main">
            <a:r>
              <a:t/>
            </a:r>
          </a:p>
          <a:p xmlns:a="http://schemas.openxmlformats.org/drawingml/2006/main">
            <a:r>
              <a:t>Follow the arrows from Python to CSV records and then R. The model is a small transformer with 36,992 parameters. The saved checkpoint includes the optimizer and random state. There are at most three CPU workers, each with four threads.</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The three checks span 50 updates from the first qualifying check to the last. The 21 checks span 500 updates. These are relative timelines: the first actual evaluation is at update 25, and update zero cannot begin a streak. We record the last required check. Both training and held-out thresholds must pass at every check. If a run does not qualify by its cap, eventual T stays unknown; U=min(T,C) is a separate capped outcome.</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70 seconds.</a:t>
            </a:r>
          </a:p>
          <a:p xmlns:a="http://schemas.openxmlformats.org/drawingml/2006/main">
            <a:r>
              <a:t/>
            </a:r>
          </a:p>
          <a:p xmlns:a="http://schemas.openxmlformats.org/drawingml/2006/main">
            <a:r>
              <a:t>Each row spends B=8,000 updates. One run gets 8,000, two get 4,000 each, and four get 2,000 each. For independent starts, the chance all fail is [1-F(B/k)] to the power k. Subtracting from one gives the chance at least one succeeds. F comes from 30 calibration runs for that split. A Bernoulli variable records one attempt as success or failure; a binomial variable counts successes among independent attempts. Exact intervals describe sampling uncertainty. Calibration predictions were frozen before validation.</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65 seconds.</a:t>
            </a:r>
          </a:p>
          <a:p xmlns:a="http://schemas.openxmlformats.org/drawingml/2006/main">
            <a:r>
              <a:t/>
            </a:r>
          </a:p>
          <a:p xmlns:a="http://schemas.openxmlformats.org/drawingml/2006/main">
            <a:r>
              <a:t>Bar heights are counts out of 30 fresh attempts, not percentages or constituent-run counts. One run gives 28 on each split, while four give 12, 9 and 11. Each of these three four-versus-one differences survives the joint Holm correction across twelve planned Fisher tests. No two-run comparison passes the corrected threshold.</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55 seconds.</a:t>
            </a:r>
          </a:p>
          <a:p xmlns:a="http://schemas.openxmlformats.org/drawingml/2006/main">
            <a:r>
              <a:t/>
            </a:r>
          </a:p>
          <a:p xmlns:a="http://schemas.openxmlformats.org/drawingml/2006/main">
            <a:r>
              <a:t>All eighteen policy cells are visible. At 12,000 updates, one run gives 30 on each split, two give 30, 30 and 29, and four give 24, 20 and 23. Only the split-2 four-versus-one difference survives correction at this budget. In total four of twelve planned primary tests are detected. This does not establish equality in the other cases. For scale, the exact 95% interval for 28 successes in 30 attempts is 77.9% to 99.2%.</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50 seconds.</a:t>
            </a:r>
          </a:p>
          <a:p xmlns:a="http://schemas.openxmlformats.org/drawingml/2006/main">
            <a:r>
              <a:t/>
            </a:r>
          </a:p>
          <a:p xmlns:a="http://schemas.openxmlformats.org/drawingml/2006/main">
            <a:r>
              <a:t>Both outcomes use the same attempts. On split 1 at 8,000 updates, four starts produce 12 first confirmations but only 4 confirmations of the 500-update window. The longer window must finish inside the same constituent budget. These secondary outcomes are descriptive and do not prove permanent generalization. Future research can study other tasks, more splits and longer windows.</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40 seconds.</a:t>
            </a:r>
          </a:p>
          <a:p xmlns:a="http://schemas.openxmlformats.org/drawingml/2006/main">
            <a:r>
              <a:t/>
            </a:r>
          </a:p>
          <a:p xmlns:a="http://schemas.openxmlformats.org/drawingml/2006/main">
            <a:r>
              <a:t>The lines are conservative pointwise 95% uncertainty bounds for four-run probability minus one-run probability, expressed in percentage points. All three intervals at 8,000 updates lie below zero. The separately Holm-adjusted tests also detect all three contrasts. The intervals themselves are not simultaneous multiplicity-adjusted intervals. The conclusion is conditional on this task, small model and three fixed splits. Two-run comparisons remain unresolved. Established grokking and restart ideas are credited; this project contributes the recorded empirical comparison.</a:t>
            </a:r>
          </a:p>
          <a:p xmlns:a="http://schemas.openxmlformats.org/drawingml/2006/main">
            <a:r>
              <a:t/>
            </a:r>
          </a:p>
          <a:p xmlns:a="http://schemas.openxmlformats.org/drawingml/2006/main">
            <a:r>
              <a:t>Sources: completed study records in output/paper_v2; Assessment 9 IEEE report. Grokking: Power et al., arXiv:2201.02177. Restart theory: Streeter, Golovin and Smith (2007). Timing: Truong et al., arXiv:2605.18845. Numerical controls: Ootani, arXiv:2607.05104.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65e45045a74b8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8b8d4e0b5904b8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30fced72e1449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9aa8fc8fd0f499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0f1049ef2346f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60c16558064e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8B19DE-A395-4929-A333-9B19BC5DC8E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D27783E-AC20-404C-A77A-1E9BE353AAD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7F4EC5C-9142-44DF-B4E4-79BEAA0D631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36BA30-B0DF-4F12-AE84-36669CBCB4A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7228C3A-3D93-4D36-B21E-65BEC070156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E095F5C-5177-4654-9DE1-24D3DB706A9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9C25B8-3ED2-408F-8F97-2ABAE58A77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FD1B7AE-DFD5-403E-A5FF-D88DA9F187B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5B7D52-9631-457C-84BD-75A1521A51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1278B9-6B11-4C58-98C8-C73C3A80881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cf578d9342b4550" /><Relationship Type="http://schemas.openxmlformats.org/officeDocument/2006/relationships/slideLayout" Target="/ppt/slideLayouts/slideLayout1.xml" Id="R9223075666304dcb" /><Relationship Type="http://schemas.openxmlformats.org/officeDocument/2006/relationships/slideLayout" Target="/ppt/slideLayouts/slideLayout2.xml" Id="Rbc3f6f37d57144d7" /><Relationship Type="http://schemas.openxmlformats.org/officeDocument/2006/relationships/slideLayout" Target="/ppt/slideLayouts/slideLayout3.xml" Id="R695c2791162249f0" /><Relationship Type="http://schemas.openxmlformats.org/officeDocument/2006/relationships/slideLayout" Target="/ppt/slideLayouts/slideLayout4.xml" Id="Rb8a8e6f63b0e46c2" /><Relationship Type="http://schemas.openxmlformats.org/officeDocument/2006/relationships/slideLayout" Target="/ppt/slideLayouts/slideLayout5.xml" Id="R43f8b24e937a4f2c" /><Relationship Type="http://schemas.openxmlformats.org/officeDocument/2006/relationships/slideLayout" Target="/ppt/slideLayouts/slideLayout6.xml" Id="Rf72d07a4864b412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223075666304dcb"/>
    <p:sldLayoutId xmlns:r="http://schemas.openxmlformats.org/officeDocument/2006/relationships" id="2147483650" r:id="Rbc3f6f37d57144d7"/>
    <p:sldLayoutId xmlns:r="http://schemas.openxmlformats.org/officeDocument/2006/relationships" id="2147483651" r:id="R695c2791162249f0"/>
    <p:sldLayoutId xmlns:r="http://schemas.openxmlformats.org/officeDocument/2006/relationships" id="2147483652" r:id="Rb8a8e6f63b0e46c2"/>
    <p:sldLayoutId xmlns:r="http://schemas.openxmlformats.org/officeDocument/2006/relationships" id="2147483653" r:id="R43f8b24e937a4f2c"/>
    <p:sldLayoutId xmlns:r="http://schemas.openxmlformats.org/officeDocument/2006/relationships" id="2147483654" r:id="Rf72d07a4864b412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3fe2d3494b4075" /><Relationship Type="http://schemas.openxmlformats.org/officeDocument/2006/relationships/notesSlide" Target="/ppt/notesSlides/notesSlide1.xml" Id="R8b059a6f7d0543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99005ba98fc475c" /><Relationship Type="http://schemas.openxmlformats.org/officeDocument/2006/relationships/chart" Target="/ppt/slides/charts/chart1.xml" Id="R7b43e423f03b4620" /><Relationship Type="http://schemas.openxmlformats.org/officeDocument/2006/relationships/notesSlide" Target="/ppt/notesSlides/notesSlide2.xml" Id="R6e4e310e3ba346e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a7a583b7b034f7a" /><Relationship Type="http://schemas.openxmlformats.org/officeDocument/2006/relationships/notesSlide" Target="/ppt/notesSlides/notesSlide3.xml" Id="Re316ad4f6a1f436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9b536ea095a4807" /><Relationship Type="http://schemas.openxmlformats.org/officeDocument/2006/relationships/notesSlide" Target="/ppt/notesSlides/notesSlide4.xml" Id="R341ee65203b741e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5e1123ad5b4365" /><Relationship Type="http://schemas.openxmlformats.org/officeDocument/2006/relationships/notesSlide" Target="/ppt/notesSlides/notesSlide5.xml" Id="R97619854da7b463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50fb95c41894f3b" /><Relationship Type="http://schemas.openxmlformats.org/officeDocument/2006/relationships/notesSlide" Target="/ppt/notesSlides/notesSlide6.xml" Id="R361779258ab5490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bbc2dcaf8f4277" /><Relationship Type="http://schemas.openxmlformats.org/officeDocument/2006/relationships/chart" Target="/ppt/slides/charts/chart2.xml" Id="Re0dd28eb2b4741ef" /><Relationship Type="http://schemas.openxmlformats.org/officeDocument/2006/relationships/notesSlide" Target="/ppt/notesSlides/notesSlide7.xml" Id="R851a635c81cd4b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91c0b20577c4593" /><Relationship Type="http://schemas.openxmlformats.org/officeDocument/2006/relationships/chart" Target="/ppt/slides/charts/chart3.xml" Id="Rf2693dfbece44fc2" /><Relationship Type="http://schemas.openxmlformats.org/officeDocument/2006/relationships/notesSlide" Target="/ppt/notesSlides/notesSlide8.xml" Id="R51e6a5bd0a8446f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fd44de32c7c453f" /><Relationship Type="http://schemas.openxmlformats.org/officeDocument/2006/relationships/chart" Target="/ppt/slides/charts/chart4.xml" Id="R0a905c90619c49c5" /><Relationship Type="http://schemas.openxmlformats.org/officeDocument/2006/relationships/notesSlide" Target="/ppt/notesSlides/notesSlide9.xml" Id="R3ffc5f284ab64a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10239f6ecd04018" /><Relationship Type="http://schemas.openxmlformats.org/officeDocument/2006/relationships/notesSlide" Target="/ppt/notesSlides/notesSlide10.xml" Id="R234513b5562040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Actual run nearest the original-split median</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scatterChart>
        <c:scatterStyle val="line"/>
        <c:varyColors val="0"/>
        <c:ser>
          <c:idx val="0"/>
          <c:order val="0"/>
          <c:tx>
            <c:v>Practice pairs</c:v>
          </c:tx>
          <c:spPr>
            <a:ln xmlns:a="http://schemas.openxmlformats.org/drawingml/2006/main" w="28575">
              <a:solidFill>
                <a:srgbClr val="175F96"/>
              </a:solidFill>
            </a:ln>
          </c:spPr>
          <c:marker>
            <c:symbol val="none"/>
          </c:marker>
          <c:xVal>
            <c:numRef>
              <c:f>'Chart Data'!$A$2:$A$282</c:f>
              <c:numCache>
                <c:formatCode>General</c:formatCode>
                <c:ptCount val="28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pt idx="261">
                  <c:v>6525</c:v>
                </c:pt>
                <c:pt idx="262">
                  <c:v>6550</c:v>
                </c:pt>
                <c:pt idx="263">
                  <c:v>6575</c:v>
                </c:pt>
                <c:pt idx="264">
                  <c:v>6600</c:v>
                </c:pt>
                <c:pt idx="265">
                  <c:v>6625</c:v>
                </c:pt>
                <c:pt idx="266">
                  <c:v>6650</c:v>
                </c:pt>
                <c:pt idx="267">
                  <c:v>6675</c:v>
                </c:pt>
                <c:pt idx="268">
                  <c:v>6700</c:v>
                </c:pt>
                <c:pt idx="269">
                  <c:v>6725</c:v>
                </c:pt>
                <c:pt idx="270">
                  <c:v>6750</c:v>
                </c:pt>
                <c:pt idx="271">
                  <c:v>6775</c:v>
                </c:pt>
                <c:pt idx="272">
                  <c:v>6800</c:v>
                </c:pt>
                <c:pt idx="273">
                  <c:v>6825</c:v>
                </c:pt>
                <c:pt idx="274">
                  <c:v>6850</c:v>
                </c:pt>
                <c:pt idx="275">
                  <c:v>6875</c:v>
                </c:pt>
                <c:pt idx="276">
                  <c:v>6900</c:v>
                </c:pt>
                <c:pt idx="277">
                  <c:v>6925</c:v>
                </c:pt>
                <c:pt idx="278">
                  <c:v>6950</c:v>
                </c:pt>
                <c:pt idx="279">
                  <c:v>6975</c:v>
                </c:pt>
                <c:pt idx="280">
                  <c:v>7000</c:v>
                </c:pt>
              </c:numCache>
            </c:numRef>
          </c:xVal>
          <c:yVal>
            <c:numRef>
              <c:f>'Chart Data'!$B$2:$B$282</c:f>
              <c:numCache>
                <c:formatCode>0%</c:formatCode>
                <c:ptCount val="281"/>
                <c:pt idx="0">
                  <c:v>0.03125</c:v>
                </c:pt>
                <c:pt idx="1">
                  <c:v>0.22916667</c:v>
                </c:pt>
                <c:pt idx="2">
                  <c:v>0.68402779</c:v>
                </c:pt>
                <c:pt idx="3">
                  <c:v>0.95833331</c:v>
                </c:pt>
                <c:pt idx="4">
                  <c:v>0.9704861</c:v>
                </c:pt>
                <c:pt idx="5">
                  <c:v>0.9826389</c:v>
                </c:pt>
                <c:pt idx="6">
                  <c:v>0.9861111</c:v>
                </c:pt>
                <c:pt idx="7">
                  <c:v>0.99131942</c:v>
                </c:pt>
                <c:pt idx="8">
                  <c:v>0.99305558</c:v>
                </c:pt>
                <c:pt idx="9">
                  <c:v>0.9982639</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1</c:v>
                </c:pt>
                <c:pt idx="61">
                  <c:v>1</c:v>
                </c:pt>
                <c:pt idx="62">
                  <c:v>1</c:v>
                </c:pt>
                <c:pt idx="63">
                  <c:v>1</c:v>
                </c:pt>
                <c:pt idx="64">
                  <c:v>1</c:v>
                </c:pt>
                <c:pt idx="65">
                  <c:v>1</c:v>
                </c:pt>
                <c:pt idx="66">
                  <c:v>0.99652779</c:v>
                </c:pt>
                <c:pt idx="67">
                  <c:v>1</c:v>
                </c:pt>
                <c:pt idx="68">
                  <c:v>1</c:v>
                </c:pt>
                <c:pt idx="69">
                  <c:v>1</c:v>
                </c:pt>
                <c:pt idx="70">
                  <c:v>1</c:v>
                </c:pt>
                <c:pt idx="71">
                  <c:v>1</c:v>
                </c:pt>
                <c:pt idx="72">
                  <c:v>1</c:v>
                </c:pt>
                <c:pt idx="73">
                  <c:v>1</c:v>
                </c:pt>
                <c:pt idx="74">
                  <c:v>1</c:v>
                </c:pt>
                <c:pt idx="75">
                  <c:v>1</c:v>
                </c:pt>
                <c:pt idx="76">
                  <c:v>1</c:v>
                </c:pt>
                <c:pt idx="77">
                  <c:v>1</c:v>
                </c:pt>
                <c:pt idx="78">
                  <c:v>1</c:v>
                </c:pt>
                <c:pt idx="79">
                  <c:v>1</c:v>
                </c:pt>
                <c:pt idx="80">
                  <c:v>1</c:v>
                </c:pt>
                <c:pt idx="81">
                  <c:v>1</c:v>
                </c:pt>
                <c:pt idx="82">
                  <c:v>1</c:v>
                </c:pt>
                <c:pt idx="83">
                  <c:v>1</c:v>
                </c:pt>
                <c:pt idx="84">
                  <c:v>1</c:v>
                </c:pt>
                <c:pt idx="85">
                  <c:v>1</c:v>
                </c:pt>
                <c:pt idx="86">
                  <c:v>1</c:v>
                </c:pt>
                <c:pt idx="87">
                  <c:v>1</c:v>
                </c:pt>
                <c:pt idx="88">
                  <c:v>1</c:v>
                </c:pt>
                <c:pt idx="89">
                  <c:v>1</c:v>
                </c:pt>
                <c:pt idx="90">
                  <c:v>1</c:v>
                </c:pt>
                <c:pt idx="91">
                  <c:v>1</c:v>
                </c:pt>
                <c:pt idx="92">
                  <c:v>1</c:v>
                </c:pt>
                <c:pt idx="93">
                  <c:v>1</c:v>
                </c:pt>
                <c:pt idx="94">
                  <c:v>1</c:v>
                </c:pt>
                <c:pt idx="95">
                  <c:v>1</c:v>
                </c:pt>
                <c:pt idx="96">
                  <c:v>1</c:v>
                </c:pt>
                <c:pt idx="97">
                  <c:v>1</c:v>
                </c:pt>
                <c:pt idx="98">
                  <c:v>1</c:v>
                </c:pt>
                <c:pt idx="99">
                  <c:v>1</c:v>
                </c:pt>
                <c:pt idx="100">
                  <c:v>1</c:v>
                </c:pt>
                <c:pt idx="101">
                  <c:v>1</c:v>
                </c:pt>
                <c:pt idx="102">
                  <c:v>1</c:v>
                </c:pt>
                <c:pt idx="103">
                  <c:v>1</c:v>
                </c:pt>
                <c:pt idx="104">
                  <c:v>1</c:v>
                </c:pt>
                <c:pt idx="105">
                  <c:v>1</c:v>
                </c:pt>
                <c:pt idx="106">
                  <c:v>1</c:v>
                </c:pt>
                <c:pt idx="107">
                  <c:v>1</c:v>
                </c:pt>
                <c:pt idx="108">
                  <c:v>1</c:v>
                </c:pt>
                <c:pt idx="109">
                  <c:v>1</c:v>
                </c:pt>
                <c:pt idx="110">
                  <c:v>1</c:v>
                </c:pt>
                <c:pt idx="111">
                  <c:v>1</c:v>
                </c:pt>
                <c:pt idx="112">
                  <c:v>1</c:v>
                </c:pt>
                <c:pt idx="113">
                  <c:v>1</c:v>
                </c:pt>
                <c:pt idx="114">
                  <c:v>1</c:v>
                </c:pt>
                <c:pt idx="115">
                  <c:v>1</c:v>
                </c:pt>
                <c:pt idx="116">
                  <c:v>1</c:v>
                </c:pt>
                <c:pt idx="117">
                  <c:v>1</c:v>
                </c:pt>
                <c:pt idx="118">
                  <c:v>1</c:v>
                </c:pt>
                <c:pt idx="119">
                  <c:v>1</c:v>
                </c:pt>
                <c:pt idx="120">
                  <c:v>1</c:v>
                </c:pt>
                <c:pt idx="121">
                  <c:v>1</c:v>
                </c:pt>
                <c:pt idx="122">
                  <c:v>1</c:v>
                </c:pt>
                <c:pt idx="123">
                  <c:v>1</c:v>
                </c:pt>
                <c:pt idx="124">
                  <c:v>1</c:v>
                </c:pt>
                <c:pt idx="125">
                  <c:v>1</c:v>
                </c:pt>
                <c:pt idx="126">
                  <c:v>1</c:v>
                </c:pt>
                <c:pt idx="127">
                  <c:v>1</c:v>
                </c:pt>
                <c:pt idx="128">
                  <c:v>1</c:v>
                </c:pt>
                <c:pt idx="129">
                  <c:v>1</c:v>
                </c:pt>
                <c:pt idx="130">
                  <c:v>1</c:v>
                </c:pt>
                <c:pt idx="131">
                  <c:v>1</c:v>
                </c:pt>
                <c:pt idx="132">
                  <c:v>1</c:v>
                </c:pt>
                <c:pt idx="133">
                  <c:v>1</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1</c:v>
                </c:pt>
                <c:pt idx="153">
                  <c:v>1</c:v>
                </c:pt>
                <c:pt idx="154">
                  <c:v>1</c:v>
                </c:pt>
                <c:pt idx="155">
                  <c:v>1</c:v>
                </c:pt>
                <c:pt idx="156">
                  <c:v>1</c:v>
                </c:pt>
                <c:pt idx="157">
                  <c:v>1</c:v>
                </c:pt>
                <c:pt idx="158">
                  <c:v>1</c:v>
                </c:pt>
                <c:pt idx="159">
                  <c:v>1</c:v>
                </c:pt>
                <c:pt idx="160">
                  <c:v>1</c:v>
                </c:pt>
                <c:pt idx="161">
                  <c:v>1</c:v>
                </c:pt>
                <c:pt idx="162">
                  <c:v>1</c:v>
                </c:pt>
                <c:pt idx="163">
                  <c:v>1</c:v>
                </c:pt>
                <c:pt idx="164">
                  <c:v>1</c:v>
                </c:pt>
                <c:pt idx="165">
                  <c:v>1</c:v>
                </c:pt>
                <c:pt idx="166">
                  <c:v>1</c:v>
                </c:pt>
                <c:pt idx="167">
                  <c:v>1</c:v>
                </c:pt>
                <c:pt idx="168">
                  <c:v>1</c:v>
                </c:pt>
                <c:pt idx="169">
                  <c:v>1</c:v>
                </c:pt>
                <c:pt idx="170">
                  <c:v>1</c:v>
                </c:pt>
                <c:pt idx="171">
                  <c:v>1</c:v>
                </c:pt>
                <c:pt idx="172">
                  <c:v>1</c:v>
                </c:pt>
                <c:pt idx="173">
                  <c:v>1</c:v>
                </c:pt>
                <c:pt idx="174">
                  <c:v>1</c:v>
                </c:pt>
                <c:pt idx="175">
                  <c:v>1</c:v>
                </c:pt>
                <c:pt idx="176">
                  <c:v>1</c:v>
                </c:pt>
                <c:pt idx="177">
                  <c:v>1</c:v>
                </c:pt>
                <c:pt idx="178">
                  <c:v>1</c:v>
                </c:pt>
                <c:pt idx="179">
                  <c:v>1</c:v>
                </c:pt>
                <c:pt idx="180">
                  <c:v>1</c:v>
                </c:pt>
                <c:pt idx="181">
                  <c:v>1</c:v>
                </c:pt>
                <c:pt idx="182">
                  <c:v>1</c:v>
                </c:pt>
                <c:pt idx="183">
                  <c:v>1</c:v>
                </c:pt>
                <c:pt idx="184">
                  <c:v>1</c:v>
                </c:pt>
                <c:pt idx="185">
                  <c:v>1</c:v>
                </c:pt>
                <c:pt idx="186">
                  <c:v>1</c:v>
                </c:pt>
                <c:pt idx="187">
                  <c:v>1</c:v>
                </c:pt>
                <c:pt idx="188">
                  <c:v>1</c:v>
                </c:pt>
                <c:pt idx="189">
                  <c:v>0.82291669</c:v>
                </c:pt>
                <c:pt idx="190">
                  <c:v>1</c:v>
                </c:pt>
                <c:pt idx="191">
                  <c:v>1</c:v>
                </c:pt>
                <c:pt idx="192">
                  <c:v>1</c:v>
                </c:pt>
                <c:pt idx="193">
                  <c:v>1</c:v>
                </c:pt>
                <c:pt idx="194">
                  <c:v>1</c:v>
                </c:pt>
                <c:pt idx="195">
                  <c:v>1</c:v>
                </c:pt>
                <c:pt idx="196">
                  <c:v>1</c:v>
                </c:pt>
                <c:pt idx="197">
                  <c:v>1</c:v>
                </c:pt>
                <c:pt idx="198">
                  <c:v>1</c:v>
                </c:pt>
                <c:pt idx="199">
                  <c:v>1</c:v>
                </c:pt>
                <c:pt idx="200">
                  <c:v>1</c:v>
                </c:pt>
                <c:pt idx="201">
                  <c:v>1</c:v>
                </c:pt>
                <c:pt idx="202">
                  <c:v>1</c:v>
                </c:pt>
                <c:pt idx="203">
                  <c:v>1</c:v>
                </c:pt>
                <c:pt idx="204">
                  <c:v>1</c:v>
                </c:pt>
                <c:pt idx="205">
                  <c:v>1</c:v>
                </c:pt>
                <c:pt idx="206">
                  <c:v>1</c:v>
                </c:pt>
                <c:pt idx="207">
                  <c:v>1</c:v>
                </c:pt>
                <c:pt idx="208">
                  <c:v>1</c:v>
                </c:pt>
                <c:pt idx="209">
                  <c:v>1</c:v>
                </c:pt>
                <c:pt idx="210">
                  <c:v>1</c:v>
                </c:pt>
                <c:pt idx="211">
                  <c:v>1</c:v>
                </c:pt>
                <c:pt idx="212">
                  <c:v>1</c:v>
                </c:pt>
                <c:pt idx="213">
                  <c:v>1</c:v>
                </c:pt>
                <c:pt idx="214">
                  <c:v>1</c:v>
                </c:pt>
                <c:pt idx="215">
                  <c:v>1</c:v>
                </c:pt>
                <c:pt idx="216">
                  <c:v>1</c:v>
                </c:pt>
                <c:pt idx="217">
                  <c:v>1</c:v>
                </c:pt>
                <c:pt idx="218">
                  <c:v>1</c:v>
                </c:pt>
                <c:pt idx="219">
                  <c:v>1</c:v>
                </c:pt>
                <c:pt idx="220">
                  <c:v>1</c:v>
                </c:pt>
                <c:pt idx="221">
                  <c:v>1</c:v>
                </c:pt>
                <c:pt idx="222">
                  <c:v>1</c:v>
                </c:pt>
                <c:pt idx="223">
                  <c:v>1</c:v>
                </c:pt>
                <c:pt idx="224">
                  <c:v>1</c:v>
                </c:pt>
                <c:pt idx="225">
                  <c:v>1</c:v>
                </c:pt>
                <c:pt idx="226">
                  <c:v>1</c:v>
                </c:pt>
                <c:pt idx="227">
                  <c:v>1</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1</c:v>
                </c:pt>
                <c:pt idx="248">
                  <c:v>1</c:v>
                </c:pt>
                <c:pt idx="249">
                  <c:v>1</c:v>
                </c:pt>
                <c:pt idx="250">
                  <c:v>1</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1</c:v>
                </c:pt>
                <c:pt idx="265">
                  <c:v>1</c:v>
                </c:pt>
                <c:pt idx="266">
                  <c:v>1</c:v>
                </c:pt>
                <c:pt idx="267">
                  <c:v>1</c:v>
                </c:pt>
                <c:pt idx="268">
                  <c:v>1</c:v>
                </c:pt>
                <c:pt idx="269">
                  <c:v>1</c:v>
                </c:pt>
                <c:pt idx="270">
                  <c:v>1</c:v>
                </c:pt>
                <c:pt idx="271">
                  <c:v>1</c:v>
                </c:pt>
                <c:pt idx="272">
                  <c:v>1</c:v>
                </c:pt>
                <c:pt idx="273">
                  <c:v>1</c:v>
                </c:pt>
                <c:pt idx="274">
                  <c:v>1</c:v>
                </c:pt>
                <c:pt idx="275">
                  <c:v>1</c:v>
                </c:pt>
                <c:pt idx="276">
                  <c:v>1</c:v>
                </c:pt>
                <c:pt idx="277">
                  <c:v>1</c:v>
                </c:pt>
                <c:pt idx="278">
                  <c:v>1</c:v>
                </c:pt>
                <c:pt idx="279">
                  <c:v>1</c:v>
                </c:pt>
                <c:pt idx="280">
                  <c:v>1</c:v>
                </c:pt>
              </c:numCache>
            </c:numRef>
          </c:yVal>
        </c:ser>
        <c:ser>
          <c:idx val="1"/>
          <c:order val="1"/>
          <c:tx>
            <c:v>Held-out pairs</c:v>
          </c:tx>
          <c:spPr>
            <a:ln xmlns:a="http://schemas.openxmlformats.org/drawingml/2006/main" w="28575">
              <a:solidFill>
                <a:srgbClr val="637E8E"/>
              </a:solidFill>
            </a:ln>
          </c:spPr>
          <c:marker>
            <c:symbol val="none"/>
          </c:marker>
          <c:xVal>
            <c:numRef>
              <c:f>'Chart Data'!$C$2:$C$282</c:f>
              <c:numCache>
                <c:formatCode>General</c:formatCode>
                <c:ptCount val="281"/>
                <c:pt idx="0">
                  <c:v>0</c:v>
                </c:pt>
                <c:pt idx="1">
                  <c:v>25</c:v>
                </c:pt>
                <c:pt idx="2">
                  <c:v>50</c:v>
                </c:pt>
                <c:pt idx="3">
                  <c:v>75</c:v>
                </c:pt>
                <c:pt idx="4">
                  <c:v>100</c:v>
                </c:pt>
                <c:pt idx="5">
                  <c:v>125</c:v>
                </c:pt>
                <c:pt idx="6">
                  <c:v>150</c:v>
                </c:pt>
                <c:pt idx="7">
                  <c:v>175</c:v>
                </c:pt>
                <c:pt idx="8">
                  <c:v>200</c:v>
                </c:pt>
                <c:pt idx="9">
                  <c:v>225</c:v>
                </c:pt>
                <c:pt idx="10">
                  <c:v>250</c:v>
                </c:pt>
                <c:pt idx="11">
                  <c:v>275</c:v>
                </c:pt>
                <c:pt idx="12">
                  <c:v>300</c:v>
                </c:pt>
                <c:pt idx="13">
                  <c:v>325</c:v>
                </c:pt>
                <c:pt idx="14">
                  <c:v>350</c:v>
                </c:pt>
                <c:pt idx="15">
                  <c:v>375</c:v>
                </c:pt>
                <c:pt idx="16">
                  <c:v>400</c:v>
                </c:pt>
                <c:pt idx="17">
                  <c:v>425</c:v>
                </c:pt>
                <c:pt idx="18">
                  <c:v>450</c:v>
                </c:pt>
                <c:pt idx="19">
                  <c:v>475</c:v>
                </c:pt>
                <c:pt idx="20">
                  <c:v>500</c:v>
                </c:pt>
                <c:pt idx="21">
                  <c:v>525</c:v>
                </c:pt>
                <c:pt idx="22">
                  <c:v>550</c:v>
                </c:pt>
                <c:pt idx="23">
                  <c:v>575</c:v>
                </c:pt>
                <c:pt idx="24">
                  <c:v>600</c:v>
                </c:pt>
                <c:pt idx="25">
                  <c:v>625</c:v>
                </c:pt>
                <c:pt idx="26">
                  <c:v>650</c:v>
                </c:pt>
                <c:pt idx="27">
                  <c:v>675</c:v>
                </c:pt>
                <c:pt idx="28">
                  <c:v>700</c:v>
                </c:pt>
                <c:pt idx="29">
                  <c:v>725</c:v>
                </c:pt>
                <c:pt idx="30">
                  <c:v>750</c:v>
                </c:pt>
                <c:pt idx="31">
                  <c:v>775</c:v>
                </c:pt>
                <c:pt idx="32">
                  <c:v>800</c:v>
                </c:pt>
                <c:pt idx="33">
                  <c:v>825</c:v>
                </c:pt>
                <c:pt idx="34">
                  <c:v>850</c:v>
                </c:pt>
                <c:pt idx="35">
                  <c:v>875</c:v>
                </c:pt>
                <c:pt idx="36">
                  <c:v>900</c:v>
                </c:pt>
                <c:pt idx="37">
                  <c:v>925</c:v>
                </c:pt>
                <c:pt idx="38">
                  <c:v>950</c:v>
                </c:pt>
                <c:pt idx="39">
                  <c:v>975</c:v>
                </c:pt>
                <c:pt idx="40">
                  <c:v>1000</c:v>
                </c:pt>
                <c:pt idx="41">
                  <c:v>1025</c:v>
                </c:pt>
                <c:pt idx="42">
                  <c:v>1050</c:v>
                </c:pt>
                <c:pt idx="43">
                  <c:v>1075</c:v>
                </c:pt>
                <c:pt idx="44">
                  <c:v>1100</c:v>
                </c:pt>
                <c:pt idx="45">
                  <c:v>1125</c:v>
                </c:pt>
                <c:pt idx="46">
                  <c:v>1150</c:v>
                </c:pt>
                <c:pt idx="47">
                  <c:v>1175</c:v>
                </c:pt>
                <c:pt idx="48">
                  <c:v>1200</c:v>
                </c:pt>
                <c:pt idx="49">
                  <c:v>1225</c:v>
                </c:pt>
                <c:pt idx="50">
                  <c:v>1250</c:v>
                </c:pt>
                <c:pt idx="51">
                  <c:v>1275</c:v>
                </c:pt>
                <c:pt idx="52">
                  <c:v>1300</c:v>
                </c:pt>
                <c:pt idx="53">
                  <c:v>1325</c:v>
                </c:pt>
                <c:pt idx="54">
                  <c:v>1350</c:v>
                </c:pt>
                <c:pt idx="55">
                  <c:v>1375</c:v>
                </c:pt>
                <c:pt idx="56">
                  <c:v>1400</c:v>
                </c:pt>
                <c:pt idx="57">
                  <c:v>1425</c:v>
                </c:pt>
                <c:pt idx="58">
                  <c:v>1450</c:v>
                </c:pt>
                <c:pt idx="59">
                  <c:v>1475</c:v>
                </c:pt>
                <c:pt idx="60">
                  <c:v>1500</c:v>
                </c:pt>
                <c:pt idx="61">
                  <c:v>1525</c:v>
                </c:pt>
                <c:pt idx="62">
                  <c:v>1550</c:v>
                </c:pt>
                <c:pt idx="63">
                  <c:v>1575</c:v>
                </c:pt>
                <c:pt idx="64">
                  <c:v>1600</c:v>
                </c:pt>
                <c:pt idx="65">
                  <c:v>1625</c:v>
                </c:pt>
                <c:pt idx="66">
                  <c:v>1650</c:v>
                </c:pt>
                <c:pt idx="67">
                  <c:v>1675</c:v>
                </c:pt>
                <c:pt idx="68">
                  <c:v>1700</c:v>
                </c:pt>
                <c:pt idx="69">
                  <c:v>1725</c:v>
                </c:pt>
                <c:pt idx="70">
                  <c:v>1750</c:v>
                </c:pt>
                <c:pt idx="71">
                  <c:v>1775</c:v>
                </c:pt>
                <c:pt idx="72">
                  <c:v>1800</c:v>
                </c:pt>
                <c:pt idx="73">
                  <c:v>1825</c:v>
                </c:pt>
                <c:pt idx="74">
                  <c:v>1850</c:v>
                </c:pt>
                <c:pt idx="75">
                  <c:v>1875</c:v>
                </c:pt>
                <c:pt idx="76">
                  <c:v>1900</c:v>
                </c:pt>
                <c:pt idx="77">
                  <c:v>1925</c:v>
                </c:pt>
                <c:pt idx="78">
                  <c:v>1950</c:v>
                </c:pt>
                <c:pt idx="79">
                  <c:v>1975</c:v>
                </c:pt>
                <c:pt idx="80">
                  <c:v>2000</c:v>
                </c:pt>
                <c:pt idx="81">
                  <c:v>2025</c:v>
                </c:pt>
                <c:pt idx="82">
                  <c:v>2050</c:v>
                </c:pt>
                <c:pt idx="83">
                  <c:v>2075</c:v>
                </c:pt>
                <c:pt idx="84">
                  <c:v>2100</c:v>
                </c:pt>
                <c:pt idx="85">
                  <c:v>2125</c:v>
                </c:pt>
                <c:pt idx="86">
                  <c:v>2150</c:v>
                </c:pt>
                <c:pt idx="87">
                  <c:v>2175</c:v>
                </c:pt>
                <c:pt idx="88">
                  <c:v>2200</c:v>
                </c:pt>
                <c:pt idx="89">
                  <c:v>2225</c:v>
                </c:pt>
                <c:pt idx="90">
                  <c:v>2250</c:v>
                </c:pt>
                <c:pt idx="91">
                  <c:v>2275</c:v>
                </c:pt>
                <c:pt idx="92">
                  <c:v>2300</c:v>
                </c:pt>
                <c:pt idx="93">
                  <c:v>2325</c:v>
                </c:pt>
                <c:pt idx="94">
                  <c:v>2350</c:v>
                </c:pt>
                <c:pt idx="95">
                  <c:v>2375</c:v>
                </c:pt>
                <c:pt idx="96">
                  <c:v>2400</c:v>
                </c:pt>
                <c:pt idx="97">
                  <c:v>2425</c:v>
                </c:pt>
                <c:pt idx="98">
                  <c:v>2450</c:v>
                </c:pt>
                <c:pt idx="99">
                  <c:v>2475</c:v>
                </c:pt>
                <c:pt idx="100">
                  <c:v>2500</c:v>
                </c:pt>
                <c:pt idx="101">
                  <c:v>2525</c:v>
                </c:pt>
                <c:pt idx="102">
                  <c:v>2550</c:v>
                </c:pt>
                <c:pt idx="103">
                  <c:v>2575</c:v>
                </c:pt>
                <c:pt idx="104">
                  <c:v>2600</c:v>
                </c:pt>
                <c:pt idx="105">
                  <c:v>2625</c:v>
                </c:pt>
                <c:pt idx="106">
                  <c:v>2650</c:v>
                </c:pt>
                <c:pt idx="107">
                  <c:v>2675</c:v>
                </c:pt>
                <c:pt idx="108">
                  <c:v>2700</c:v>
                </c:pt>
                <c:pt idx="109">
                  <c:v>2725</c:v>
                </c:pt>
                <c:pt idx="110">
                  <c:v>2750</c:v>
                </c:pt>
                <c:pt idx="111">
                  <c:v>2775</c:v>
                </c:pt>
                <c:pt idx="112">
                  <c:v>2800</c:v>
                </c:pt>
                <c:pt idx="113">
                  <c:v>2825</c:v>
                </c:pt>
                <c:pt idx="114">
                  <c:v>2850</c:v>
                </c:pt>
                <c:pt idx="115">
                  <c:v>2875</c:v>
                </c:pt>
                <c:pt idx="116">
                  <c:v>2900</c:v>
                </c:pt>
                <c:pt idx="117">
                  <c:v>2925</c:v>
                </c:pt>
                <c:pt idx="118">
                  <c:v>2950</c:v>
                </c:pt>
                <c:pt idx="119">
                  <c:v>2975</c:v>
                </c:pt>
                <c:pt idx="120">
                  <c:v>3000</c:v>
                </c:pt>
                <c:pt idx="121">
                  <c:v>3025</c:v>
                </c:pt>
                <c:pt idx="122">
                  <c:v>3050</c:v>
                </c:pt>
                <c:pt idx="123">
                  <c:v>3075</c:v>
                </c:pt>
                <c:pt idx="124">
                  <c:v>3100</c:v>
                </c:pt>
                <c:pt idx="125">
                  <c:v>3125</c:v>
                </c:pt>
                <c:pt idx="126">
                  <c:v>3150</c:v>
                </c:pt>
                <c:pt idx="127">
                  <c:v>3175</c:v>
                </c:pt>
                <c:pt idx="128">
                  <c:v>3200</c:v>
                </c:pt>
                <c:pt idx="129">
                  <c:v>3225</c:v>
                </c:pt>
                <c:pt idx="130">
                  <c:v>3250</c:v>
                </c:pt>
                <c:pt idx="131">
                  <c:v>3275</c:v>
                </c:pt>
                <c:pt idx="132">
                  <c:v>3300</c:v>
                </c:pt>
                <c:pt idx="133">
                  <c:v>3325</c:v>
                </c:pt>
                <c:pt idx="134">
                  <c:v>3350</c:v>
                </c:pt>
                <c:pt idx="135">
                  <c:v>3375</c:v>
                </c:pt>
                <c:pt idx="136">
                  <c:v>3400</c:v>
                </c:pt>
                <c:pt idx="137">
                  <c:v>3425</c:v>
                </c:pt>
                <c:pt idx="138">
                  <c:v>3450</c:v>
                </c:pt>
                <c:pt idx="139">
                  <c:v>3475</c:v>
                </c:pt>
                <c:pt idx="140">
                  <c:v>3500</c:v>
                </c:pt>
                <c:pt idx="141">
                  <c:v>3525</c:v>
                </c:pt>
                <c:pt idx="142">
                  <c:v>3550</c:v>
                </c:pt>
                <c:pt idx="143">
                  <c:v>3575</c:v>
                </c:pt>
                <c:pt idx="144">
                  <c:v>3600</c:v>
                </c:pt>
                <c:pt idx="145">
                  <c:v>3625</c:v>
                </c:pt>
                <c:pt idx="146">
                  <c:v>3650</c:v>
                </c:pt>
                <c:pt idx="147">
                  <c:v>3675</c:v>
                </c:pt>
                <c:pt idx="148">
                  <c:v>3700</c:v>
                </c:pt>
                <c:pt idx="149">
                  <c:v>3725</c:v>
                </c:pt>
                <c:pt idx="150">
                  <c:v>3750</c:v>
                </c:pt>
                <c:pt idx="151">
                  <c:v>3775</c:v>
                </c:pt>
                <c:pt idx="152">
                  <c:v>3800</c:v>
                </c:pt>
                <c:pt idx="153">
                  <c:v>3825</c:v>
                </c:pt>
                <c:pt idx="154">
                  <c:v>3850</c:v>
                </c:pt>
                <c:pt idx="155">
                  <c:v>3875</c:v>
                </c:pt>
                <c:pt idx="156">
                  <c:v>3900</c:v>
                </c:pt>
                <c:pt idx="157">
                  <c:v>3925</c:v>
                </c:pt>
                <c:pt idx="158">
                  <c:v>3950</c:v>
                </c:pt>
                <c:pt idx="159">
                  <c:v>3975</c:v>
                </c:pt>
                <c:pt idx="160">
                  <c:v>4000</c:v>
                </c:pt>
                <c:pt idx="161">
                  <c:v>4025</c:v>
                </c:pt>
                <c:pt idx="162">
                  <c:v>4050</c:v>
                </c:pt>
                <c:pt idx="163">
                  <c:v>4075</c:v>
                </c:pt>
                <c:pt idx="164">
                  <c:v>4100</c:v>
                </c:pt>
                <c:pt idx="165">
                  <c:v>4125</c:v>
                </c:pt>
                <c:pt idx="166">
                  <c:v>4150</c:v>
                </c:pt>
                <c:pt idx="167">
                  <c:v>4175</c:v>
                </c:pt>
                <c:pt idx="168">
                  <c:v>4200</c:v>
                </c:pt>
                <c:pt idx="169">
                  <c:v>4225</c:v>
                </c:pt>
                <c:pt idx="170">
                  <c:v>4250</c:v>
                </c:pt>
                <c:pt idx="171">
                  <c:v>4275</c:v>
                </c:pt>
                <c:pt idx="172">
                  <c:v>4300</c:v>
                </c:pt>
                <c:pt idx="173">
                  <c:v>4325</c:v>
                </c:pt>
                <c:pt idx="174">
                  <c:v>4350</c:v>
                </c:pt>
                <c:pt idx="175">
                  <c:v>4375</c:v>
                </c:pt>
                <c:pt idx="176">
                  <c:v>4400</c:v>
                </c:pt>
                <c:pt idx="177">
                  <c:v>4425</c:v>
                </c:pt>
                <c:pt idx="178">
                  <c:v>4450</c:v>
                </c:pt>
                <c:pt idx="179">
                  <c:v>4475</c:v>
                </c:pt>
                <c:pt idx="180">
                  <c:v>4500</c:v>
                </c:pt>
                <c:pt idx="181">
                  <c:v>4525</c:v>
                </c:pt>
                <c:pt idx="182">
                  <c:v>4550</c:v>
                </c:pt>
                <c:pt idx="183">
                  <c:v>4575</c:v>
                </c:pt>
                <c:pt idx="184">
                  <c:v>4600</c:v>
                </c:pt>
                <c:pt idx="185">
                  <c:v>4625</c:v>
                </c:pt>
                <c:pt idx="186">
                  <c:v>4650</c:v>
                </c:pt>
                <c:pt idx="187">
                  <c:v>4675</c:v>
                </c:pt>
                <c:pt idx="188">
                  <c:v>4700</c:v>
                </c:pt>
                <c:pt idx="189">
                  <c:v>4725</c:v>
                </c:pt>
                <c:pt idx="190">
                  <c:v>4750</c:v>
                </c:pt>
                <c:pt idx="191">
                  <c:v>4775</c:v>
                </c:pt>
                <c:pt idx="192">
                  <c:v>4800</c:v>
                </c:pt>
                <c:pt idx="193">
                  <c:v>4825</c:v>
                </c:pt>
                <c:pt idx="194">
                  <c:v>4850</c:v>
                </c:pt>
                <c:pt idx="195">
                  <c:v>4875</c:v>
                </c:pt>
                <c:pt idx="196">
                  <c:v>4900</c:v>
                </c:pt>
                <c:pt idx="197">
                  <c:v>4925</c:v>
                </c:pt>
                <c:pt idx="198">
                  <c:v>4950</c:v>
                </c:pt>
                <c:pt idx="199">
                  <c:v>4975</c:v>
                </c:pt>
                <c:pt idx="200">
                  <c:v>5000</c:v>
                </c:pt>
                <c:pt idx="201">
                  <c:v>5025</c:v>
                </c:pt>
                <c:pt idx="202">
                  <c:v>5050</c:v>
                </c:pt>
                <c:pt idx="203">
                  <c:v>5075</c:v>
                </c:pt>
                <c:pt idx="204">
                  <c:v>5100</c:v>
                </c:pt>
                <c:pt idx="205">
                  <c:v>5125</c:v>
                </c:pt>
                <c:pt idx="206">
                  <c:v>5150</c:v>
                </c:pt>
                <c:pt idx="207">
                  <c:v>5175</c:v>
                </c:pt>
                <c:pt idx="208">
                  <c:v>5200</c:v>
                </c:pt>
                <c:pt idx="209">
                  <c:v>5225</c:v>
                </c:pt>
                <c:pt idx="210">
                  <c:v>5250</c:v>
                </c:pt>
                <c:pt idx="211">
                  <c:v>5275</c:v>
                </c:pt>
                <c:pt idx="212">
                  <c:v>5300</c:v>
                </c:pt>
                <c:pt idx="213">
                  <c:v>5325</c:v>
                </c:pt>
                <c:pt idx="214">
                  <c:v>5350</c:v>
                </c:pt>
                <c:pt idx="215">
                  <c:v>5375</c:v>
                </c:pt>
                <c:pt idx="216">
                  <c:v>5400</c:v>
                </c:pt>
                <c:pt idx="217">
                  <c:v>5425</c:v>
                </c:pt>
                <c:pt idx="218">
                  <c:v>5450</c:v>
                </c:pt>
                <c:pt idx="219">
                  <c:v>5475</c:v>
                </c:pt>
                <c:pt idx="220">
                  <c:v>5500</c:v>
                </c:pt>
                <c:pt idx="221">
                  <c:v>5525</c:v>
                </c:pt>
                <c:pt idx="222">
                  <c:v>5550</c:v>
                </c:pt>
                <c:pt idx="223">
                  <c:v>5575</c:v>
                </c:pt>
                <c:pt idx="224">
                  <c:v>5600</c:v>
                </c:pt>
                <c:pt idx="225">
                  <c:v>5625</c:v>
                </c:pt>
                <c:pt idx="226">
                  <c:v>5650</c:v>
                </c:pt>
                <c:pt idx="227">
                  <c:v>5675</c:v>
                </c:pt>
                <c:pt idx="228">
                  <c:v>5700</c:v>
                </c:pt>
                <c:pt idx="229">
                  <c:v>5725</c:v>
                </c:pt>
                <c:pt idx="230">
                  <c:v>5750</c:v>
                </c:pt>
                <c:pt idx="231">
                  <c:v>5775</c:v>
                </c:pt>
                <c:pt idx="232">
                  <c:v>5800</c:v>
                </c:pt>
                <c:pt idx="233">
                  <c:v>5825</c:v>
                </c:pt>
                <c:pt idx="234">
                  <c:v>5850</c:v>
                </c:pt>
                <c:pt idx="235">
                  <c:v>5875</c:v>
                </c:pt>
                <c:pt idx="236">
                  <c:v>5900</c:v>
                </c:pt>
                <c:pt idx="237">
                  <c:v>5925</c:v>
                </c:pt>
                <c:pt idx="238">
                  <c:v>5950</c:v>
                </c:pt>
                <c:pt idx="239">
                  <c:v>5975</c:v>
                </c:pt>
                <c:pt idx="240">
                  <c:v>6000</c:v>
                </c:pt>
                <c:pt idx="241">
                  <c:v>6025</c:v>
                </c:pt>
                <c:pt idx="242">
                  <c:v>6050</c:v>
                </c:pt>
                <c:pt idx="243">
                  <c:v>6075</c:v>
                </c:pt>
                <c:pt idx="244">
                  <c:v>6100</c:v>
                </c:pt>
                <c:pt idx="245">
                  <c:v>6125</c:v>
                </c:pt>
                <c:pt idx="246">
                  <c:v>6150</c:v>
                </c:pt>
                <c:pt idx="247">
                  <c:v>6175</c:v>
                </c:pt>
                <c:pt idx="248">
                  <c:v>6200</c:v>
                </c:pt>
                <c:pt idx="249">
                  <c:v>6225</c:v>
                </c:pt>
                <c:pt idx="250">
                  <c:v>6250</c:v>
                </c:pt>
                <c:pt idx="251">
                  <c:v>6275</c:v>
                </c:pt>
                <c:pt idx="252">
                  <c:v>6300</c:v>
                </c:pt>
                <c:pt idx="253">
                  <c:v>6325</c:v>
                </c:pt>
                <c:pt idx="254">
                  <c:v>6350</c:v>
                </c:pt>
                <c:pt idx="255">
                  <c:v>6375</c:v>
                </c:pt>
                <c:pt idx="256">
                  <c:v>6400</c:v>
                </c:pt>
                <c:pt idx="257">
                  <c:v>6425</c:v>
                </c:pt>
                <c:pt idx="258">
                  <c:v>6450</c:v>
                </c:pt>
                <c:pt idx="259">
                  <c:v>6475</c:v>
                </c:pt>
                <c:pt idx="260">
                  <c:v>6500</c:v>
                </c:pt>
                <c:pt idx="261">
                  <c:v>6525</c:v>
                </c:pt>
                <c:pt idx="262">
                  <c:v>6550</c:v>
                </c:pt>
                <c:pt idx="263">
                  <c:v>6575</c:v>
                </c:pt>
                <c:pt idx="264">
                  <c:v>6600</c:v>
                </c:pt>
                <c:pt idx="265">
                  <c:v>6625</c:v>
                </c:pt>
                <c:pt idx="266">
                  <c:v>6650</c:v>
                </c:pt>
                <c:pt idx="267">
                  <c:v>6675</c:v>
                </c:pt>
                <c:pt idx="268">
                  <c:v>6700</c:v>
                </c:pt>
                <c:pt idx="269">
                  <c:v>6725</c:v>
                </c:pt>
                <c:pt idx="270">
                  <c:v>6750</c:v>
                </c:pt>
                <c:pt idx="271">
                  <c:v>6775</c:v>
                </c:pt>
                <c:pt idx="272">
                  <c:v>6800</c:v>
                </c:pt>
                <c:pt idx="273">
                  <c:v>6825</c:v>
                </c:pt>
                <c:pt idx="274">
                  <c:v>6850</c:v>
                </c:pt>
                <c:pt idx="275">
                  <c:v>6875</c:v>
                </c:pt>
                <c:pt idx="276">
                  <c:v>6900</c:v>
                </c:pt>
                <c:pt idx="277">
                  <c:v>6925</c:v>
                </c:pt>
                <c:pt idx="278">
                  <c:v>6950</c:v>
                </c:pt>
                <c:pt idx="279">
                  <c:v>6975</c:v>
                </c:pt>
                <c:pt idx="280">
                  <c:v>7000</c:v>
                </c:pt>
              </c:numCache>
            </c:numRef>
          </c:xVal>
          <c:yVal>
            <c:numRef>
              <c:f>'Chart Data'!$D$2:$D$282</c:f>
              <c:numCache>
                <c:formatCode>0%</c:formatCode>
                <c:ptCount val="281"/>
                <c:pt idx="0">
                  <c:v>0.03376623</c:v>
                </c:pt>
                <c:pt idx="1">
                  <c:v>0.00519481</c:v>
                </c:pt>
                <c:pt idx="2">
                  <c:v>0.13506493</c:v>
                </c:pt>
                <c:pt idx="3">
                  <c:v>0.51168829</c:v>
                </c:pt>
                <c:pt idx="4">
                  <c:v>0.5272727</c:v>
                </c:pt>
                <c:pt idx="5">
                  <c:v>0.51948053</c:v>
                </c:pt>
                <c:pt idx="6">
                  <c:v>0.51428574</c:v>
                </c:pt>
                <c:pt idx="7">
                  <c:v>0.5272727</c:v>
                </c:pt>
                <c:pt idx="8">
                  <c:v>0.52987015</c:v>
                </c:pt>
                <c:pt idx="9">
                  <c:v>0.51428574</c:v>
                </c:pt>
                <c:pt idx="10">
                  <c:v>0.51428574</c:v>
                </c:pt>
                <c:pt idx="11">
                  <c:v>0.51428574</c:v>
                </c:pt>
                <c:pt idx="12">
                  <c:v>0.51168829</c:v>
                </c:pt>
                <c:pt idx="13">
                  <c:v>0.51168829</c:v>
                </c:pt>
                <c:pt idx="14">
                  <c:v>0.51428574</c:v>
                </c:pt>
                <c:pt idx="15">
                  <c:v>0.51168829</c:v>
                </c:pt>
                <c:pt idx="16">
                  <c:v>0.51428574</c:v>
                </c:pt>
                <c:pt idx="17">
                  <c:v>0.51428574</c:v>
                </c:pt>
                <c:pt idx="18">
                  <c:v>0.51688313</c:v>
                </c:pt>
                <c:pt idx="19">
                  <c:v>0.51428574</c:v>
                </c:pt>
                <c:pt idx="20">
                  <c:v>0.51428574</c:v>
                </c:pt>
                <c:pt idx="21">
                  <c:v>0.5090909</c:v>
                </c:pt>
                <c:pt idx="22">
                  <c:v>0.51428574</c:v>
                </c:pt>
                <c:pt idx="23">
                  <c:v>0.5090909</c:v>
                </c:pt>
                <c:pt idx="24">
                  <c:v>0.5090909</c:v>
                </c:pt>
                <c:pt idx="25">
                  <c:v>0.5090909</c:v>
                </c:pt>
                <c:pt idx="26">
                  <c:v>0.5090909</c:v>
                </c:pt>
                <c:pt idx="27">
                  <c:v>0.50649351</c:v>
                </c:pt>
                <c:pt idx="28">
                  <c:v>0.5090909</c:v>
                </c:pt>
                <c:pt idx="29">
                  <c:v>0.50649351</c:v>
                </c:pt>
                <c:pt idx="30">
                  <c:v>0.51168829</c:v>
                </c:pt>
                <c:pt idx="31">
                  <c:v>0.51168829</c:v>
                </c:pt>
                <c:pt idx="32">
                  <c:v>0.51168829</c:v>
                </c:pt>
                <c:pt idx="33">
                  <c:v>0.51168829</c:v>
                </c:pt>
                <c:pt idx="34">
                  <c:v>0.5090909</c:v>
                </c:pt>
                <c:pt idx="35">
                  <c:v>0.51168829</c:v>
                </c:pt>
                <c:pt idx="36">
                  <c:v>0.51168829</c:v>
                </c:pt>
                <c:pt idx="37">
                  <c:v>0.5090909</c:v>
                </c:pt>
                <c:pt idx="38">
                  <c:v>0.51168829</c:v>
                </c:pt>
                <c:pt idx="39">
                  <c:v>0.5090909</c:v>
                </c:pt>
                <c:pt idx="40">
                  <c:v>0.50649351</c:v>
                </c:pt>
                <c:pt idx="41">
                  <c:v>0.50649351</c:v>
                </c:pt>
                <c:pt idx="42">
                  <c:v>0.50649351</c:v>
                </c:pt>
                <c:pt idx="43">
                  <c:v>0.5090909</c:v>
                </c:pt>
                <c:pt idx="44">
                  <c:v>0.51168829</c:v>
                </c:pt>
                <c:pt idx="45">
                  <c:v>0.51168829</c:v>
                </c:pt>
                <c:pt idx="46">
                  <c:v>0.51428574</c:v>
                </c:pt>
                <c:pt idx="47">
                  <c:v>0.51168829</c:v>
                </c:pt>
                <c:pt idx="48">
                  <c:v>0.51428574</c:v>
                </c:pt>
                <c:pt idx="49">
                  <c:v>0.51688313</c:v>
                </c:pt>
                <c:pt idx="50">
                  <c:v>0.51948053</c:v>
                </c:pt>
                <c:pt idx="51">
                  <c:v>0.51688313</c:v>
                </c:pt>
                <c:pt idx="52">
                  <c:v>0.51168829</c:v>
                </c:pt>
                <c:pt idx="53">
                  <c:v>0.51688313</c:v>
                </c:pt>
                <c:pt idx="54">
                  <c:v>0.51688313</c:v>
                </c:pt>
                <c:pt idx="55">
                  <c:v>0.51688313</c:v>
                </c:pt>
                <c:pt idx="56">
                  <c:v>0.51688313</c:v>
                </c:pt>
                <c:pt idx="57">
                  <c:v>0.51948053</c:v>
                </c:pt>
                <c:pt idx="58">
                  <c:v>0.51688313</c:v>
                </c:pt>
                <c:pt idx="59">
                  <c:v>0.52467531</c:v>
                </c:pt>
                <c:pt idx="60">
                  <c:v>0.5272727</c:v>
                </c:pt>
                <c:pt idx="61">
                  <c:v>0.5272727</c:v>
                </c:pt>
                <c:pt idx="62">
                  <c:v>0.52987015</c:v>
                </c:pt>
                <c:pt idx="63">
                  <c:v>0.52987015</c:v>
                </c:pt>
                <c:pt idx="64">
                  <c:v>0.52207792</c:v>
                </c:pt>
                <c:pt idx="65">
                  <c:v>0.51948053</c:v>
                </c:pt>
                <c:pt idx="66">
                  <c:v>0.48051947</c:v>
                </c:pt>
                <c:pt idx="67">
                  <c:v>0.51428574</c:v>
                </c:pt>
                <c:pt idx="68">
                  <c:v>0.5272727</c:v>
                </c:pt>
                <c:pt idx="69">
                  <c:v>0.52987015</c:v>
                </c:pt>
                <c:pt idx="70">
                  <c:v>0.51948053</c:v>
                </c:pt>
                <c:pt idx="71">
                  <c:v>0.5272727</c:v>
                </c:pt>
                <c:pt idx="72">
                  <c:v>0.53246754</c:v>
                </c:pt>
                <c:pt idx="73">
                  <c:v>0.53506494</c:v>
                </c:pt>
                <c:pt idx="74">
                  <c:v>0.53246754</c:v>
                </c:pt>
                <c:pt idx="75">
                  <c:v>0.53766233</c:v>
                </c:pt>
                <c:pt idx="76">
                  <c:v>0.54285717</c:v>
                </c:pt>
                <c:pt idx="77">
                  <c:v>0.54285717</c:v>
                </c:pt>
                <c:pt idx="78">
                  <c:v>0.54285717</c:v>
                </c:pt>
                <c:pt idx="79">
                  <c:v>0.53766233</c:v>
                </c:pt>
                <c:pt idx="80">
                  <c:v>0.54285717</c:v>
                </c:pt>
                <c:pt idx="81">
                  <c:v>0.54285717</c:v>
                </c:pt>
                <c:pt idx="82">
                  <c:v>0.54285717</c:v>
                </c:pt>
                <c:pt idx="83">
                  <c:v>0.54545456</c:v>
                </c:pt>
                <c:pt idx="84">
                  <c:v>0.54545456</c:v>
                </c:pt>
                <c:pt idx="85">
                  <c:v>0.54805195</c:v>
                </c:pt>
                <c:pt idx="86">
                  <c:v>0.54805195</c:v>
                </c:pt>
                <c:pt idx="87">
                  <c:v>0.55064934</c:v>
                </c:pt>
                <c:pt idx="88">
                  <c:v>0.55584413</c:v>
                </c:pt>
                <c:pt idx="89">
                  <c:v>0.56103897</c:v>
                </c:pt>
                <c:pt idx="90">
                  <c:v>0.55844158</c:v>
                </c:pt>
                <c:pt idx="91">
                  <c:v>0.56103897</c:v>
                </c:pt>
                <c:pt idx="92">
                  <c:v>0.56103897</c:v>
                </c:pt>
                <c:pt idx="93">
                  <c:v>0.56363636</c:v>
                </c:pt>
                <c:pt idx="94">
                  <c:v>0.56103897</c:v>
                </c:pt>
                <c:pt idx="95">
                  <c:v>0.56363636</c:v>
                </c:pt>
                <c:pt idx="96">
                  <c:v>0.56103897</c:v>
                </c:pt>
                <c:pt idx="97">
                  <c:v>0.56103897</c:v>
                </c:pt>
                <c:pt idx="98">
                  <c:v>0.56103897</c:v>
                </c:pt>
                <c:pt idx="99">
                  <c:v>0.56103897</c:v>
                </c:pt>
                <c:pt idx="100">
                  <c:v>0.56103897</c:v>
                </c:pt>
                <c:pt idx="101">
                  <c:v>0.56103897</c:v>
                </c:pt>
                <c:pt idx="102">
                  <c:v>0.56103897</c:v>
                </c:pt>
                <c:pt idx="103">
                  <c:v>0.56103897</c:v>
                </c:pt>
                <c:pt idx="104">
                  <c:v>0.56103897</c:v>
                </c:pt>
                <c:pt idx="105">
                  <c:v>0.56363636</c:v>
                </c:pt>
                <c:pt idx="106">
                  <c:v>0.56363636</c:v>
                </c:pt>
                <c:pt idx="107">
                  <c:v>0.56623375</c:v>
                </c:pt>
                <c:pt idx="108">
                  <c:v>0.56623375</c:v>
                </c:pt>
                <c:pt idx="109">
                  <c:v>0.5714286</c:v>
                </c:pt>
                <c:pt idx="110">
                  <c:v>0.57402599</c:v>
                </c:pt>
                <c:pt idx="111">
                  <c:v>0.57402599</c:v>
                </c:pt>
                <c:pt idx="112">
                  <c:v>0.57402599</c:v>
                </c:pt>
                <c:pt idx="113">
                  <c:v>0.57402599</c:v>
                </c:pt>
                <c:pt idx="114">
                  <c:v>0.57662338</c:v>
                </c:pt>
                <c:pt idx="115">
                  <c:v>0.57662338</c:v>
                </c:pt>
                <c:pt idx="116">
                  <c:v>0.57662338</c:v>
                </c:pt>
                <c:pt idx="117">
                  <c:v>0.57662338</c:v>
                </c:pt>
                <c:pt idx="118">
                  <c:v>0.57662338</c:v>
                </c:pt>
                <c:pt idx="119">
                  <c:v>0.57922077</c:v>
                </c:pt>
                <c:pt idx="120">
                  <c:v>0.57922077</c:v>
                </c:pt>
                <c:pt idx="121">
                  <c:v>0.57922077</c:v>
                </c:pt>
                <c:pt idx="122">
                  <c:v>0.58181816</c:v>
                </c:pt>
                <c:pt idx="123">
                  <c:v>0.58181816</c:v>
                </c:pt>
                <c:pt idx="124">
                  <c:v>0.58181816</c:v>
                </c:pt>
                <c:pt idx="125">
                  <c:v>0.58181816</c:v>
                </c:pt>
                <c:pt idx="126">
                  <c:v>0.57922077</c:v>
                </c:pt>
                <c:pt idx="127">
                  <c:v>0.57922077</c:v>
                </c:pt>
                <c:pt idx="128">
                  <c:v>0.58441556</c:v>
                </c:pt>
                <c:pt idx="129">
                  <c:v>0.58701301</c:v>
                </c:pt>
                <c:pt idx="130">
                  <c:v>0.57922077</c:v>
                </c:pt>
                <c:pt idx="131">
                  <c:v>0.56623375</c:v>
                </c:pt>
                <c:pt idx="132">
                  <c:v>0.58181816</c:v>
                </c:pt>
                <c:pt idx="133">
                  <c:v>0.59220779</c:v>
                </c:pt>
                <c:pt idx="134">
                  <c:v>0.5896104</c:v>
                </c:pt>
                <c:pt idx="135">
                  <c:v>0.60000002</c:v>
                </c:pt>
                <c:pt idx="136">
                  <c:v>0.60259742</c:v>
                </c:pt>
                <c:pt idx="137">
                  <c:v>0.60259742</c:v>
                </c:pt>
                <c:pt idx="138">
                  <c:v>0.6077922</c:v>
                </c:pt>
                <c:pt idx="139">
                  <c:v>0.61298704</c:v>
                </c:pt>
                <c:pt idx="140">
                  <c:v>0.61818182</c:v>
                </c:pt>
                <c:pt idx="141">
                  <c:v>0.62337661</c:v>
                </c:pt>
                <c:pt idx="142">
                  <c:v>0.625974</c:v>
                </c:pt>
                <c:pt idx="143">
                  <c:v>0.63636363</c:v>
                </c:pt>
                <c:pt idx="144">
                  <c:v>0.63376623</c:v>
                </c:pt>
                <c:pt idx="145">
                  <c:v>0.65714288</c:v>
                </c:pt>
                <c:pt idx="146">
                  <c:v>0.6701299</c:v>
                </c:pt>
                <c:pt idx="147">
                  <c:v>0.70129871</c:v>
                </c:pt>
                <c:pt idx="148">
                  <c:v>0.7064935</c:v>
                </c:pt>
                <c:pt idx="149">
                  <c:v>0.70909089</c:v>
                </c:pt>
                <c:pt idx="150">
                  <c:v>0.73246753</c:v>
                </c:pt>
                <c:pt idx="151">
                  <c:v>0.75064933</c:v>
                </c:pt>
                <c:pt idx="152">
                  <c:v>0.76623374</c:v>
                </c:pt>
                <c:pt idx="153">
                  <c:v>0.77662337</c:v>
                </c:pt>
                <c:pt idx="154">
                  <c:v>0.78961039</c:v>
                </c:pt>
                <c:pt idx="155">
                  <c:v>0.8025974</c:v>
                </c:pt>
                <c:pt idx="156">
                  <c:v>0.81298703</c:v>
                </c:pt>
                <c:pt idx="157">
                  <c:v>0.82857144</c:v>
                </c:pt>
                <c:pt idx="158">
                  <c:v>0.83896106</c:v>
                </c:pt>
                <c:pt idx="159">
                  <c:v>0.85454547</c:v>
                </c:pt>
                <c:pt idx="160">
                  <c:v>0.87532467</c:v>
                </c:pt>
                <c:pt idx="161">
                  <c:v>0.87532467</c:v>
                </c:pt>
                <c:pt idx="162">
                  <c:v>0.8831169</c:v>
                </c:pt>
                <c:pt idx="163">
                  <c:v>0.89350647</c:v>
                </c:pt>
                <c:pt idx="164">
                  <c:v>0.90909094</c:v>
                </c:pt>
                <c:pt idx="165">
                  <c:v>0.91688311</c:v>
                </c:pt>
                <c:pt idx="166">
                  <c:v>0.92727274</c:v>
                </c:pt>
                <c:pt idx="167">
                  <c:v>0.93246752</c:v>
                </c:pt>
                <c:pt idx="168">
                  <c:v>0.92987013</c:v>
                </c:pt>
                <c:pt idx="169">
                  <c:v>0.93506491</c:v>
                </c:pt>
                <c:pt idx="170">
                  <c:v>0.93766236</c:v>
                </c:pt>
                <c:pt idx="171">
                  <c:v>0.94025975</c:v>
                </c:pt>
                <c:pt idx="172">
                  <c:v>0.94285715</c:v>
                </c:pt>
                <c:pt idx="173">
                  <c:v>0.95584416</c:v>
                </c:pt>
                <c:pt idx="174">
                  <c:v>0.96103895</c:v>
                </c:pt>
                <c:pt idx="175">
                  <c:v>0.96363634</c:v>
                </c:pt>
                <c:pt idx="176">
                  <c:v>0.97142857</c:v>
                </c:pt>
                <c:pt idx="177">
                  <c:v>0.97402596</c:v>
                </c:pt>
                <c:pt idx="178">
                  <c:v>0.97922081</c:v>
                </c:pt>
                <c:pt idx="179">
                  <c:v>0.9818182</c:v>
                </c:pt>
                <c:pt idx="180">
                  <c:v>0.98441559</c:v>
                </c:pt>
                <c:pt idx="181">
                  <c:v>0.98441559</c:v>
                </c:pt>
                <c:pt idx="182">
                  <c:v>0.98441559</c:v>
                </c:pt>
                <c:pt idx="183">
                  <c:v>0.99220777</c:v>
                </c:pt>
                <c:pt idx="184">
                  <c:v>0.99220777</c:v>
                </c:pt>
                <c:pt idx="185">
                  <c:v>0.99220777</c:v>
                </c:pt>
                <c:pt idx="186">
                  <c:v>0.98961037</c:v>
                </c:pt>
                <c:pt idx="187">
                  <c:v>0.99220777</c:v>
                </c:pt>
                <c:pt idx="188">
                  <c:v>0.99220777</c:v>
                </c:pt>
                <c:pt idx="189">
                  <c:v>0.79220778</c:v>
                </c:pt>
                <c:pt idx="190">
                  <c:v>0.95064932</c:v>
                </c:pt>
                <c:pt idx="191">
                  <c:v>0.97662336</c:v>
                </c:pt>
                <c:pt idx="192">
                  <c:v>0.98701298</c:v>
                </c:pt>
                <c:pt idx="193">
                  <c:v>0.99220777</c:v>
                </c:pt>
                <c:pt idx="194">
                  <c:v>0.99740261</c:v>
                </c:pt>
                <c:pt idx="195">
                  <c:v>0.99220777</c:v>
                </c:pt>
                <c:pt idx="196">
                  <c:v>0.99220777</c:v>
                </c:pt>
                <c:pt idx="197">
                  <c:v>0.99220777</c:v>
                </c:pt>
                <c:pt idx="198">
                  <c:v>0.99480522</c:v>
                </c:pt>
                <c:pt idx="199">
                  <c:v>0.99480522</c:v>
                </c:pt>
                <c:pt idx="200">
                  <c:v>0.99480522</c:v>
                </c:pt>
                <c:pt idx="201">
                  <c:v>0.99480522</c:v>
                </c:pt>
                <c:pt idx="202">
                  <c:v>0.99480522</c:v>
                </c:pt>
                <c:pt idx="203">
                  <c:v>0.99480522</c:v>
                </c:pt>
                <c:pt idx="204">
                  <c:v>0.99740261</c:v>
                </c:pt>
                <c:pt idx="205">
                  <c:v>1</c:v>
                </c:pt>
                <c:pt idx="206">
                  <c:v>1</c:v>
                </c:pt>
                <c:pt idx="207">
                  <c:v>1</c:v>
                </c:pt>
                <c:pt idx="208">
                  <c:v>1</c:v>
                </c:pt>
                <c:pt idx="209">
                  <c:v>1</c:v>
                </c:pt>
                <c:pt idx="210">
                  <c:v>1</c:v>
                </c:pt>
                <c:pt idx="211">
                  <c:v>1</c:v>
                </c:pt>
                <c:pt idx="212">
                  <c:v>1</c:v>
                </c:pt>
                <c:pt idx="213">
                  <c:v>1</c:v>
                </c:pt>
                <c:pt idx="214">
                  <c:v>1</c:v>
                </c:pt>
                <c:pt idx="215">
                  <c:v>0.99480522</c:v>
                </c:pt>
                <c:pt idx="216">
                  <c:v>0.99480522</c:v>
                </c:pt>
                <c:pt idx="217">
                  <c:v>0.99480522</c:v>
                </c:pt>
                <c:pt idx="218">
                  <c:v>0.99480522</c:v>
                </c:pt>
                <c:pt idx="219">
                  <c:v>0.99480522</c:v>
                </c:pt>
                <c:pt idx="220">
                  <c:v>0.99480522</c:v>
                </c:pt>
                <c:pt idx="221">
                  <c:v>0.99480522</c:v>
                </c:pt>
                <c:pt idx="222">
                  <c:v>0.99480522</c:v>
                </c:pt>
                <c:pt idx="223">
                  <c:v>0.99480522</c:v>
                </c:pt>
                <c:pt idx="224">
                  <c:v>0.99480522</c:v>
                </c:pt>
                <c:pt idx="225">
                  <c:v>0.99480522</c:v>
                </c:pt>
                <c:pt idx="226">
                  <c:v>0.99480522</c:v>
                </c:pt>
                <c:pt idx="227">
                  <c:v>0.99480522</c:v>
                </c:pt>
                <c:pt idx="228">
                  <c:v>1</c:v>
                </c:pt>
                <c:pt idx="229">
                  <c:v>1</c:v>
                </c:pt>
                <c:pt idx="230">
                  <c:v>1</c:v>
                </c:pt>
                <c:pt idx="231">
                  <c:v>1</c:v>
                </c:pt>
                <c:pt idx="232">
                  <c:v>1</c:v>
                </c:pt>
                <c:pt idx="233">
                  <c:v>1</c:v>
                </c:pt>
                <c:pt idx="234">
                  <c:v>1</c:v>
                </c:pt>
                <c:pt idx="235">
                  <c:v>1</c:v>
                </c:pt>
                <c:pt idx="236">
                  <c:v>1</c:v>
                </c:pt>
                <c:pt idx="237">
                  <c:v>1</c:v>
                </c:pt>
                <c:pt idx="238">
                  <c:v>1</c:v>
                </c:pt>
                <c:pt idx="239">
                  <c:v>1</c:v>
                </c:pt>
                <c:pt idx="240">
                  <c:v>1</c:v>
                </c:pt>
                <c:pt idx="241">
                  <c:v>1</c:v>
                </c:pt>
                <c:pt idx="242">
                  <c:v>1</c:v>
                </c:pt>
                <c:pt idx="243">
                  <c:v>1</c:v>
                </c:pt>
                <c:pt idx="244">
                  <c:v>1</c:v>
                </c:pt>
                <c:pt idx="245">
                  <c:v>1</c:v>
                </c:pt>
                <c:pt idx="246">
                  <c:v>1</c:v>
                </c:pt>
                <c:pt idx="247">
                  <c:v>0.97922081</c:v>
                </c:pt>
                <c:pt idx="248">
                  <c:v>0.99220777</c:v>
                </c:pt>
                <c:pt idx="249">
                  <c:v>0.99480522</c:v>
                </c:pt>
                <c:pt idx="250">
                  <c:v>0.99480522</c:v>
                </c:pt>
                <c:pt idx="251">
                  <c:v>1</c:v>
                </c:pt>
                <c:pt idx="252">
                  <c:v>1</c:v>
                </c:pt>
                <c:pt idx="253">
                  <c:v>1</c:v>
                </c:pt>
                <c:pt idx="254">
                  <c:v>1</c:v>
                </c:pt>
                <c:pt idx="255">
                  <c:v>1</c:v>
                </c:pt>
                <c:pt idx="256">
                  <c:v>1</c:v>
                </c:pt>
                <c:pt idx="257">
                  <c:v>1</c:v>
                </c:pt>
                <c:pt idx="258">
                  <c:v>1</c:v>
                </c:pt>
                <c:pt idx="259">
                  <c:v>1</c:v>
                </c:pt>
                <c:pt idx="260">
                  <c:v>1</c:v>
                </c:pt>
                <c:pt idx="261">
                  <c:v>1</c:v>
                </c:pt>
                <c:pt idx="262">
                  <c:v>1</c:v>
                </c:pt>
                <c:pt idx="263">
                  <c:v>1</c:v>
                </c:pt>
                <c:pt idx="264">
                  <c:v>0.99480522</c:v>
                </c:pt>
                <c:pt idx="265">
                  <c:v>0.99480522</c:v>
                </c:pt>
                <c:pt idx="266">
                  <c:v>0.99480522</c:v>
                </c:pt>
                <c:pt idx="267">
                  <c:v>0.99480522</c:v>
                </c:pt>
                <c:pt idx="268">
                  <c:v>0.99480522</c:v>
                </c:pt>
                <c:pt idx="269">
                  <c:v>0.99480522</c:v>
                </c:pt>
                <c:pt idx="270">
                  <c:v>0.99480522</c:v>
                </c:pt>
                <c:pt idx="271">
                  <c:v>0.99480522</c:v>
                </c:pt>
                <c:pt idx="272">
                  <c:v>0.99480522</c:v>
                </c:pt>
                <c:pt idx="273">
                  <c:v>0.99740261</c:v>
                </c:pt>
                <c:pt idx="274">
                  <c:v>0.99740261</c:v>
                </c:pt>
                <c:pt idx="275">
                  <c:v>1</c:v>
                </c:pt>
                <c:pt idx="276">
                  <c:v>1</c:v>
                </c:pt>
                <c:pt idx="277">
                  <c:v>1</c:v>
                </c:pt>
                <c:pt idx="278">
                  <c:v>1</c:v>
                </c:pt>
                <c:pt idx="279">
                  <c:v>1</c:v>
                </c:pt>
                <c:pt idx="280">
                  <c:v>1</c:v>
                </c:pt>
              </c:numCache>
            </c:numRef>
          </c:yVal>
        </c:ser>
        <c:axId val="48650112"/>
        <c:axId val="48672768"/>
      </c:scatterChart>
      <c:valAx>
        <c:axId val="48672768"/>
        <c:scaling>
          <c:orientation val="minMax"/>
          <c:max val="1"/>
          <c:min val="0"/>
        </c:scaling>
        <c:delete val="0"/>
        <c:axPos val="l"/>
        <c:majorGridlines>
          <c:spPr>
            <a:ln xmlns:a="http://schemas.openxmlformats.org/drawingml/2006/main" w="9525">
              <a:solidFill>
                <a:srgbClr val="DFE6EC"/>
              </a:solidFill>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Accuracy</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50112"/>
        <c:majorUnit val="0.25"/>
      </c:valAx>
      <c:valAx>
        <c:axId val="48650112"/>
        <c:scaling>
          <c:orientation val="minMax"/>
          <c:max val="7000"/>
          <c:min val="0"/>
        </c:scaling>
        <c:delete val="0"/>
        <c:axPos val="b"/>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Training updates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General"/>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72768"/>
        <c:majorUnit val="1000"/>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Thirty fresh attempts per policy and split</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1 run</c:v>
          </c:tx>
          <c:spPr>
            <a:solidFill xmlns:a="http://schemas.openxmlformats.org/drawingml/2006/main">
              <a:srgbClr val="175F96"/>
            </a:solidFill>
          </c:spPr>
          <c:invertIfNegative val="0"/>
          <c:cat>
            <c:strRef>
              <c:f>'Chart Data'!$A$2:$A$4</c:f>
              <c:strCache>
                <c:ptCount val="3"/>
                <c:pt idx="0">
                  <c:v>Split 1</c:v>
                </c:pt>
                <c:pt idx="1">
                  <c:v>Split 2</c:v>
                </c:pt>
                <c:pt idx="2">
                  <c:v>Split 3</c:v>
                </c:pt>
              </c:strCache>
            </c:strRef>
          </c:cat>
          <c:val>
            <c:numRef>
              <c:f>'Chart Data'!$B$2:$B$4</c:f>
              <c:numCache>
                <c:formatCode>0</c:formatCode>
                <c:ptCount val="3"/>
                <c:pt idx="0">
                  <c:v>28</c:v>
                </c:pt>
                <c:pt idx="1">
                  <c:v>28</c:v>
                </c:pt>
                <c:pt idx="2">
                  <c:v>28</c:v>
                </c:pt>
              </c:numCache>
            </c:numRef>
          </c:val>
        </c:ser>
        <c:ser>
          <c:idx val="1"/>
          <c:order val="1"/>
          <c:tx>
            <c:v>2 runs</c:v>
          </c:tx>
          <c:spPr>
            <a:solidFill xmlns:a="http://schemas.openxmlformats.org/drawingml/2006/main">
              <a:srgbClr val="637E8E"/>
            </a:solidFill>
          </c:spPr>
          <c:invertIfNegative val="0"/>
          <c:cat>
            <c:strRef>
              <c:f>'Chart Data'!$C$2:$C$4</c:f>
              <c:strCache>
                <c:ptCount val="3"/>
                <c:pt idx="0">
                  <c:v>Split 1</c:v>
                </c:pt>
                <c:pt idx="1">
                  <c:v>Split 2</c:v>
                </c:pt>
                <c:pt idx="2">
                  <c:v>Split 3</c:v>
                </c:pt>
              </c:strCache>
            </c:strRef>
          </c:cat>
          <c:val>
            <c:numRef>
              <c:f>'Chart Data'!$D$2:$D$4</c:f>
              <c:numCache>
                <c:formatCode>0</c:formatCode>
                <c:ptCount val="3"/>
                <c:pt idx="0">
                  <c:v>23</c:v>
                </c:pt>
                <c:pt idx="1">
                  <c:v>24</c:v>
                </c:pt>
                <c:pt idx="2">
                  <c:v>25</c:v>
                </c:pt>
              </c:numCache>
            </c:numRef>
          </c:val>
        </c:ser>
        <c:ser>
          <c:idx val="2"/>
          <c:order val="2"/>
          <c:tx>
            <c:v>4 runs</c:v>
          </c:tx>
          <c:spPr>
            <a:solidFill xmlns:a="http://schemas.openxmlformats.org/drawingml/2006/main">
              <a:srgbClr val="253F50"/>
            </a:solidFill>
          </c:spPr>
          <c:invertIfNegative val="0"/>
          <c:cat>
            <c:strRef>
              <c:f>'Chart Data'!$E$2:$E$4</c:f>
              <c:strCache>
                <c:ptCount val="3"/>
                <c:pt idx="0">
                  <c:v>Split 1</c:v>
                </c:pt>
                <c:pt idx="1">
                  <c:v>Split 2</c:v>
                </c:pt>
                <c:pt idx="2">
                  <c:v>Split 3</c:v>
                </c:pt>
              </c:strCache>
            </c:strRef>
          </c:cat>
          <c:val>
            <c:numRef>
              <c:f>'Chart Data'!$F$2:$F$4</c:f>
              <c:numCache>
                <c:formatCode>0</c:formatCode>
                <c:ptCount val="3"/>
                <c:pt idx="0">
                  <c:v>12</c:v>
                </c:pt>
                <c:pt idx="1">
                  <c:v>9</c:v>
                </c:pt>
                <c:pt idx="2">
                  <c:v>11</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General"/>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72768"/>
      </c:catAx>
      <c:valAx>
        <c:axId val="48672768"/>
        <c:scaling>
          <c:orientation val="minMax"/>
          <c:max val="34"/>
          <c:min val="0"/>
        </c:scaling>
        <c:delete val="0"/>
        <c:axPos val="l"/>
        <c:majorGridlines>
          <c:spPr>
            <a:ln xmlns:a="http://schemas.openxmlformats.org/drawingml/2006/main" w="9525">
              <a:solidFill>
                <a:srgbClr val="DFE6EC"/>
              </a:solidFill>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Successes out of 30</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All 18 policy cells, 30 fresh attempts per cell</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1 run</c:v>
          </c:tx>
          <c:spPr>
            <a:solidFill xmlns:a="http://schemas.openxmlformats.org/drawingml/2006/main">
              <a:srgbClr val="175F96"/>
            </a:solidFill>
          </c:spPr>
          <c:invertIfNegative val="0"/>
          <c:cat>
            <c:strRef>
              <c:f>'Chart Data'!$A$2:$A$7</c:f>
              <c:strCache>
                <c:ptCount val="6"/>
                <c:pt idx="0">
                  <c:v>S1 / 8k</c:v>
                </c:pt>
                <c:pt idx="1">
                  <c:v>S1 / 12k</c:v>
                </c:pt>
                <c:pt idx="2">
                  <c:v>S2 / 8k</c:v>
                </c:pt>
                <c:pt idx="3">
                  <c:v>S2 / 12k</c:v>
                </c:pt>
                <c:pt idx="4">
                  <c:v>S3 / 8k</c:v>
                </c:pt>
                <c:pt idx="5">
                  <c:v>S3 / 12k</c:v>
                </c:pt>
              </c:strCache>
            </c:strRef>
          </c:cat>
          <c:val>
            <c:numRef>
              <c:f>'Chart Data'!$B$2:$B$7</c:f>
              <c:numCache>
                <c:formatCode>0</c:formatCode>
                <c:ptCount val="6"/>
                <c:pt idx="0">
                  <c:v>28</c:v>
                </c:pt>
                <c:pt idx="1">
                  <c:v>30</c:v>
                </c:pt>
                <c:pt idx="2">
                  <c:v>28</c:v>
                </c:pt>
                <c:pt idx="3">
                  <c:v>30</c:v>
                </c:pt>
                <c:pt idx="4">
                  <c:v>28</c:v>
                </c:pt>
                <c:pt idx="5">
                  <c:v>30</c:v>
                </c:pt>
              </c:numCache>
            </c:numRef>
          </c:val>
        </c:ser>
        <c:ser>
          <c:idx val="1"/>
          <c:order val="1"/>
          <c:tx>
            <c:v>2 runs</c:v>
          </c:tx>
          <c:spPr>
            <a:solidFill xmlns:a="http://schemas.openxmlformats.org/drawingml/2006/main">
              <a:srgbClr val="637E8E"/>
            </a:solidFill>
          </c:spPr>
          <c:invertIfNegative val="0"/>
          <c:cat>
            <c:strRef>
              <c:f>'Chart Data'!$C$2:$C$7</c:f>
              <c:strCache>
                <c:ptCount val="6"/>
                <c:pt idx="0">
                  <c:v>S1 / 8k</c:v>
                </c:pt>
                <c:pt idx="1">
                  <c:v>S1 / 12k</c:v>
                </c:pt>
                <c:pt idx="2">
                  <c:v>S2 / 8k</c:v>
                </c:pt>
                <c:pt idx="3">
                  <c:v>S2 / 12k</c:v>
                </c:pt>
                <c:pt idx="4">
                  <c:v>S3 / 8k</c:v>
                </c:pt>
                <c:pt idx="5">
                  <c:v>S3 / 12k</c:v>
                </c:pt>
              </c:strCache>
            </c:strRef>
          </c:cat>
          <c:val>
            <c:numRef>
              <c:f>'Chart Data'!$D$2:$D$7</c:f>
              <c:numCache>
                <c:formatCode>0</c:formatCode>
                <c:ptCount val="6"/>
                <c:pt idx="0">
                  <c:v>23</c:v>
                </c:pt>
                <c:pt idx="1">
                  <c:v>30</c:v>
                </c:pt>
                <c:pt idx="2">
                  <c:v>24</c:v>
                </c:pt>
                <c:pt idx="3">
                  <c:v>30</c:v>
                </c:pt>
                <c:pt idx="4">
                  <c:v>25</c:v>
                </c:pt>
                <c:pt idx="5">
                  <c:v>29</c:v>
                </c:pt>
              </c:numCache>
            </c:numRef>
          </c:val>
        </c:ser>
        <c:ser>
          <c:idx val="2"/>
          <c:order val="2"/>
          <c:tx>
            <c:v>4 runs</c:v>
          </c:tx>
          <c:spPr>
            <a:solidFill xmlns:a="http://schemas.openxmlformats.org/drawingml/2006/main">
              <a:srgbClr val="253F50"/>
            </a:solidFill>
          </c:spPr>
          <c:invertIfNegative val="0"/>
          <c:cat>
            <c:strRef>
              <c:f>'Chart Data'!$E$2:$E$7</c:f>
              <c:strCache>
                <c:ptCount val="6"/>
                <c:pt idx="0">
                  <c:v>S1 / 8k</c:v>
                </c:pt>
                <c:pt idx="1">
                  <c:v>S1 / 12k</c:v>
                </c:pt>
                <c:pt idx="2">
                  <c:v>S2 / 8k</c:v>
                </c:pt>
                <c:pt idx="3">
                  <c:v>S2 / 12k</c:v>
                </c:pt>
                <c:pt idx="4">
                  <c:v>S3 / 8k</c:v>
                </c:pt>
                <c:pt idx="5">
                  <c:v>S3 / 12k</c:v>
                </c:pt>
              </c:strCache>
            </c:strRef>
          </c:cat>
          <c:val>
            <c:numRef>
              <c:f>'Chart Data'!$F$2:$F$7</c:f>
              <c:numCache>
                <c:formatCode>0</c:formatCode>
                <c:ptCount val="6"/>
                <c:pt idx="0">
                  <c:v>12</c:v>
                </c:pt>
                <c:pt idx="1">
                  <c:v>24</c:v>
                </c:pt>
                <c:pt idx="2">
                  <c:v>9</c:v>
                </c:pt>
                <c:pt idx="3">
                  <c:v>20</c:v>
                </c:pt>
                <c:pt idx="4">
                  <c:v>11</c:v>
                </c:pt>
                <c:pt idx="5">
                  <c:v>23</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General"/>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72768"/>
      </c:catAx>
      <c:valAx>
        <c:axId val="48672768"/>
        <c:scaling>
          <c:orientation val="minMax"/>
          <c:max val="34"/>
          <c:min val="0"/>
        </c:scaling>
        <c:delete val="0"/>
        <c:axPos val="l"/>
        <c:majorGridlines>
          <c:spPr>
            <a:ln xmlns:a="http://schemas.openxmlformats.org/drawingml/2006/main" w="9525">
              <a:solidFill>
                <a:srgbClr val="DFE6EC"/>
              </a:solidFill>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Successes out of 30</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Split 1 at 8,000 updates: both outcomes on the same attempts</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plotArea>
      <c:barChart>
        <c:barDir val="col"/>
        <c:varyColors val="0"/>
        <c:ser>
          <c:idx val="0"/>
          <c:order val="0"/>
          <c:tx>
            <c:v>First confirmation</c:v>
          </c:tx>
          <c:spPr>
            <a:solidFill xmlns:a="http://schemas.openxmlformats.org/drawingml/2006/main">
              <a:srgbClr val="175F96"/>
            </a:solidFill>
          </c:spPr>
          <c:invertIfNegative val="0"/>
          <c:cat>
            <c:strRef>
              <c:f>'Chart Data'!$A$2:$A$4</c:f>
              <c:strCache>
                <c:ptCount val="3"/>
                <c:pt idx="0">
                  <c:v>1 run</c:v>
                </c:pt>
                <c:pt idx="1">
                  <c:v>2 runs</c:v>
                </c:pt>
                <c:pt idx="2">
                  <c:v>4 runs</c:v>
                </c:pt>
              </c:strCache>
            </c:strRef>
          </c:cat>
          <c:val>
            <c:numRef>
              <c:f>'Chart Data'!$B$2:$B$4</c:f>
              <c:numCache>
                <c:formatCode>0</c:formatCode>
                <c:ptCount val="3"/>
                <c:pt idx="0">
                  <c:v>28</c:v>
                </c:pt>
                <c:pt idx="1">
                  <c:v>23</c:v>
                </c:pt>
                <c:pt idx="2">
                  <c:v>12</c:v>
                </c:pt>
              </c:numCache>
            </c:numRef>
          </c:val>
        </c:ser>
        <c:ser>
          <c:idx val="1"/>
          <c:order val="1"/>
          <c:tx>
            <c:v>500-update window</c:v>
          </c:tx>
          <c:spPr>
            <a:solidFill xmlns:a="http://schemas.openxmlformats.org/drawingml/2006/main">
              <a:srgbClr val="637E8E"/>
            </a:solidFill>
          </c:spPr>
          <c:invertIfNegative val="0"/>
          <c:cat>
            <c:strRef>
              <c:f>'Chart Data'!$C$2:$C$4</c:f>
              <c:strCache>
                <c:ptCount val="3"/>
                <c:pt idx="0">
                  <c:v>1 run</c:v>
                </c:pt>
                <c:pt idx="1">
                  <c:v>2 runs</c:v>
                </c:pt>
                <c:pt idx="2">
                  <c:v>4 runs</c:v>
                </c:pt>
              </c:strCache>
            </c:strRef>
          </c:cat>
          <c:val>
            <c:numRef>
              <c:f>'Chart Data'!$D$2:$D$4</c:f>
              <c:numCache>
                <c:formatCode>0</c:formatCode>
                <c:ptCount val="3"/>
                <c:pt idx="0">
                  <c:v>28</c:v>
                </c:pt>
                <c:pt idx="1">
                  <c:v>21</c:v>
                </c:pt>
                <c:pt idx="2">
                  <c:v>4</c:v>
                </c:pt>
              </c:numCache>
            </c:numRef>
          </c:val>
        </c:ser>
        <c:dLbls>
          <c:txPr>
            <a:bodyPr xmlns:a="http://schemas.openxmlformats.org/drawingml/2006/main" anchorCtr="1"/>
            <a:lstStyle xmlns:a="http://schemas.openxmlformats.org/drawingml/2006/main"/>
            <a:p xmlns:a="http://schemas.openxmlformats.org/drawingml/2006/main">
              <a:pPr>
                <a:defRPr sz="1725">
                  <a:solidFill>
                    <a:srgbClr val="172B3A"/>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b"/>
        <c:title>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General"/>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72768"/>
      </c:catAx>
      <c:valAx>
        <c:axId val="48672768"/>
        <c:scaling>
          <c:orientation val="minMax"/>
          <c:max val="34"/>
          <c:min val="0"/>
        </c:scaling>
        <c:delete val="0"/>
        <c:axPos val="l"/>
        <c:majorGridlines>
          <c:spPr>
            <a:ln xmlns:a="http://schemas.openxmlformats.org/drawingml/2006/main" w="9525">
              <a:solidFill>
                <a:srgbClr val="DFE6EC"/>
              </a:solidFill>
            </a:ln>
          </c:spPr>
        </c:majorGridlines>
        <c:title>
          <c:tx>
            <c:rich>
              <a:bodyPr xmlns:a="http://schemas.openxmlformats.org/drawingml/2006/main"/>
              <a:lstStyle xmlns:a="http://schemas.openxmlformats.org/drawingml/2006/main"/>
              <a:p xmlns:a="http://schemas.openxmlformats.org/drawingml/2006/main">
                <a:r>
                  <a:rPr sz="1800">
                    <a:solidFill>
                      <a:srgbClr val="172B3A"/>
                    </a:solidFill>
                    <a:latin typeface="Arial"/>
                    <a:ea typeface="Arial"/>
                    <a:cs typeface="Arial"/>
                  </a:rPr>
                  <a:t>Successes out of 30</a:t>
                </a:r>
              </a:p>
            </c:rich>
          </c:tx>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title>
        <c:numFmt formatCode="0"/>
        <c:majorTickMark val="none"/>
        <c:minorTickMark val="none"/>
        <c:spPr>
          <a:ln xmlns:a="http://schemas.openxmlformats.org/drawingml/2006/main" w="9525">
            <a:solidFill>
              <a:srgbClr val="637E8E"/>
            </a:solidFill>
          </a:ln>
        </c:spPr>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crossAx val="48650112"/>
        <c:crossBetween val="between"/>
        <c:majorUnit val="10"/>
      </c:valAx>
      <c:spPr>
        <a:solidFill xmlns:a="http://schemas.openxmlformats.org/drawingml/2006/main">
          <a:srgbClr val="FFFFFF"/>
        </a:solidFill>
      </c:spPr>
    </c:plotArea>
    <c:legend>
      <c:legendPos val="t"/>
      <c:overlay val="0"/>
      <c:txPr>
        <a:bodyPr xmlns:a="http://schemas.openxmlformats.org/drawingml/2006/main" anchorCtr="1"/>
        <a:lstStyle xmlns:a="http://schemas.openxmlformats.org/drawingml/2006/main"/>
        <a:p xmlns:a="http://schemas.openxmlformats.org/drawingml/2006/main">
          <a:pPr>
            <a:defRPr sz="1800">
              <a:solidFill>
                <a:srgbClr val="172B3A"/>
              </a:solidFill>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28B1CEF-0519-4FFC-86B0-875D85D4F8DA}"/>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975" b="1">
                <a:solidFill>
                  <a:srgbClr val="175F96"/>
                </a:solidFill>
                <a:latin typeface="Arial"/>
                <a:ea typeface="Arial"/>
                <a:cs typeface="Arial"/>
              </a:defRPr>
            </a:defPPr>
            <a:lvl1pPr>
              <a:defRPr sz="3975" b="1">
                <a:solidFill>
                  <a:srgbClr val="175F96"/>
                </a:solidFill>
                <a:latin typeface="Arial"/>
                <a:ea typeface="Arial"/>
                <a:cs typeface="Arial"/>
              </a:defRPr>
            </a:lvl1pPr>
            <a:lvl2pPr>
              <a:defRPr sz="3975" b="1">
                <a:solidFill>
                  <a:srgbClr val="175F96"/>
                </a:solidFill>
                <a:latin typeface="Arial"/>
                <a:ea typeface="Arial"/>
                <a:cs typeface="Arial"/>
              </a:defRPr>
            </a:lvl2pPr>
            <a:lvl3pPr>
              <a:defRPr sz="3975" b="1">
                <a:solidFill>
                  <a:srgbClr val="175F96"/>
                </a:solidFill>
                <a:latin typeface="Arial"/>
                <a:ea typeface="Arial"/>
                <a:cs typeface="Arial"/>
              </a:defRPr>
            </a:lvl3pPr>
            <a:lvl4pPr>
              <a:defRPr sz="3975" b="1">
                <a:solidFill>
                  <a:srgbClr val="175F96"/>
                </a:solidFill>
                <a:latin typeface="Arial"/>
                <a:ea typeface="Arial"/>
                <a:cs typeface="Arial"/>
              </a:defRPr>
            </a:lvl4pPr>
            <a:lvl5pPr>
              <a:defRPr sz="3975" b="1">
                <a:solidFill>
                  <a:srgbClr val="175F96"/>
                </a:solidFill>
                <a:latin typeface="Arial"/>
                <a:ea typeface="Arial"/>
                <a:cs typeface="Arial"/>
              </a:defRPr>
            </a:lvl5pPr>
            <a:lvl6pPr>
              <a:defRPr sz="3975" b="1">
                <a:solidFill>
                  <a:srgbClr val="175F96"/>
                </a:solidFill>
                <a:latin typeface="Arial"/>
                <a:ea typeface="Arial"/>
                <a:cs typeface="Arial"/>
              </a:defRPr>
            </a:lvl6pPr>
            <a:lvl7pPr>
              <a:defRPr sz="3975" b="1">
                <a:solidFill>
                  <a:srgbClr val="175F96"/>
                </a:solidFill>
                <a:latin typeface="Arial"/>
                <a:ea typeface="Arial"/>
                <a:cs typeface="Arial"/>
              </a:defRPr>
            </a:lvl7pPr>
            <a:lvl8pPr>
              <a:defRPr sz="3975" b="1">
                <a:solidFill>
                  <a:srgbClr val="175F96"/>
                </a:solidFill>
                <a:latin typeface="Arial"/>
                <a:ea typeface="Arial"/>
                <a:cs typeface="Arial"/>
              </a:defRPr>
            </a:lvl8pPr>
            <a:lvl9pPr>
              <a:defRPr sz="3975" b="1">
                <a:solidFill>
                  <a:srgbClr val="175F96"/>
                </a:solidFill>
                <a:latin typeface="Arial"/>
                <a:ea typeface="Arial"/>
                <a:cs typeface="Arial"/>
              </a:defRPr>
            </a:lvl9pPr>
          </a:lstStyle>
          <a:p xmlns:a="http://schemas.openxmlformats.org/drawingml/2006/main">
            <a:pPr>
              <a:defRPr sz="3975" b="1">
                <a:solidFill>
                  <a:srgbClr val="175F96"/>
                </a:solidFill>
                <a:latin typeface="Arial"/>
                <a:ea typeface="Arial"/>
                <a:cs typeface="Arial"/>
              </a:defRPr>
            </a:pPr>
            <a:r>
              <a:rPr sz="3975" b="1">
                <a:solidFill>
                  <a:srgbClr val="175F96"/>
                </a:solidFill>
                <a:latin typeface="Arial"/>
                <a:ea typeface="Arial"/>
                <a:cs typeface="Arial"/>
              </a:rPr>
              <a:t>Grokking Under a Fixed Budget</a:t>
            </a:r>
          </a:p>
        </p:txBody>
      </p:sp>
      <p:sp>
        <p:nvSpPr>
          <p:cNvPr id="3" name="">
            <a:extLst xmlns:a="http://schemas.openxmlformats.org/drawingml/2006/main">
              <a:ext uri="{FF2B5EF4-FFF2-40B4-BE49-F238E27FC236}">
                <a16:creationId xmlns:a16="http://schemas.microsoft.com/office/drawing/2014/main" id="{7E2B2C81-862D-424E-AA7F-6AD5884236C2}"/>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1</a:t>
            </a:r>
          </a:p>
        </p:txBody>
      </p:sp>
      <p:sp>
        <p:nvSpPr>
          <p:cNvPr id="4" name="">
            <a:extLst xmlns:a="http://schemas.openxmlformats.org/drawingml/2006/main">
              <a:ext uri="{FF2B5EF4-FFF2-40B4-BE49-F238E27FC236}">
                <a16:creationId xmlns:a16="http://schemas.microsoft.com/office/drawing/2014/main" id="{71E0791B-CA8B-4E9A-B935-C77CC7189403}"/>
              </a:ext>
            </a:extLst>
          </p:cNvPr>
          <p:cNvSpPr>
            <a:spLocks xmlns:a="http://schemas.openxmlformats.org/drawingml/2006/main" noGrp="1"/>
          </p:cNvSpPr>
          <p:nvPr/>
        </p:nvSpPr>
        <p:spPr>
          <a:xfrm xmlns:a="http://schemas.openxmlformats.org/drawingml/2006/main">
            <a:off x="666750" y="166687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a:solidFill>
                  <a:srgbClr val="175F96"/>
                </a:solidFill>
                <a:latin typeface="Arial"/>
                <a:ea typeface="Arial"/>
                <a:cs typeface="Arial"/>
              </a:defRPr>
            </a:defPPr>
            <a:lvl1pPr>
              <a:defRPr sz="2700">
                <a:solidFill>
                  <a:srgbClr val="175F96"/>
                </a:solidFill>
                <a:latin typeface="Arial"/>
                <a:ea typeface="Arial"/>
                <a:cs typeface="Arial"/>
              </a:defRPr>
            </a:lvl1pPr>
            <a:lvl2pPr>
              <a:defRPr sz="2700">
                <a:solidFill>
                  <a:srgbClr val="175F96"/>
                </a:solidFill>
                <a:latin typeface="Arial"/>
                <a:ea typeface="Arial"/>
                <a:cs typeface="Arial"/>
              </a:defRPr>
            </a:lvl2pPr>
            <a:lvl3pPr>
              <a:defRPr sz="2700">
                <a:solidFill>
                  <a:srgbClr val="175F96"/>
                </a:solidFill>
                <a:latin typeface="Arial"/>
                <a:ea typeface="Arial"/>
                <a:cs typeface="Arial"/>
              </a:defRPr>
            </a:lvl3pPr>
            <a:lvl4pPr>
              <a:defRPr sz="2700">
                <a:solidFill>
                  <a:srgbClr val="175F96"/>
                </a:solidFill>
                <a:latin typeface="Arial"/>
                <a:ea typeface="Arial"/>
                <a:cs typeface="Arial"/>
              </a:defRPr>
            </a:lvl4pPr>
            <a:lvl5pPr>
              <a:defRPr sz="2700">
                <a:solidFill>
                  <a:srgbClr val="175F96"/>
                </a:solidFill>
                <a:latin typeface="Arial"/>
                <a:ea typeface="Arial"/>
                <a:cs typeface="Arial"/>
              </a:defRPr>
            </a:lvl5pPr>
            <a:lvl6pPr>
              <a:defRPr sz="2700">
                <a:solidFill>
                  <a:srgbClr val="175F96"/>
                </a:solidFill>
                <a:latin typeface="Arial"/>
                <a:ea typeface="Arial"/>
                <a:cs typeface="Arial"/>
              </a:defRPr>
            </a:lvl6pPr>
            <a:lvl7pPr>
              <a:defRPr sz="2700">
                <a:solidFill>
                  <a:srgbClr val="175F96"/>
                </a:solidFill>
                <a:latin typeface="Arial"/>
                <a:ea typeface="Arial"/>
                <a:cs typeface="Arial"/>
              </a:defRPr>
            </a:lvl7pPr>
            <a:lvl8pPr>
              <a:defRPr sz="2700">
                <a:solidFill>
                  <a:srgbClr val="175F96"/>
                </a:solidFill>
                <a:latin typeface="Arial"/>
                <a:ea typeface="Arial"/>
                <a:cs typeface="Arial"/>
              </a:defRPr>
            </a:lvl8pPr>
            <a:lvl9pPr>
              <a:defRPr sz="2700">
                <a:solidFill>
                  <a:srgbClr val="175F96"/>
                </a:solidFill>
                <a:latin typeface="Arial"/>
                <a:ea typeface="Arial"/>
                <a:cs typeface="Arial"/>
              </a:defRPr>
            </a:lvl9pPr>
          </a:lstStyle>
          <a:p xmlns:a="http://schemas.openxmlformats.org/drawingml/2006/main">
            <a:pPr>
              <a:defRPr sz="2700">
                <a:solidFill>
                  <a:srgbClr val="175F96"/>
                </a:solidFill>
                <a:latin typeface="Arial"/>
                <a:ea typeface="Arial"/>
                <a:cs typeface="Arial"/>
              </a:defRPr>
            </a:pPr>
            <a:r>
              <a:rPr sz="2700">
                <a:solidFill>
                  <a:srgbClr val="175F96"/>
                </a:solidFill>
                <a:latin typeface="Arial"/>
                <a:ea typeface="Arial"/>
                <a:cs typeface="Arial"/>
              </a:rPr>
              <a:t>How should we spend 8,000 training steps?</a:t>
            </a:r>
          </a:p>
        </p:txBody>
      </p:sp>
      <p:sp>
        <p:nvSpPr>
          <p:cNvPr id="5" name="">
            <a:extLst xmlns:a="http://schemas.openxmlformats.org/drawingml/2006/main">
              <a:ext uri="{FF2B5EF4-FFF2-40B4-BE49-F238E27FC236}">
                <a16:creationId xmlns:a16="http://schemas.microsoft.com/office/drawing/2014/main" id="{751E6DB8-525E-4D4F-8CFB-224EEBC90FE9}"/>
              </a:ext>
            </a:extLst>
          </p:cNvPr>
          <p:cNvSpPr>
            <a:spLocks xmlns:a="http://schemas.openxmlformats.org/drawingml/2006/main" noGrp="1"/>
          </p:cNvSpPr>
          <p:nvPr/>
        </p:nvSpPr>
        <p:spPr>
          <a:xfrm xmlns:a="http://schemas.openxmlformats.org/drawingml/2006/main">
            <a:off x="762000" y="28575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B3A"/>
                </a:solidFill>
                <a:latin typeface="Arial"/>
                <a:ea typeface="Arial"/>
                <a:cs typeface="Arial"/>
              </a:defRPr>
            </a:defPPr>
            <a:lvl1pPr>
              <a:defRPr sz="2250" b="1">
                <a:solidFill>
                  <a:srgbClr val="172B3A"/>
                </a:solidFill>
                <a:latin typeface="Arial"/>
                <a:ea typeface="Arial"/>
                <a:cs typeface="Arial"/>
              </a:defRPr>
            </a:lvl1pPr>
            <a:lvl2pPr>
              <a:defRPr sz="2250" b="1">
                <a:solidFill>
                  <a:srgbClr val="172B3A"/>
                </a:solidFill>
                <a:latin typeface="Arial"/>
                <a:ea typeface="Arial"/>
                <a:cs typeface="Arial"/>
              </a:defRPr>
            </a:lvl2pPr>
            <a:lvl3pPr>
              <a:defRPr sz="2250" b="1">
                <a:solidFill>
                  <a:srgbClr val="172B3A"/>
                </a:solidFill>
                <a:latin typeface="Arial"/>
                <a:ea typeface="Arial"/>
                <a:cs typeface="Arial"/>
              </a:defRPr>
            </a:lvl3pPr>
            <a:lvl4pPr>
              <a:defRPr sz="2250" b="1">
                <a:solidFill>
                  <a:srgbClr val="172B3A"/>
                </a:solidFill>
                <a:latin typeface="Arial"/>
                <a:ea typeface="Arial"/>
                <a:cs typeface="Arial"/>
              </a:defRPr>
            </a:lvl4pPr>
            <a:lvl5pPr>
              <a:defRPr sz="2250" b="1">
                <a:solidFill>
                  <a:srgbClr val="172B3A"/>
                </a:solidFill>
                <a:latin typeface="Arial"/>
                <a:ea typeface="Arial"/>
                <a:cs typeface="Arial"/>
              </a:defRPr>
            </a:lvl5pPr>
            <a:lvl6pPr>
              <a:defRPr sz="2250" b="1">
                <a:solidFill>
                  <a:srgbClr val="172B3A"/>
                </a:solidFill>
                <a:latin typeface="Arial"/>
                <a:ea typeface="Arial"/>
                <a:cs typeface="Arial"/>
              </a:defRPr>
            </a:lvl6pPr>
            <a:lvl7pPr>
              <a:defRPr sz="2250" b="1">
                <a:solidFill>
                  <a:srgbClr val="172B3A"/>
                </a:solidFill>
                <a:latin typeface="Arial"/>
                <a:ea typeface="Arial"/>
                <a:cs typeface="Arial"/>
              </a:defRPr>
            </a:lvl7pPr>
            <a:lvl8pPr>
              <a:defRPr sz="2250" b="1">
                <a:solidFill>
                  <a:srgbClr val="172B3A"/>
                </a:solidFill>
                <a:latin typeface="Arial"/>
                <a:ea typeface="Arial"/>
                <a:cs typeface="Arial"/>
              </a:defRPr>
            </a:lvl8pPr>
            <a:lvl9pPr>
              <a:defRPr sz="2250" b="1">
                <a:solidFill>
                  <a:srgbClr val="172B3A"/>
                </a:solidFill>
                <a:latin typeface="Arial"/>
                <a:ea typeface="Arial"/>
                <a:cs typeface="Arial"/>
              </a:defRPr>
            </a:lvl9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1 run</a:t>
            </a:r>
          </a:p>
        </p:txBody>
      </p:sp>
      <p:sp>
        <p:nvSpPr>
          <p:cNvPr id="6" name="">
            <a:extLst xmlns:a="http://schemas.openxmlformats.org/drawingml/2006/main">
              <a:ext uri="{FF2B5EF4-FFF2-40B4-BE49-F238E27FC236}">
                <a16:creationId xmlns:a16="http://schemas.microsoft.com/office/drawing/2014/main" id="{0D046C89-C0CD-4F46-A9C3-67962078C4C4}"/>
              </a:ext>
            </a:extLst>
          </p:cNvPr>
          <p:cNvSpPr>
            <a:spLocks xmlns:a="http://schemas.openxmlformats.org/drawingml/2006/main" noGrp="1"/>
          </p:cNvSpPr>
          <p:nvPr/>
        </p:nvSpPr>
        <p:spPr>
          <a:xfrm xmlns:a="http://schemas.openxmlformats.org/drawingml/2006/main">
            <a:off x="3095625" y="2762250"/>
            <a:ext cx="8096250" cy="600075"/>
          </a:xfrm>
          <a:prstGeom xmlns:a="http://schemas.openxmlformats.org/drawingml/2006/main" prst="rect">
            <a:avLst/>
          </a:prstGeom>
          <a:solidFill xmlns:a="http://schemas.openxmlformats.org/drawingml/2006/main">
            <a:srgbClr val="175F96"/>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FFFFFF"/>
                </a:solidFill>
                <a:latin typeface="Arial"/>
                <a:ea typeface="Arial"/>
                <a:cs typeface="Arial"/>
              </a:defRPr>
            </a:defPPr>
            <a:lvl1pPr algn="ctr">
              <a:defRPr sz="2175">
                <a:solidFill>
                  <a:srgbClr val="FFFFFF"/>
                </a:solidFill>
                <a:latin typeface="Arial"/>
                <a:ea typeface="Arial"/>
                <a:cs typeface="Arial"/>
              </a:defRPr>
            </a:lvl1pPr>
            <a:lvl2pPr algn="ctr">
              <a:defRPr sz="2175">
                <a:solidFill>
                  <a:srgbClr val="FFFFFF"/>
                </a:solidFill>
                <a:latin typeface="Arial"/>
                <a:ea typeface="Arial"/>
                <a:cs typeface="Arial"/>
              </a:defRPr>
            </a:lvl2pPr>
            <a:lvl3pPr algn="ctr">
              <a:defRPr sz="2175">
                <a:solidFill>
                  <a:srgbClr val="FFFFFF"/>
                </a:solidFill>
                <a:latin typeface="Arial"/>
                <a:ea typeface="Arial"/>
                <a:cs typeface="Arial"/>
              </a:defRPr>
            </a:lvl3pPr>
            <a:lvl4pPr algn="ctr">
              <a:defRPr sz="2175">
                <a:solidFill>
                  <a:srgbClr val="FFFFFF"/>
                </a:solidFill>
                <a:latin typeface="Arial"/>
                <a:ea typeface="Arial"/>
                <a:cs typeface="Arial"/>
              </a:defRPr>
            </a:lvl4pPr>
            <a:lvl5pPr algn="ctr">
              <a:defRPr sz="2175">
                <a:solidFill>
                  <a:srgbClr val="FFFFFF"/>
                </a:solidFill>
                <a:latin typeface="Arial"/>
                <a:ea typeface="Arial"/>
                <a:cs typeface="Arial"/>
              </a:defRPr>
            </a:lvl5pPr>
            <a:lvl6pPr algn="ctr">
              <a:defRPr sz="2175">
                <a:solidFill>
                  <a:srgbClr val="FFFFFF"/>
                </a:solidFill>
                <a:latin typeface="Arial"/>
                <a:ea typeface="Arial"/>
                <a:cs typeface="Arial"/>
              </a:defRPr>
            </a:lvl6pPr>
            <a:lvl7pPr algn="ctr">
              <a:defRPr sz="2175">
                <a:solidFill>
                  <a:srgbClr val="FFFFFF"/>
                </a:solidFill>
                <a:latin typeface="Arial"/>
                <a:ea typeface="Arial"/>
                <a:cs typeface="Arial"/>
              </a:defRPr>
            </a:lvl7pPr>
            <a:lvl8pPr algn="ctr">
              <a:defRPr sz="2175">
                <a:solidFill>
                  <a:srgbClr val="FFFFFF"/>
                </a:solidFill>
                <a:latin typeface="Arial"/>
                <a:ea typeface="Arial"/>
                <a:cs typeface="Arial"/>
              </a:defRPr>
            </a:lvl8pPr>
            <a:lvl9pPr algn="ctr">
              <a:defRPr sz="2175">
                <a:solidFill>
                  <a:srgbClr val="FFFFFF"/>
                </a:solidFill>
                <a:latin typeface="Arial"/>
                <a:ea typeface="Arial"/>
                <a:cs typeface="Arial"/>
              </a:defRPr>
            </a:lvl9pPr>
          </a:lstStyle>
          <a:p xmlns:a="http://schemas.openxmlformats.org/drawingml/2006/main">
            <a:pPr algn="ctr">
              <a:defRPr sz="2175">
                <a:solidFill>
                  <a:srgbClr val="FFFFFF"/>
                </a:solidFill>
                <a:latin typeface="Arial"/>
                <a:ea typeface="Arial"/>
                <a:cs typeface="Arial"/>
              </a:defRPr>
            </a:pPr>
            <a:r>
              <a:rPr sz="2175">
                <a:solidFill>
                  <a:srgbClr val="FFFFFF"/>
                </a:solidFill>
                <a:latin typeface="Arial"/>
                <a:ea typeface="Arial"/>
                <a:cs typeface="Arial"/>
              </a:rPr>
              <a:t>8,000</a:t>
            </a:r>
          </a:p>
        </p:txBody>
      </p:sp>
      <p:sp>
        <p:nvSpPr>
          <p:cNvPr id="7" name="">
            <a:extLst xmlns:a="http://schemas.openxmlformats.org/drawingml/2006/main">
              <a:ext uri="{FF2B5EF4-FFF2-40B4-BE49-F238E27FC236}">
                <a16:creationId xmlns:a16="http://schemas.microsoft.com/office/drawing/2014/main" id="{7B3A30A9-8DDF-45FD-8539-8420DCA37BCE}"/>
              </a:ext>
            </a:extLst>
          </p:cNvPr>
          <p:cNvSpPr>
            <a:spLocks xmlns:a="http://schemas.openxmlformats.org/drawingml/2006/main" noGrp="1"/>
          </p:cNvSpPr>
          <p:nvPr/>
        </p:nvSpPr>
        <p:spPr>
          <a:xfrm xmlns:a="http://schemas.openxmlformats.org/drawingml/2006/main">
            <a:off x="762000" y="4143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B3A"/>
                </a:solidFill>
                <a:latin typeface="Arial"/>
                <a:ea typeface="Arial"/>
                <a:cs typeface="Arial"/>
              </a:defRPr>
            </a:defPPr>
            <a:lvl1pPr>
              <a:defRPr sz="2250" b="1">
                <a:solidFill>
                  <a:srgbClr val="172B3A"/>
                </a:solidFill>
                <a:latin typeface="Arial"/>
                <a:ea typeface="Arial"/>
                <a:cs typeface="Arial"/>
              </a:defRPr>
            </a:lvl1pPr>
            <a:lvl2pPr>
              <a:defRPr sz="2250" b="1">
                <a:solidFill>
                  <a:srgbClr val="172B3A"/>
                </a:solidFill>
                <a:latin typeface="Arial"/>
                <a:ea typeface="Arial"/>
                <a:cs typeface="Arial"/>
              </a:defRPr>
            </a:lvl2pPr>
            <a:lvl3pPr>
              <a:defRPr sz="2250" b="1">
                <a:solidFill>
                  <a:srgbClr val="172B3A"/>
                </a:solidFill>
                <a:latin typeface="Arial"/>
                <a:ea typeface="Arial"/>
                <a:cs typeface="Arial"/>
              </a:defRPr>
            </a:lvl3pPr>
            <a:lvl4pPr>
              <a:defRPr sz="2250" b="1">
                <a:solidFill>
                  <a:srgbClr val="172B3A"/>
                </a:solidFill>
                <a:latin typeface="Arial"/>
                <a:ea typeface="Arial"/>
                <a:cs typeface="Arial"/>
              </a:defRPr>
            </a:lvl4pPr>
            <a:lvl5pPr>
              <a:defRPr sz="2250" b="1">
                <a:solidFill>
                  <a:srgbClr val="172B3A"/>
                </a:solidFill>
                <a:latin typeface="Arial"/>
                <a:ea typeface="Arial"/>
                <a:cs typeface="Arial"/>
              </a:defRPr>
            </a:lvl5pPr>
            <a:lvl6pPr>
              <a:defRPr sz="2250" b="1">
                <a:solidFill>
                  <a:srgbClr val="172B3A"/>
                </a:solidFill>
                <a:latin typeface="Arial"/>
                <a:ea typeface="Arial"/>
                <a:cs typeface="Arial"/>
              </a:defRPr>
            </a:lvl6pPr>
            <a:lvl7pPr>
              <a:defRPr sz="2250" b="1">
                <a:solidFill>
                  <a:srgbClr val="172B3A"/>
                </a:solidFill>
                <a:latin typeface="Arial"/>
                <a:ea typeface="Arial"/>
                <a:cs typeface="Arial"/>
              </a:defRPr>
            </a:lvl7pPr>
            <a:lvl8pPr>
              <a:defRPr sz="2250" b="1">
                <a:solidFill>
                  <a:srgbClr val="172B3A"/>
                </a:solidFill>
                <a:latin typeface="Arial"/>
                <a:ea typeface="Arial"/>
                <a:cs typeface="Arial"/>
              </a:defRPr>
            </a:lvl8pPr>
            <a:lvl9pPr>
              <a:defRPr sz="2250" b="1">
                <a:solidFill>
                  <a:srgbClr val="172B3A"/>
                </a:solidFill>
                <a:latin typeface="Arial"/>
                <a:ea typeface="Arial"/>
                <a:cs typeface="Arial"/>
              </a:defRPr>
            </a:lvl9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4 runs</a:t>
            </a:r>
          </a:p>
        </p:txBody>
      </p:sp>
      <p:sp>
        <p:nvSpPr>
          <p:cNvPr id="8" name="">
            <a:extLst xmlns:a="http://schemas.openxmlformats.org/drawingml/2006/main">
              <a:ext uri="{FF2B5EF4-FFF2-40B4-BE49-F238E27FC236}">
                <a16:creationId xmlns:a16="http://schemas.microsoft.com/office/drawing/2014/main" id="{BB859073-F35D-43C8-9ACE-339F37F73258}"/>
              </a:ext>
            </a:extLst>
          </p:cNvPr>
          <p:cNvSpPr>
            <a:spLocks xmlns:a="http://schemas.openxmlformats.org/drawingml/2006/main" noGrp="1"/>
          </p:cNvSpPr>
          <p:nvPr/>
        </p:nvSpPr>
        <p:spPr>
          <a:xfrm xmlns:a="http://schemas.openxmlformats.org/drawingml/2006/main">
            <a:off x="3095625" y="4048125"/>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9" name="">
            <a:extLst xmlns:a="http://schemas.openxmlformats.org/drawingml/2006/main">
              <a:ext uri="{FF2B5EF4-FFF2-40B4-BE49-F238E27FC236}">
                <a16:creationId xmlns:a16="http://schemas.microsoft.com/office/drawing/2014/main" id="{B73DA9CE-A003-4103-810C-B903C435BE11}"/>
              </a:ext>
            </a:extLst>
          </p:cNvPr>
          <p:cNvSpPr>
            <a:spLocks xmlns:a="http://schemas.openxmlformats.org/drawingml/2006/main" noGrp="1"/>
          </p:cNvSpPr>
          <p:nvPr/>
        </p:nvSpPr>
        <p:spPr>
          <a:xfrm xmlns:a="http://schemas.openxmlformats.org/drawingml/2006/main">
            <a:off x="5141119" y="4048125"/>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0" name="">
            <a:extLst xmlns:a="http://schemas.openxmlformats.org/drawingml/2006/main">
              <a:ext uri="{FF2B5EF4-FFF2-40B4-BE49-F238E27FC236}">
                <a16:creationId xmlns:a16="http://schemas.microsoft.com/office/drawing/2014/main" id="{D4FDE3D5-E1F5-444C-9336-B6331E425B5E}"/>
              </a:ext>
            </a:extLst>
          </p:cNvPr>
          <p:cNvSpPr>
            <a:spLocks xmlns:a="http://schemas.openxmlformats.org/drawingml/2006/main" noGrp="1"/>
          </p:cNvSpPr>
          <p:nvPr/>
        </p:nvSpPr>
        <p:spPr>
          <a:xfrm xmlns:a="http://schemas.openxmlformats.org/drawingml/2006/main">
            <a:off x="7186613" y="4048125"/>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1" name="">
            <a:extLst xmlns:a="http://schemas.openxmlformats.org/drawingml/2006/main">
              <a:ext uri="{FF2B5EF4-FFF2-40B4-BE49-F238E27FC236}">
                <a16:creationId xmlns:a16="http://schemas.microsoft.com/office/drawing/2014/main" id="{DC9A99EB-6EBF-4250-BE97-9A001D69F770}"/>
              </a:ext>
            </a:extLst>
          </p:cNvPr>
          <p:cNvSpPr>
            <a:spLocks xmlns:a="http://schemas.openxmlformats.org/drawingml/2006/main" noGrp="1"/>
          </p:cNvSpPr>
          <p:nvPr/>
        </p:nvSpPr>
        <p:spPr>
          <a:xfrm xmlns:a="http://schemas.openxmlformats.org/drawingml/2006/main">
            <a:off x="9232106" y="4048125"/>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2" name="">
            <a:extLst xmlns:a="http://schemas.openxmlformats.org/drawingml/2006/main">
              <a:ext uri="{FF2B5EF4-FFF2-40B4-BE49-F238E27FC236}">
                <a16:creationId xmlns:a16="http://schemas.microsoft.com/office/drawing/2014/main" id="{C2967BEE-8482-4E42-84F4-CA21DD3151FF}"/>
              </a:ext>
            </a:extLst>
          </p:cNvPr>
          <p:cNvSpPr>
            <a:spLocks xmlns:a="http://schemas.openxmlformats.org/drawingml/2006/main" noGrp="1"/>
          </p:cNvSpPr>
          <p:nvPr/>
        </p:nvSpPr>
        <p:spPr>
          <a:xfrm xmlns:a="http://schemas.openxmlformats.org/drawingml/2006/main">
            <a:off x="666750" y="50958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72B3A"/>
                </a:solidFill>
                <a:latin typeface="Arial"/>
                <a:ea typeface="Arial"/>
                <a:cs typeface="Arial"/>
              </a:defRPr>
            </a:defPPr>
            <a:lvl1pPr>
              <a:defRPr sz="2250">
                <a:solidFill>
                  <a:srgbClr val="172B3A"/>
                </a:solidFill>
                <a:latin typeface="Arial"/>
                <a:ea typeface="Arial"/>
                <a:cs typeface="Arial"/>
              </a:defRPr>
            </a:lvl1pPr>
            <a:lvl2pPr>
              <a:defRPr sz="2250">
                <a:solidFill>
                  <a:srgbClr val="172B3A"/>
                </a:solidFill>
                <a:latin typeface="Arial"/>
                <a:ea typeface="Arial"/>
                <a:cs typeface="Arial"/>
              </a:defRPr>
            </a:lvl2pPr>
            <a:lvl3pPr>
              <a:defRPr sz="2250">
                <a:solidFill>
                  <a:srgbClr val="172B3A"/>
                </a:solidFill>
                <a:latin typeface="Arial"/>
                <a:ea typeface="Arial"/>
                <a:cs typeface="Arial"/>
              </a:defRPr>
            </a:lvl3pPr>
            <a:lvl4pPr>
              <a:defRPr sz="2250">
                <a:solidFill>
                  <a:srgbClr val="172B3A"/>
                </a:solidFill>
                <a:latin typeface="Arial"/>
                <a:ea typeface="Arial"/>
                <a:cs typeface="Arial"/>
              </a:defRPr>
            </a:lvl4pPr>
            <a:lvl5pPr>
              <a:defRPr sz="2250">
                <a:solidFill>
                  <a:srgbClr val="172B3A"/>
                </a:solidFill>
                <a:latin typeface="Arial"/>
                <a:ea typeface="Arial"/>
                <a:cs typeface="Arial"/>
              </a:defRPr>
            </a:lvl5pPr>
            <a:lvl6pPr>
              <a:defRPr sz="2250">
                <a:solidFill>
                  <a:srgbClr val="172B3A"/>
                </a:solidFill>
                <a:latin typeface="Arial"/>
                <a:ea typeface="Arial"/>
                <a:cs typeface="Arial"/>
              </a:defRPr>
            </a:lvl6pPr>
            <a:lvl7pPr>
              <a:defRPr sz="2250">
                <a:solidFill>
                  <a:srgbClr val="172B3A"/>
                </a:solidFill>
                <a:latin typeface="Arial"/>
                <a:ea typeface="Arial"/>
                <a:cs typeface="Arial"/>
              </a:defRPr>
            </a:lvl7pPr>
            <a:lvl8pPr>
              <a:defRPr sz="2250">
                <a:solidFill>
                  <a:srgbClr val="172B3A"/>
                </a:solidFill>
                <a:latin typeface="Arial"/>
                <a:ea typeface="Arial"/>
                <a:cs typeface="Arial"/>
              </a:defRPr>
            </a:lvl8pPr>
            <a:lvl9pPr>
              <a:defRPr sz="2250">
                <a:solidFill>
                  <a:srgbClr val="172B3A"/>
                </a:solidFill>
                <a:latin typeface="Arial"/>
                <a:ea typeface="Arial"/>
                <a:cs typeface="Arial"/>
              </a:defRPr>
            </a:lvl9pPr>
          </a:lstStyle>
          <a:p xmlns:a="http://schemas.openxmlformats.org/drawingml/2006/main">
            <a:pPr>
              <a:defRPr sz="2250">
                <a:solidFill>
                  <a:srgbClr val="172B3A"/>
                </a:solidFill>
                <a:latin typeface="Arial"/>
                <a:ea typeface="Arial"/>
                <a:cs typeface="Arial"/>
              </a:defRPr>
            </a:pPr>
            <a:r>
              <a:rPr sz="2250">
                <a:solidFill>
                  <a:srgbClr val="172B3A"/>
                </a:solidFill>
                <a:latin typeface="Arial"/>
                <a:ea typeface="Arial"/>
                <a:cs typeface="Arial"/>
              </a:rPr>
              <a:t>Same total budget. Fresh starting weights for each run.</a:t>
            </a:r>
          </a:p>
        </p:txBody>
      </p:sp>
      <p:sp>
        <p:nvSpPr>
          <p:cNvPr id="13" name="">
            <a:extLst xmlns:a="http://schemas.openxmlformats.org/drawingml/2006/main">
              <a:ext uri="{FF2B5EF4-FFF2-40B4-BE49-F238E27FC236}">
                <a16:creationId xmlns:a16="http://schemas.microsoft.com/office/drawing/2014/main" id="{80F0AEDA-5B75-4452-9C50-613071888B56}"/>
              </a:ext>
            </a:extLst>
          </p:cNvPr>
          <p:cNvSpPr>
            <a:spLocks xmlns:a="http://schemas.openxmlformats.org/drawingml/2006/main" noGrp="1"/>
          </p:cNvSpPr>
          <p:nvPr/>
        </p:nvSpPr>
        <p:spPr>
          <a:xfrm xmlns:a="http://schemas.openxmlformats.org/drawingml/2006/main">
            <a:off x="666750" y="57531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172B3A"/>
                </a:solidFill>
                <a:latin typeface="Arial"/>
                <a:ea typeface="Arial"/>
                <a:cs typeface="Arial"/>
              </a:defRPr>
            </a:defPPr>
            <a:lvl1pPr>
              <a:defRPr sz="1875">
                <a:solidFill>
                  <a:srgbClr val="172B3A"/>
                </a:solidFill>
                <a:latin typeface="Arial"/>
                <a:ea typeface="Arial"/>
                <a:cs typeface="Arial"/>
              </a:defRPr>
            </a:lvl1pPr>
            <a:lvl2pPr>
              <a:defRPr sz="1875">
                <a:solidFill>
                  <a:srgbClr val="172B3A"/>
                </a:solidFill>
                <a:latin typeface="Arial"/>
                <a:ea typeface="Arial"/>
                <a:cs typeface="Arial"/>
              </a:defRPr>
            </a:lvl2pPr>
            <a:lvl3pPr>
              <a:defRPr sz="1875">
                <a:solidFill>
                  <a:srgbClr val="172B3A"/>
                </a:solidFill>
                <a:latin typeface="Arial"/>
                <a:ea typeface="Arial"/>
                <a:cs typeface="Arial"/>
              </a:defRPr>
            </a:lvl3pPr>
            <a:lvl4pPr>
              <a:defRPr sz="1875">
                <a:solidFill>
                  <a:srgbClr val="172B3A"/>
                </a:solidFill>
                <a:latin typeface="Arial"/>
                <a:ea typeface="Arial"/>
                <a:cs typeface="Arial"/>
              </a:defRPr>
            </a:lvl4pPr>
            <a:lvl5pPr>
              <a:defRPr sz="1875">
                <a:solidFill>
                  <a:srgbClr val="172B3A"/>
                </a:solidFill>
                <a:latin typeface="Arial"/>
                <a:ea typeface="Arial"/>
                <a:cs typeface="Arial"/>
              </a:defRPr>
            </a:lvl5pPr>
            <a:lvl6pPr>
              <a:defRPr sz="1875">
                <a:solidFill>
                  <a:srgbClr val="172B3A"/>
                </a:solidFill>
                <a:latin typeface="Arial"/>
                <a:ea typeface="Arial"/>
                <a:cs typeface="Arial"/>
              </a:defRPr>
            </a:lvl6pPr>
            <a:lvl7pPr>
              <a:defRPr sz="1875">
                <a:solidFill>
                  <a:srgbClr val="172B3A"/>
                </a:solidFill>
                <a:latin typeface="Arial"/>
                <a:ea typeface="Arial"/>
                <a:cs typeface="Arial"/>
              </a:defRPr>
            </a:lvl7pPr>
            <a:lvl8pPr>
              <a:defRPr sz="1875">
                <a:solidFill>
                  <a:srgbClr val="172B3A"/>
                </a:solidFill>
                <a:latin typeface="Arial"/>
                <a:ea typeface="Arial"/>
                <a:cs typeface="Arial"/>
              </a:defRPr>
            </a:lvl8pPr>
            <a:lvl9pPr>
              <a:defRPr sz="1875">
                <a:solidFill>
                  <a:srgbClr val="172B3A"/>
                </a:solidFill>
                <a:latin typeface="Arial"/>
                <a:ea typeface="Arial"/>
                <a:cs typeface="Arial"/>
              </a:defRPr>
            </a:lvl9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Name: [Your name]</a:t>
            </a:r>
          </a:p>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Registration: [Your registration number]</a:t>
            </a:r>
          </a:p>
        </p:txBody>
      </p:sp>
    </p:spTree>
    <p:extLst>
      <p:ext uri="{BB962C8B-B14F-4D97-AF65-F5344CB8AC3E}">
        <p14:creationId xmlns:p14="http://schemas.microsoft.com/office/powerpoint/2010/main" val="20320029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274BE0F5-E45E-4DD3-9484-915E4C38F412}"/>
              </a:ext>
            </a:extLst>
          </p:cNvPr>
          <p:cNvCxnSpPr>
            <a:stCxn xmlns:a="http://schemas.openxmlformats.org/drawingml/2006/main" id="8" idx="3"/>
            <a:endCxn xmlns:a="http://schemas.openxmlformats.org/drawingml/2006/main" id="9" idx="1"/>
          </p:cNvCxnSpPr>
          <p:nvPr/>
        </p:nvCxnSpPr>
        <p:spPr>
          <a:xfrm xmlns:a="http://schemas.openxmlformats.org/drawingml/2006/main">
            <a:off x="3905250" y="5848350"/>
            <a:ext cx="2667000" cy="0"/>
          </a:xfrm>
          <a:prstGeom xmlns:a="http://schemas.openxmlformats.org/drawingml/2006/main" prst="straightConnector1">
            <a:avLst/>
          </a:prstGeom>
          <a:ln xmlns:a="http://schemas.openxmlformats.org/drawingml/2006/main" w="19050">
            <a:solidFill>
              <a:srgbClr val="175F96"/>
            </a:solidFill>
            <a:tailEnd type="arrow" w="med" len="med"/>
          </a:ln>
        </p:spPr>
      </p:cxnSp>
      <p:sp>
        <p:nvSpPr>
          <p:cNvPr id="3" name="">
            <a:extLst xmlns:a="http://schemas.openxmlformats.org/drawingml/2006/main">
              <a:ext uri="{FF2B5EF4-FFF2-40B4-BE49-F238E27FC236}">
                <a16:creationId xmlns:a16="http://schemas.microsoft.com/office/drawing/2014/main" id="{66EE8E8B-ECD2-4B4D-8503-392B71E84CFE}"/>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Grokking: practice improves first</a:t>
            </a:r>
          </a:p>
        </p:txBody>
      </p:sp>
      <p:sp>
        <p:nvSpPr>
          <p:cNvPr id="4" name="">
            <a:extLst xmlns:a="http://schemas.openxmlformats.org/drawingml/2006/main">
              <a:ext uri="{FF2B5EF4-FFF2-40B4-BE49-F238E27FC236}">
                <a16:creationId xmlns:a16="http://schemas.microsoft.com/office/drawing/2014/main" id="{F3FC13F2-9400-4860-86F6-11EFCBC75495}"/>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2</a:t>
            </a:r>
          </a:p>
        </p:txBody>
      </p:sp>
      <p:graphicFrame>
        <p:nvGraphicFramePr>
          <p:cNvPr id="5" name="Chart">
            <a:extLst xmlns:a="http://schemas.openxmlformats.org/drawingml/2006/main">
              <a:ext uri="{FF2B5EF4-FFF2-40B4-BE49-F238E27FC236}">
                <a16:creationId xmlns:a16="http://schemas.microsoft.com/office/drawing/2014/main" id="{A31D0632-7EBA-456D-8CDB-B9CB75F2FDAE}"/>
              </a:ext>
            </a:extLst>
          </p:cNvPr>
          <p:cNvGraphicFramePr/>
          <p:nvPr/>
        </p:nvGraphicFramePr>
        <p:xfrm>
          <a:off xmlns:a="http://schemas.openxmlformats.org/drawingml/2006/main" x="428625" y="1333500"/>
          <a:ext xmlns:a="http://schemas.openxmlformats.org/drawingml/2006/main" cx="11239500" cy="3476625"/>
        </p:xfrm>
        <a:graphic xmlns:a="http://schemas.openxmlformats.org/drawingml/2006/main">
          <a:graphicData uri="http://schemas.openxmlformats.org/drawingml/2006/chart">
            <c:chart xmlns:r="http://schemas.openxmlformats.org/officeDocument/2006/relationships" xmlns:c="http://schemas.openxmlformats.org/drawingml/2006/chart" r:id="R7b43e423f03b4620"/>
          </a:graphicData>
        </a:graphic>
      </p:graphicFrame>
      <p:sp>
        <p:nvSpPr>
          <p:cNvPr id="6" name="">
            <a:extLst xmlns:a="http://schemas.openxmlformats.org/drawingml/2006/main">
              <a:ext uri="{FF2B5EF4-FFF2-40B4-BE49-F238E27FC236}">
                <a16:creationId xmlns:a16="http://schemas.microsoft.com/office/drawing/2014/main" id="{29DE76F1-C654-4858-9AD8-17826548D381}"/>
              </a:ext>
            </a:extLst>
          </p:cNvPr>
          <p:cNvSpPr>
            <a:spLocks xmlns:a="http://schemas.openxmlformats.org/drawingml/2006/main" noGrp="1"/>
          </p:cNvSpPr>
          <p:nvPr/>
        </p:nvSpPr>
        <p:spPr>
          <a:xfrm xmlns:a="http://schemas.openxmlformats.org/drawingml/2006/main">
            <a:off x="904875" y="49244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75F96"/>
                </a:solidFill>
                <a:latin typeface="Arial"/>
                <a:ea typeface="Arial"/>
                <a:cs typeface="Arial"/>
              </a:defRPr>
            </a:defPPr>
            <a:lvl1pPr>
              <a:defRPr sz="2175" b="1">
                <a:solidFill>
                  <a:srgbClr val="175F96"/>
                </a:solidFill>
                <a:latin typeface="Arial"/>
                <a:ea typeface="Arial"/>
                <a:cs typeface="Arial"/>
              </a:defRPr>
            </a:lvl1pPr>
            <a:lvl2pPr>
              <a:defRPr sz="2175" b="1">
                <a:solidFill>
                  <a:srgbClr val="175F96"/>
                </a:solidFill>
                <a:latin typeface="Arial"/>
                <a:ea typeface="Arial"/>
                <a:cs typeface="Arial"/>
              </a:defRPr>
            </a:lvl2pPr>
            <a:lvl3pPr>
              <a:defRPr sz="2175" b="1">
                <a:solidFill>
                  <a:srgbClr val="175F96"/>
                </a:solidFill>
                <a:latin typeface="Arial"/>
                <a:ea typeface="Arial"/>
                <a:cs typeface="Arial"/>
              </a:defRPr>
            </a:lvl3pPr>
            <a:lvl4pPr>
              <a:defRPr sz="2175" b="1">
                <a:solidFill>
                  <a:srgbClr val="175F96"/>
                </a:solidFill>
                <a:latin typeface="Arial"/>
                <a:ea typeface="Arial"/>
                <a:cs typeface="Arial"/>
              </a:defRPr>
            </a:lvl4pPr>
            <a:lvl5pPr>
              <a:defRPr sz="2175" b="1">
                <a:solidFill>
                  <a:srgbClr val="175F96"/>
                </a:solidFill>
                <a:latin typeface="Arial"/>
                <a:ea typeface="Arial"/>
                <a:cs typeface="Arial"/>
              </a:defRPr>
            </a:lvl5pPr>
            <a:lvl6pPr>
              <a:defRPr sz="2175" b="1">
                <a:solidFill>
                  <a:srgbClr val="175F96"/>
                </a:solidFill>
                <a:latin typeface="Arial"/>
                <a:ea typeface="Arial"/>
                <a:cs typeface="Arial"/>
              </a:defRPr>
            </a:lvl6pPr>
            <a:lvl7pPr>
              <a:defRPr sz="2175" b="1">
                <a:solidFill>
                  <a:srgbClr val="175F96"/>
                </a:solidFill>
                <a:latin typeface="Arial"/>
                <a:ea typeface="Arial"/>
                <a:cs typeface="Arial"/>
              </a:defRPr>
            </a:lvl7pPr>
            <a:lvl8pPr>
              <a:defRPr sz="2175" b="1">
                <a:solidFill>
                  <a:srgbClr val="175F96"/>
                </a:solidFill>
                <a:latin typeface="Arial"/>
                <a:ea typeface="Arial"/>
                <a:cs typeface="Arial"/>
              </a:defRPr>
            </a:lvl8pPr>
            <a:lvl9pPr>
              <a:defRPr sz="2175" b="1">
                <a:solidFill>
                  <a:srgbClr val="175F96"/>
                </a:solidFill>
                <a:latin typeface="Arial"/>
                <a:ea typeface="Arial"/>
                <a:cs typeface="Arial"/>
              </a:defRPr>
            </a:lvl9pPr>
          </a:lstStyle>
          <a:p xmlns:a="http://schemas.openxmlformats.org/drawingml/2006/main">
            <a:pPr>
              <a:defRPr sz="2175" b="1">
                <a:solidFill>
                  <a:srgbClr val="175F96"/>
                </a:solidFill>
                <a:latin typeface="Arial"/>
                <a:ea typeface="Arial"/>
                <a:cs typeface="Arial"/>
              </a:defRPr>
            </a:pPr>
            <a:r>
              <a:rPr sz="2175" b="1">
                <a:solidFill>
                  <a:srgbClr val="175F96"/>
                </a:solidFill>
                <a:latin typeface="Arial"/>
                <a:ea typeface="Arial"/>
                <a:cs typeface="Arial"/>
              </a:rPr>
              <a:t>Memorization first</a:t>
            </a:r>
          </a:p>
        </p:txBody>
      </p:sp>
      <p:sp>
        <p:nvSpPr>
          <p:cNvPr id="7" name="">
            <a:extLst xmlns:a="http://schemas.openxmlformats.org/drawingml/2006/main">
              <a:ext uri="{FF2B5EF4-FFF2-40B4-BE49-F238E27FC236}">
                <a16:creationId xmlns:a16="http://schemas.microsoft.com/office/drawing/2014/main" id="{816C4100-8D9B-43D5-9A5A-9A66DE1CE443}"/>
              </a:ext>
            </a:extLst>
          </p:cNvPr>
          <p:cNvSpPr>
            <a:spLocks xmlns:a="http://schemas.openxmlformats.org/drawingml/2006/main" noGrp="1"/>
          </p:cNvSpPr>
          <p:nvPr/>
        </p:nvSpPr>
        <p:spPr>
          <a:xfrm xmlns:a="http://schemas.openxmlformats.org/drawingml/2006/main">
            <a:off x="6572250" y="49244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637E8E"/>
                </a:solidFill>
                <a:latin typeface="Arial"/>
                <a:ea typeface="Arial"/>
                <a:cs typeface="Arial"/>
              </a:defRPr>
            </a:defPPr>
            <a:lvl1pPr>
              <a:defRPr sz="2175" b="1">
                <a:solidFill>
                  <a:srgbClr val="637E8E"/>
                </a:solidFill>
                <a:latin typeface="Arial"/>
                <a:ea typeface="Arial"/>
                <a:cs typeface="Arial"/>
              </a:defRPr>
            </a:lvl1pPr>
            <a:lvl2pPr>
              <a:defRPr sz="2175" b="1">
                <a:solidFill>
                  <a:srgbClr val="637E8E"/>
                </a:solidFill>
                <a:latin typeface="Arial"/>
                <a:ea typeface="Arial"/>
                <a:cs typeface="Arial"/>
              </a:defRPr>
            </a:lvl2pPr>
            <a:lvl3pPr>
              <a:defRPr sz="2175" b="1">
                <a:solidFill>
                  <a:srgbClr val="637E8E"/>
                </a:solidFill>
                <a:latin typeface="Arial"/>
                <a:ea typeface="Arial"/>
                <a:cs typeface="Arial"/>
              </a:defRPr>
            </a:lvl3pPr>
            <a:lvl4pPr>
              <a:defRPr sz="2175" b="1">
                <a:solidFill>
                  <a:srgbClr val="637E8E"/>
                </a:solidFill>
                <a:latin typeface="Arial"/>
                <a:ea typeface="Arial"/>
                <a:cs typeface="Arial"/>
              </a:defRPr>
            </a:lvl4pPr>
            <a:lvl5pPr>
              <a:defRPr sz="2175" b="1">
                <a:solidFill>
                  <a:srgbClr val="637E8E"/>
                </a:solidFill>
                <a:latin typeface="Arial"/>
                <a:ea typeface="Arial"/>
                <a:cs typeface="Arial"/>
              </a:defRPr>
            </a:lvl5pPr>
            <a:lvl6pPr>
              <a:defRPr sz="2175" b="1">
                <a:solidFill>
                  <a:srgbClr val="637E8E"/>
                </a:solidFill>
                <a:latin typeface="Arial"/>
                <a:ea typeface="Arial"/>
                <a:cs typeface="Arial"/>
              </a:defRPr>
            </a:lvl6pPr>
            <a:lvl7pPr>
              <a:defRPr sz="2175" b="1">
                <a:solidFill>
                  <a:srgbClr val="637E8E"/>
                </a:solidFill>
                <a:latin typeface="Arial"/>
                <a:ea typeface="Arial"/>
                <a:cs typeface="Arial"/>
              </a:defRPr>
            </a:lvl7pPr>
            <a:lvl8pPr>
              <a:defRPr sz="2175" b="1">
                <a:solidFill>
                  <a:srgbClr val="637E8E"/>
                </a:solidFill>
                <a:latin typeface="Arial"/>
                <a:ea typeface="Arial"/>
                <a:cs typeface="Arial"/>
              </a:defRPr>
            </a:lvl8pPr>
            <a:lvl9pPr>
              <a:defRPr sz="2175" b="1">
                <a:solidFill>
                  <a:srgbClr val="637E8E"/>
                </a:solidFill>
                <a:latin typeface="Arial"/>
                <a:ea typeface="Arial"/>
                <a:cs typeface="Arial"/>
              </a:defRPr>
            </a:lvl9pPr>
          </a:lstStyle>
          <a:p xmlns:a="http://schemas.openxmlformats.org/drawingml/2006/main">
            <a:pPr>
              <a:defRPr sz="2175" b="1">
                <a:solidFill>
                  <a:srgbClr val="637E8E"/>
                </a:solidFill>
                <a:latin typeface="Arial"/>
                <a:ea typeface="Arial"/>
                <a:cs typeface="Arial"/>
              </a:defRPr>
            </a:pPr>
            <a:r>
              <a:rPr sz="2175" b="1">
                <a:solidFill>
                  <a:srgbClr val="637E8E"/>
                </a:solidFill>
                <a:latin typeface="Arial"/>
                <a:ea typeface="Arial"/>
                <a:cs typeface="Arial"/>
              </a:rPr>
              <a:t>Generalization later</a:t>
            </a:r>
          </a:p>
        </p:txBody>
      </p:sp>
      <p:sp>
        <p:nvSpPr>
          <p:cNvPr id="8" name="">
            <a:extLst xmlns:a="http://schemas.openxmlformats.org/drawingml/2006/main">
              <a:ext uri="{FF2B5EF4-FFF2-40B4-BE49-F238E27FC236}">
                <a16:creationId xmlns:a16="http://schemas.microsoft.com/office/drawing/2014/main" id="{BB9E4EA4-6631-475B-A7F5-D70BEE195B75}"/>
              </a:ext>
            </a:extLst>
          </p:cNvPr>
          <p:cNvSpPr>
            <a:spLocks xmlns:a="http://schemas.openxmlformats.org/drawingml/2006/main" noGrp="1"/>
          </p:cNvSpPr>
          <p:nvPr/>
        </p:nvSpPr>
        <p:spPr>
          <a:xfrm xmlns:a="http://schemas.openxmlformats.org/drawingml/2006/main">
            <a:off x="857250" y="5553075"/>
            <a:ext cx="3048000" cy="59055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30 + 4 = 34</a:t>
            </a:r>
          </a:p>
        </p:txBody>
      </p:sp>
      <p:sp>
        <p:nvSpPr>
          <p:cNvPr id="9" name="">
            <a:extLst xmlns:a="http://schemas.openxmlformats.org/drawingml/2006/main">
              <a:ext uri="{FF2B5EF4-FFF2-40B4-BE49-F238E27FC236}">
                <a16:creationId xmlns:a16="http://schemas.microsoft.com/office/drawing/2014/main" id="{E83ACA0A-BF56-4206-A3A6-83720089E36F}"/>
              </a:ext>
            </a:extLst>
          </p:cNvPr>
          <p:cNvSpPr>
            <a:spLocks xmlns:a="http://schemas.openxmlformats.org/drawingml/2006/main" noGrp="1"/>
          </p:cNvSpPr>
          <p:nvPr/>
        </p:nvSpPr>
        <p:spPr>
          <a:xfrm xmlns:a="http://schemas.openxmlformats.org/drawingml/2006/main">
            <a:off x="6572250" y="5553075"/>
            <a:ext cx="4667250" cy="59055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34 mod 31 = 3</a:t>
            </a:r>
          </a:p>
        </p:txBody>
      </p:sp>
      <p:sp>
        <p:nvSpPr>
          <p:cNvPr id="10" name="">
            <a:extLst xmlns:a="http://schemas.openxmlformats.org/drawingml/2006/main">
              <a:ext uri="{FF2B5EF4-FFF2-40B4-BE49-F238E27FC236}">
                <a16:creationId xmlns:a16="http://schemas.microsoft.com/office/drawing/2014/main" id="{3B22888E-633D-4A37-A6E7-E2A0B3108989}"/>
              </a:ext>
            </a:extLst>
          </p:cNvPr>
          <p:cNvSpPr>
            <a:spLocks xmlns:a="http://schemas.openxmlformats.org/drawingml/2006/main" noGrp="1"/>
          </p:cNvSpPr>
          <p:nvPr/>
        </p:nvSpPr>
        <p:spPr>
          <a:xfrm xmlns:a="http://schemas.openxmlformats.org/drawingml/2006/main">
            <a:off x="4143375" y="5343525"/>
            <a:ext cx="2238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a:solidFill>
                  <a:srgbClr val="172B3A"/>
                </a:solidFill>
                <a:latin typeface="Arial"/>
                <a:ea typeface="Arial"/>
                <a:cs typeface="Arial"/>
              </a:defRPr>
            </a:defPPr>
            <a:lvl1pPr>
              <a:defRPr sz="1575">
                <a:solidFill>
                  <a:srgbClr val="172B3A"/>
                </a:solidFill>
                <a:latin typeface="Arial"/>
                <a:ea typeface="Arial"/>
                <a:cs typeface="Arial"/>
              </a:defRPr>
            </a:lvl1pPr>
            <a:lvl2pPr>
              <a:defRPr sz="1575">
                <a:solidFill>
                  <a:srgbClr val="172B3A"/>
                </a:solidFill>
                <a:latin typeface="Arial"/>
                <a:ea typeface="Arial"/>
                <a:cs typeface="Arial"/>
              </a:defRPr>
            </a:lvl2pPr>
            <a:lvl3pPr>
              <a:defRPr sz="1575">
                <a:solidFill>
                  <a:srgbClr val="172B3A"/>
                </a:solidFill>
                <a:latin typeface="Arial"/>
                <a:ea typeface="Arial"/>
                <a:cs typeface="Arial"/>
              </a:defRPr>
            </a:lvl3pPr>
            <a:lvl4pPr>
              <a:defRPr sz="1575">
                <a:solidFill>
                  <a:srgbClr val="172B3A"/>
                </a:solidFill>
                <a:latin typeface="Arial"/>
                <a:ea typeface="Arial"/>
                <a:cs typeface="Arial"/>
              </a:defRPr>
            </a:lvl4pPr>
            <a:lvl5pPr>
              <a:defRPr sz="1575">
                <a:solidFill>
                  <a:srgbClr val="172B3A"/>
                </a:solidFill>
                <a:latin typeface="Arial"/>
                <a:ea typeface="Arial"/>
                <a:cs typeface="Arial"/>
              </a:defRPr>
            </a:lvl5pPr>
            <a:lvl6pPr>
              <a:defRPr sz="1575">
                <a:solidFill>
                  <a:srgbClr val="172B3A"/>
                </a:solidFill>
                <a:latin typeface="Arial"/>
                <a:ea typeface="Arial"/>
                <a:cs typeface="Arial"/>
              </a:defRPr>
            </a:lvl6pPr>
            <a:lvl7pPr>
              <a:defRPr sz="1575">
                <a:solidFill>
                  <a:srgbClr val="172B3A"/>
                </a:solidFill>
                <a:latin typeface="Arial"/>
                <a:ea typeface="Arial"/>
                <a:cs typeface="Arial"/>
              </a:defRPr>
            </a:lvl7pPr>
            <a:lvl8pPr>
              <a:defRPr sz="1575">
                <a:solidFill>
                  <a:srgbClr val="172B3A"/>
                </a:solidFill>
                <a:latin typeface="Arial"/>
                <a:ea typeface="Arial"/>
                <a:cs typeface="Arial"/>
              </a:defRPr>
            </a:lvl8pPr>
            <a:lvl9pPr>
              <a:defRPr sz="1575">
                <a:solidFill>
                  <a:srgbClr val="172B3A"/>
                </a:solidFill>
                <a:latin typeface="Arial"/>
                <a:ea typeface="Arial"/>
                <a:cs typeface="Arial"/>
              </a:defRPr>
            </a:lvl9pPr>
          </a:lstStyle>
          <a:p xmlns:a="http://schemas.openxmlformats.org/drawingml/2006/main">
            <a:pPr>
              <a:defRPr sz="1575">
                <a:solidFill>
                  <a:srgbClr val="172B3A"/>
                </a:solidFill>
                <a:latin typeface="Arial"/>
                <a:ea typeface="Arial"/>
                <a:cs typeface="Arial"/>
              </a:defRPr>
            </a:pPr>
            <a:r>
              <a:rPr sz="1575">
                <a:solidFill>
                  <a:srgbClr val="172B3A"/>
                </a:solidFill>
                <a:latin typeface="Arial"/>
                <a:ea typeface="Arial"/>
                <a:cs typeface="Arial"/>
              </a:rPr>
              <a:t>Keep the remainder</a:t>
            </a:r>
          </a:p>
        </p:txBody>
      </p:sp>
    </p:spTree>
    <p:extLst>
      <p:ext uri="{BB962C8B-B14F-4D97-AF65-F5344CB8AC3E}">
        <p14:creationId xmlns:p14="http://schemas.microsoft.com/office/powerpoint/2010/main" val="21313505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1DA705F-B9E1-445C-BC2E-9CD5774E0E42}"/>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The task and the dataset</a:t>
            </a:r>
          </a:p>
        </p:txBody>
      </p:sp>
      <p:sp>
        <p:nvSpPr>
          <p:cNvPr id="3" name="">
            <a:extLst xmlns:a="http://schemas.openxmlformats.org/drawingml/2006/main">
              <a:ext uri="{FF2B5EF4-FFF2-40B4-BE49-F238E27FC236}">
                <a16:creationId xmlns:a16="http://schemas.microsoft.com/office/drawing/2014/main" id="{9474B314-7D17-4E34-82C0-4F88A62DE941}"/>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3</a:t>
            </a:r>
          </a:p>
        </p:txBody>
      </p:sp>
      <p:sp>
        <p:nvSpPr>
          <p:cNvPr id="4" name="">
            <a:extLst xmlns:a="http://schemas.openxmlformats.org/drawingml/2006/main">
              <a:ext uri="{FF2B5EF4-FFF2-40B4-BE49-F238E27FC236}">
                <a16:creationId xmlns:a16="http://schemas.microsoft.com/office/drawing/2014/main" id="{749EB670-097A-47E3-BF1F-8000DB673FEB}"/>
              </a:ext>
            </a:extLst>
          </p:cNvPr>
          <p:cNvSpPr>
            <a:spLocks xmlns:a="http://schemas.openxmlformats.org/drawingml/2006/main" noGrp="1"/>
          </p:cNvSpPr>
          <p:nvPr/>
        </p:nvSpPr>
        <p:spPr>
          <a:xfrm xmlns:a="http://schemas.openxmlformats.org/drawingml/2006/main">
            <a:off x="666750" y="1524000"/>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625">
                <a:solidFill>
                  <a:srgbClr val="175F96"/>
                </a:solidFill>
                <a:latin typeface="Arial"/>
                <a:ea typeface="Arial"/>
                <a:cs typeface="Arial"/>
              </a:defRPr>
            </a:defPPr>
            <a:lvl1pPr>
              <a:defRPr sz="2625">
                <a:solidFill>
                  <a:srgbClr val="175F96"/>
                </a:solidFill>
                <a:latin typeface="Arial"/>
                <a:ea typeface="Arial"/>
                <a:cs typeface="Arial"/>
              </a:defRPr>
            </a:lvl1pPr>
            <a:lvl2pPr>
              <a:defRPr sz="2625">
                <a:solidFill>
                  <a:srgbClr val="175F96"/>
                </a:solidFill>
                <a:latin typeface="Arial"/>
                <a:ea typeface="Arial"/>
                <a:cs typeface="Arial"/>
              </a:defRPr>
            </a:lvl2pPr>
            <a:lvl3pPr>
              <a:defRPr sz="2625">
                <a:solidFill>
                  <a:srgbClr val="175F96"/>
                </a:solidFill>
                <a:latin typeface="Arial"/>
                <a:ea typeface="Arial"/>
                <a:cs typeface="Arial"/>
              </a:defRPr>
            </a:lvl3pPr>
            <a:lvl4pPr>
              <a:defRPr sz="2625">
                <a:solidFill>
                  <a:srgbClr val="175F96"/>
                </a:solidFill>
                <a:latin typeface="Arial"/>
                <a:ea typeface="Arial"/>
                <a:cs typeface="Arial"/>
              </a:defRPr>
            </a:lvl4pPr>
            <a:lvl5pPr>
              <a:defRPr sz="2625">
                <a:solidFill>
                  <a:srgbClr val="175F96"/>
                </a:solidFill>
                <a:latin typeface="Arial"/>
                <a:ea typeface="Arial"/>
                <a:cs typeface="Arial"/>
              </a:defRPr>
            </a:lvl5pPr>
            <a:lvl6pPr>
              <a:defRPr sz="2625">
                <a:solidFill>
                  <a:srgbClr val="175F96"/>
                </a:solidFill>
                <a:latin typeface="Arial"/>
                <a:ea typeface="Arial"/>
                <a:cs typeface="Arial"/>
              </a:defRPr>
            </a:lvl6pPr>
            <a:lvl7pPr>
              <a:defRPr sz="2625">
                <a:solidFill>
                  <a:srgbClr val="175F96"/>
                </a:solidFill>
                <a:latin typeface="Arial"/>
                <a:ea typeface="Arial"/>
                <a:cs typeface="Arial"/>
              </a:defRPr>
            </a:lvl7pPr>
            <a:lvl8pPr>
              <a:defRPr sz="2625">
                <a:solidFill>
                  <a:srgbClr val="175F96"/>
                </a:solidFill>
                <a:latin typeface="Arial"/>
                <a:ea typeface="Arial"/>
                <a:cs typeface="Arial"/>
              </a:defRPr>
            </a:lvl8pPr>
            <a:lvl9pPr>
              <a:defRPr sz="2625">
                <a:solidFill>
                  <a:srgbClr val="175F96"/>
                </a:solidFill>
                <a:latin typeface="Arial"/>
                <a:ea typeface="Arial"/>
                <a:cs typeface="Arial"/>
              </a:defRPr>
            </a:lvl9pPr>
          </a:lstStyle>
          <a:p xmlns:a="http://schemas.openxmlformats.org/drawingml/2006/main">
            <a:pPr>
              <a:defRPr sz="2625">
                <a:solidFill>
                  <a:srgbClr val="175F96"/>
                </a:solidFill>
                <a:latin typeface="Arial"/>
                <a:ea typeface="Arial"/>
                <a:cs typeface="Arial"/>
              </a:defRPr>
            </a:pPr>
            <a:r>
              <a:rPr sz="2625">
                <a:solidFill>
                  <a:srgbClr val="175F96"/>
                </a:solidFill>
                <a:latin typeface="Arial"/>
                <a:ea typeface="Arial"/>
                <a:cs typeface="Arial"/>
              </a:rPr>
              <a:t>961 ordered pairs: learn (a + b) mod 31</a:t>
            </a:r>
          </a:p>
        </p:txBody>
      </p:sp>
      <p:sp>
        <p:nvSpPr>
          <p:cNvPr id="5" name="">
            <a:extLst xmlns:a="http://schemas.openxmlformats.org/drawingml/2006/main">
              <a:ext uri="{FF2B5EF4-FFF2-40B4-BE49-F238E27FC236}">
                <a16:creationId xmlns:a16="http://schemas.microsoft.com/office/drawing/2014/main" id="{19F4987B-4F7A-4508-B01F-22E94BF67DAD}"/>
              </a:ext>
            </a:extLst>
          </p:cNvPr>
          <p:cNvSpPr>
            <a:spLocks xmlns:a="http://schemas.openxmlformats.org/drawingml/2006/main" noGrp="1"/>
          </p:cNvSpPr>
          <p:nvPr/>
        </p:nvSpPr>
        <p:spPr>
          <a:xfrm xmlns:a="http://schemas.openxmlformats.org/drawingml/2006/main">
            <a:off x="952500" y="2466975"/>
            <a:ext cx="5994506" cy="952500"/>
          </a:xfrm>
          <a:prstGeom xmlns:a="http://schemas.openxmlformats.org/drawingml/2006/main" prst="rect">
            <a:avLst/>
          </a:prstGeom>
          <a:solidFill xmlns:a="http://schemas.openxmlformats.org/drawingml/2006/main">
            <a:srgbClr val="175F96"/>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550">
                <a:solidFill>
                  <a:srgbClr val="FFFFFF"/>
                </a:solidFill>
                <a:latin typeface="Arial"/>
                <a:ea typeface="Arial"/>
                <a:cs typeface="Arial"/>
              </a:defRPr>
            </a:defPPr>
            <a:lvl1pPr algn="ctr">
              <a:defRPr sz="2550">
                <a:solidFill>
                  <a:srgbClr val="FFFFFF"/>
                </a:solidFill>
                <a:latin typeface="Arial"/>
                <a:ea typeface="Arial"/>
                <a:cs typeface="Arial"/>
              </a:defRPr>
            </a:lvl1pPr>
            <a:lvl2pPr algn="ctr">
              <a:defRPr sz="2550">
                <a:solidFill>
                  <a:srgbClr val="FFFFFF"/>
                </a:solidFill>
                <a:latin typeface="Arial"/>
                <a:ea typeface="Arial"/>
                <a:cs typeface="Arial"/>
              </a:defRPr>
            </a:lvl2pPr>
            <a:lvl3pPr algn="ctr">
              <a:defRPr sz="2550">
                <a:solidFill>
                  <a:srgbClr val="FFFFFF"/>
                </a:solidFill>
                <a:latin typeface="Arial"/>
                <a:ea typeface="Arial"/>
                <a:cs typeface="Arial"/>
              </a:defRPr>
            </a:lvl3pPr>
            <a:lvl4pPr algn="ctr">
              <a:defRPr sz="2550">
                <a:solidFill>
                  <a:srgbClr val="FFFFFF"/>
                </a:solidFill>
                <a:latin typeface="Arial"/>
                <a:ea typeface="Arial"/>
                <a:cs typeface="Arial"/>
              </a:defRPr>
            </a:lvl4pPr>
            <a:lvl5pPr algn="ctr">
              <a:defRPr sz="2550">
                <a:solidFill>
                  <a:srgbClr val="FFFFFF"/>
                </a:solidFill>
                <a:latin typeface="Arial"/>
                <a:ea typeface="Arial"/>
                <a:cs typeface="Arial"/>
              </a:defRPr>
            </a:lvl5pPr>
            <a:lvl6pPr algn="ctr">
              <a:defRPr sz="2550">
                <a:solidFill>
                  <a:srgbClr val="FFFFFF"/>
                </a:solidFill>
                <a:latin typeface="Arial"/>
                <a:ea typeface="Arial"/>
                <a:cs typeface="Arial"/>
              </a:defRPr>
            </a:lvl6pPr>
            <a:lvl7pPr algn="ctr">
              <a:defRPr sz="2550">
                <a:solidFill>
                  <a:srgbClr val="FFFFFF"/>
                </a:solidFill>
                <a:latin typeface="Arial"/>
                <a:ea typeface="Arial"/>
                <a:cs typeface="Arial"/>
              </a:defRPr>
            </a:lvl7pPr>
            <a:lvl8pPr algn="ctr">
              <a:defRPr sz="2550">
                <a:solidFill>
                  <a:srgbClr val="FFFFFF"/>
                </a:solidFill>
                <a:latin typeface="Arial"/>
                <a:ea typeface="Arial"/>
                <a:cs typeface="Arial"/>
              </a:defRPr>
            </a:lvl8pPr>
            <a:lvl9pPr algn="ctr">
              <a:defRPr sz="2550">
                <a:solidFill>
                  <a:srgbClr val="FFFFFF"/>
                </a:solidFill>
                <a:latin typeface="Arial"/>
                <a:ea typeface="Arial"/>
                <a:cs typeface="Arial"/>
              </a:defRPr>
            </a:lvl9pPr>
          </a:lstStyle>
          <a:p xmlns:a="http://schemas.openxmlformats.org/drawingml/2006/main">
            <a:pPr algn="ctr">
              <a:defRPr sz="2550">
                <a:solidFill>
                  <a:srgbClr val="FFFFFF"/>
                </a:solidFill>
                <a:latin typeface="Arial"/>
                <a:ea typeface="Arial"/>
                <a:cs typeface="Arial"/>
              </a:defRPr>
            </a:pPr>
            <a:r>
              <a:rPr sz="2550">
                <a:solidFill>
                  <a:srgbClr val="FFFFFF"/>
                </a:solidFill>
                <a:latin typeface="Arial"/>
                <a:ea typeface="Arial"/>
                <a:cs typeface="Arial"/>
              </a:rPr>
              <a:t>576 practice pairs</a:t>
            </a:r>
          </a:p>
        </p:txBody>
      </p:sp>
      <p:sp>
        <p:nvSpPr>
          <p:cNvPr id="6" name="">
            <a:extLst xmlns:a="http://schemas.openxmlformats.org/drawingml/2006/main">
              <a:ext uri="{FF2B5EF4-FFF2-40B4-BE49-F238E27FC236}">
                <a16:creationId xmlns:a16="http://schemas.microsoft.com/office/drawing/2014/main" id="{91F3AEC2-10D6-4B83-89F6-76892F40B147}"/>
              </a:ext>
            </a:extLst>
          </p:cNvPr>
          <p:cNvSpPr>
            <a:spLocks xmlns:a="http://schemas.openxmlformats.org/drawingml/2006/main" noGrp="1"/>
          </p:cNvSpPr>
          <p:nvPr/>
        </p:nvSpPr>
        <p:spPr>
          <a:xfrm xmlns:a="http://schemas.openxmlformats.org/drawingml/2006/main">
            <a:off x="6947006" y="2466975"/>
            <a:ext cx="4006744" cy="95250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400">
                <a:solidFill>
                  <a:srgbClr val="172B3A"/>
                </a:solidFill>
                <a:latin typeface="Arial"/>
                <a:ea typeface="Arial"/>
                <a:cs typeface="Arial"/>
              </a:defRPr>
            </a:defPPr>
            <a:lvl1pPr algn="ctr">
              <a:defRPr sz="2400">
                <a:solidFill>
                  <a:srgbClr val="172B3A"/>
                </a:solidFill>
                <a:latin typeface="Arial"/>
                <a:ea typeface="Arial"/>
                <a:cs typeface="Arial"/>
              </a:defRPr>
            </a:lvl1pPr>
            <a:lvl2pPr algn="ctr">
              <a:defRPr sz="2400">
                <a:solidFill>
                  <a:srgbClr val="172B3A"/>
                </a:solidFill>
                <a:latin typeface="Arial"/>
                <a:ea typeface="Arial"/>
                <a:cs typeface="Arial"/>
              </a:defRPr>
            </a:lvl2pPr>
            <a:lvl3pPr algn="ctr">
              <a:defRPr sz="2400">
                <a:solidFill>
                  <a:srgbClr val="172B3A"/>
                </a:solidFill>
                <a:latin typeface="Arial"/>
                <a:ea typeface="Arial"/>
                <a:cs typeface="Arial"/>
              </a:defRPr>
            </a:lvl3pPr>
            <a:lvl4pPr algn="ctr">
              <a:defRPr sz="2400">
                <a:solidFill>
                  <a:srgbClr val="172B3A"/>
                </a:solidFill>
                <a:latin typeface="Arial"/>
                <a:ea typeface="Arial"/>
                <a:cs typeface="Arial"/>
              </a:defRPr>
            </a:lvl4pPr>
            <a:lvl5pPr algn="ctr">
              <a:defRPr sz="2400">
                <a:solidFill>
                  <a:srgbClr val="172B3A"/>
                </a:solidFill>
                <a:latin typeface="Arial"/>
                <a:ea typeface="Arial"/>
                <a:cs typeface="Arial"/>
              </a:defRPr>
            </a:lvl5pPr>
            <a:lvl6pPr algn="ctr">
              <a:defRPr sz="2400">
                <a:solidFill>
                  <a:srgbClr val="172B3A"/>
                </a:solidFill>
                <a:latin typeface="Arial"/>
                <a:ea typeface="Arial"/>
                <a:cs typeface="Arial"/>
              </a:defRPr>
            </a:lvl6pPr>
            <a:lvl7pPr algn="ctr">
              <a:defRPr sz="2400">
                <a:solidFill>
                  <a:srgbClr val="172B3A"/>
                </a:solidFill>
                <a:latin typeface="Arial"/>
                <a:ea typeface="Arial"/>
                <a:cs typeface="Arial"/>
              </a:defRPr>
            </a:lvl7pPr>
            <a:lvl8pPr algn="ctr">
              <a:defRPr sz="2400">
                <a:solidFill>
                  <a:srgbClr val="172B3A"/>
                </a:solidFill>
                <a:latin typeface="Arial"/>
                <a:ea typeface="Arial"/>
                <a:cs typeface="Arial"/>
              </a:defRPr>
            </a:lvl8pPr>
            <a:lvl9pPr algn="ctr">
              <a:defRPr sz="2400">
                <a:solidFill>
                  <a:srgbClr val="172B3A"/>
                </a:solidFill>
                <a:latin typeface="Arial"/>
                <a:ea typeface="Arial"/>
                <a:cs typeface="Arial"/>
              </a:defRPr>
            </a:lvl9pPr>
          </a:lstStyle>
          <a:p xmlns:a="http://schemas.openxmlformats.org/drawingml/2006/main">
            <a:pPr algn="ctr">
              <a:defRPr sz="2400">
                <a:solidFill>
                  <a:srgbClr val="172B3A"/>
                </a:solidFill>
                <a:latin typeface="Arial"/>
                <a:ea typeface="Arial"/>
                <a:cs typeface="Arial"/>
              </a:defRPr>
            </a:pPr>
            <a:r>
              <a:rPr sz="2400">
                <a:solidFill>
                  <a:srgbClr val="172B3A"/>
                </a:solidFill>
                <a:latin typeface="Arial"/>
                <a:ea typeface="Arial"/>
                <a:cs typeface="Arial"/>
              </a:rPr>
              <a:t>385 held-out pairs</a:t>
            </a:r>
          </a:p>
        </p:txBody>
      </p:sp>
      <p:sp>
        <p:nvSpPr>
          <p:cNvPr id="7" name="">
            <a:extLst xmlns:a="http://schemas.openxmlformats.org/drawingml/2006/main">
              <a:ext uri="{FF2B5EF4-FFF2-40B4-BE49-F238E27FC236}">
                <a16:creationId xmlns:a16="http://schemas.microsoft.com/office/drawing/2014/main" id="{01DF66B8-38E5-4410-9970-EA5581F9A9D6}"/>
              </a:ext>
            </a:extLst>
          </p:cNvPr>
          <p:cNvSpPr>
            <a:spLocks xmlns:a="http://schemas.openxmlformats.org/drawingml/2006/main" noGrp="1"/>
          </p:cNvSpPr>
          <p:nvPr/>
        </p:nvSpPr>
        <p:spPr>
          <a:xfrm xmlns:a="http://schemas.openxmlformats.org/drawingml/2006/main">
            <a:off x="952500" y="3619500"/>
            <a:ext cx="5994506"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For learning</a:t>
            </a:r>
          </a:p>
        </p:txBody>
      </p:sp>
      <p:sp>
        <p:nvSpPr>
          <p:cNvPr id="8" name="">
            <a:extLst xmlns:a="http://schemas.openxmlformats.org/drawingml/2006/main">
              <a:ext uri="{FF2B5EF4-FFF2-40B4-BE49-F238E27FC236}">
                <a16:creationId xmlns:a16="http://schemas.microsoft.com/office/drawing/2014/main" id="{DEEFE4EE-5FFE-43AB-9812-6C56A210A8EA}"/>
              </a:ext>
            </a:extLst>
          </p:cNvPr>
          <p:cNvSpPr>
            <a:spLocks xmlns:a="http://schemas.openxmlformats.org/drawingml/2006/main" noGrp="1"/>
          </p:cNvSpPr>
          <p:nvPr/>
        </p:nvSpPr>
        <p:spPr>
          <a:xfrm xmlns:a="http://schemas.openxmlformats.org/drawingml/2006/main">
            <a:off x="6947006" y="3619500"/>
            <a:ext cx="4006744"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For evaluation</a:t>
            </a:r>
          </a:p>
        </p:txBody>
      </p:sp>
      <p:sp>
        <p:nvSpPr>
          <p:cNvPr id="9" name="">
            <a:extLst xmlns:a="http://schemas.openxmlformats.org/drawingml/2006/main">
              <a:ext uri="{FF2B5EF4-FFF2-40B4-BE49-F238E27FC236}">
                <a16:creationId xmlns:a16="http://schemas.microsoft.com/office/drawing/2014/main" id="{0B7818DD-1242-40B3-BEA3-67B384D3EB04}"/>
              </a:ext>
            </a:extLst>
          </p:cNvPr>
          <p:cNvSpPr>
            <a:spLocks xmlns:a="http://schemas.openxmlformats.org/drawingml/2006/main" noGrp="1"/>
          </p:cNvSpPr>
          <p:nvPr/>
        </p:nvSpPr>
        <p:spPr>
          <a:xfrm xmlns:a="http://schemas.openxmlformats.org/drawingml/2006/main">
            <a:off x="2190750" y="4333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175F96"/>
                </a:solidFill>
                <a:latin typeface="Arial"/>
                <a:ea typeface="Arial"/>
                <a:cs typeface="Arial"/>
              </a:defRPr>
            </a:defPPr>
            <a:lvl1pPr>
              <a:defRPr sz="3000" b="1">
                <a:solidFill>
                  <a:srgbClr val="175F96"/>
                </a:solidFill>
                <a:latin typeface="Arial"/>
                <a:ea typeface="Arial"/>
                <a:cs typeface="Arial"/>
              </a:defRPr>
            </a:lvl1pPr>
            <a:lvl2pPr>
              <a:defRPr sz="3000" b="1">
                <a:solidFill>
                  <a:srgbClr val="175F96"/>
                </a:solidFill>
                <a:latin typeface="Arial"/>
                <a:ea typeface="Arial"/>
                <a:cs typeface="Arial"/>
              </a:defRPr>
            </a:lvl2pPr>
            <a:lvl3pPr>
              <a:defRPr sz="3000" b="1">
                <a:solidFill>
                  <a:srgbClr val="175F96"/>
                </a:solidFill>
                <a:latin typeface="Arial"/>
                <a:ea typeface="Arial"/>
                <a:cs typeface="Arial"/>
              </a:defRPr>
            </a:lvl3pPr>
            <a:lvl4pPr>
              <a:defRPr sz="3000" b="1">
                <a:solidFill>
                  <a:srgbClr val="175F96"/>
                </a:solidFill>
                <a:latin typeface="Arial"/>
                <a:ea typeface="Arial"/>
                <a:cs typeface="Arial"/>
              </a:defRPr>
            </a:lvl4pPr>
            <a:lvl5pPr>
              <a:defRPr sz="3000" b="1">
                <a:solidFill>
                  <a:srgbClr val="175F96"/>
                </a:solidFill>
                <a:latin typeface="Arial"/>
                <a:ea typeface="Arial"/>
                <a:cs typeface="Arial"/>
              </a:defRPr>
            </a:lvl5pPr>
            <a:lvl6pPr>
              <a:defRPr sz="3000" b="1">
                <a:solidFill>
                  <a:srgbClr val="175F96"/>
                </a:solidFill>
                <a:latin typeface="Arial"/>
                <a:ea typeface="Arial"/>
                <a:cs typeface="Arial"/>
              </a:defRPr>
            </a:lvl6pPr>
            <a:lvl7pPr>
              <a:defRPr sz="3000" b="1">
                <a:solidFill>
                  <a:srgbClr val="175F96"/>
                </a:solidFill>
                <a:latin typeface="Arial"/>
                <a:ea typeface="Arial"/>
                <a:cs typeface="Arial"/>
              </a:defRPr>
            </a:lvl7pPr>
            <a:lvl8pPr>
              <a:defRPr sz="3000" b="1">
                <a:solidFill>
                  <a:srgbClr val="175F96"/>
                </a:solidFill>
                <a:latin typeface="Arial"/>
                <a:ea typeface="Arial"/>
                <a:cs typeface="Arial"/>
              </a:defRPr>
            </a:lvl8pPr>
            <a:lvl9pPr>
              <a:defRPr sz="3000" b="1">
                <a:solidFill>
                  <a:srgbClr val="175F96"/>
                </a:solidFill>
                <a:latin typeface="Arial"/>
                <a:ea typeface="Arial"/>
                <a:cs typeface="Arial"/>
              </a:defRPr>
            </a:lvl9pPr>
          </a:lstStyle>
          <a:p xmlns:a="http://schemas.openxmlformats.org/drawingml/2006/main">
            <a:pPr>
              <a:defRPr sz="3000" b="1">
                <a:solidFill>
                  <a:srgbClr val="175F96"/>
                </a:solidFill>
                <a:latin typeface="Arial"/>
                <a:ea typeface="Arial"/>
                <a:cs typeface="Arial"/>
              </a:defRPr>
            </a:pPr>
            <a:r>
              <a:rPr sz="3000" b="1">
                <a:solidFill>
                  <a:srgbClr val="175F96"/>
                </a:solidFill>
                <a:latin typeface="Arial"/>
                <a:ea typeface="Arial"/>
                <a:cs typeface="Arial"/>
              </a:rPr>
              <a:t>S1</a:t>
            </a:r>
          </a:p>
        </p:txBody>
      </p:sp>
      <p:sp>
        <p:nvSpPr>
          <p:cNvPr id="10" name="">
            <a:extLst xmlns:a="http://schemas.openxmlformats.org/drawingml/2006/main">
              <a:ext uri="{FF2B5EF4-FFF2-40B4-BE49-F238E27FC236}">
                <a16:creationId xmlns:a16="http://schemas.microsoft.com/office/drawing/2014/main" id="{D59E6C05-F78E-4D7B-AA7D-9E454B30A8CB}"/>
              </a:ext>
            </a:extLst>
          </p:cNvPr>
          <p:cNvSpPr>
            <a:spLocks xmlns:a="http://schemas.openxmlformats.org/drawingml/2006/main" noGrp="1"/>
          </p:cNvSpPr>
          <p:nvPr/>
        </p:nvSpPr>
        <p:spPr>
          <a:xfrm xmlns:a="http://schemas.openxmlformats.org/drawingml/2006/main">
            <a:off x="5381625" y="4333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175F96"/>
                </a:solidFill>
                <a:latin typeface="Arial"/>
                <a:ea typeface="Arial"/>
                <a:cs typeface="Arial"/>
              </a:defRPr>
            </a:defPPr>
            <a:lvl1pPr>
              <a:defRPr sz="3000" b="1">
                <a:solidFill>
                  <a:srgbClr val="175F96"/>
                </a:solidFill>
                <a:latin typeface="Arial"/>
                <a:ea typeface="Arial"/>
                <a:cs typeface="Arial"/>
              </a:defRPr>
            </a:lvl1pPr>
            <a:lvl2pPr>
              <a:defRPr sz="3000" b="1">
                <a:solidFill>
                  <a:srgbClr val="175F96"/>
                </a:solidFill>
                <a:latin typeface="Arial"/>
                <a:ea typeface="Arial"/>
                <a:cs typeface="Arial"/>
              </a:defRPr>
            </a:lvl2pPr>
            <a:lvl3pPr>
              <a:defRPr sz="3000" b="1">
                <a:solidFill>
                  <a:srgbClr val="175F96"/>
                </a:solidFill>
                <a:latin typeface="Arial"/>
                <a:ea typeface="Arial"/>
                <a:cs typeface="Arial"/>
              </a:defRPr>
            </a:lvl3pPr>
            <a:lvl4pPr>
              <a:defRPr sz="3000" b="1">
                <a:solidFill>
                  <a:srgbClr val="175F96"/>
                </a:solidFill>
                <a:latin typeface="Arial"/>
                <a:ea typeface="Arial"/>
                <a:cs typeface="Arial"/>
              </a:defRPr>
            </a:lvl4pPr>
            <a:lvl5pPr>
              <a:defRPr sz="3000" b="1">
                <a:solidFill>
                  <a:srgbClr val="175F96"/>
                </a:solidFill>
                <a:latin typeface="Arial"/>
                <a:ea typeface="Arial"/>
                <a:cs typeface="Arial"/>
              </a:defRPr>
            </a:lvl5pPr>
            <a:lvl6pPr>
              <a:defRPr sz="3000" b="1">
                <a:solidFill>
                  <a:srgbClr val="175F96"/>
                </a:solidFill>
                <a:latin typeface="Arial"/>
                <a:ea typeface="Arial"/>
                <a:cs typeface="Arial"/>
              </a:defRPr>
            </a:lvl6pPr>
            <a:lvl7pPr>
              <a:defRPr sz="3000" b="1">
                <a:solidFill>
                  <a:srgbClr val="175F96"/>
                </a:solidFill>
                <a:latin typeface="Arial"/>
                <a:ea typeface="Arial"/>
                <a:cs typeface="Arial"/>
              </a:defRPr>
            </a:lvl7pPr>
            <a:lvl8pPr>
              <a:defRPr sz="3000" b="1">
                <a:solidFill>
                  <a:srgbClr val="175F96"/>
                </a:solidFill>
                <a:latin typeface="Arial"/>
                <a:ea typeface="Arial"/>
                <a:cs typeface="Arial"/>
              </a:defRPr>
            </a:lvl8pPr>
            <a:lvl9pPr>
              <a:defRPr sz="3000" b="1">
                <a:solidFill>
                  <a:srgbClr val="175F96"/>
                </a:solidFill>
                <a:latin typeface="Arial"/>
                <a:ea typeface="Arial"/>
                <a:cs typeface="Arial"/>
              </a:defRPr>
            </a:lvl9pPr>
          </a:lstStyle>
          <a:p xmlns:a="http://schemas.openxmlformats.org/drawingml/2006/main">
            <a:pPr>
              <a:defRPr sz="3000" b="1">
                <a:solidFill>
                  <a:srgbClr val="175F96"/>
                </a:solidFill>
                <a:latin typeface="Arial"/>
                <a:ea typeface="Arial"/>
                <a:cs typeface="Arial"/>
              </a:defRPr>
            </a:pPr>
            <a:r>
              <a:rPr sz="3000" b="1">
                <a:solidFill>
                  <a:srgbClr val="175F96"/>
                </a:solidFill>
                <a:latin typeface="Arial"/>
                <a:ea typeface="Arial"/>
                <a:cs typeface="Arial"/>
              </a:rPr>
              <a:t>S2</a:t>
            </a:r>
          </a:p>
        </p:txBody>
      </p:sp>
      <p:sp>
        <p:nvSpPr>
          <p:cNvPr id="11" name="">
            <a:extLst xmlns:a="http://schemas.openxmlformats.org/drawingml/2006/main">
              <a:ext uri="{FF2B5EF4-FFF2-40B4-BE49-F238E27FC236}">
                <a16:creationId xmlns:a16="http://schemas.microsoft.com/office/drawing/2014/main" id="{F97E1844-E345-4633-B0F0-8BED1469B994}"/>
              </a:ext>
            </a:extLst>
          </p:cNvPr>
          <p:cNvSpPr>
            <a:spLocks xmlns:a="http://schemas.openxmlformats.org/drawingml/2006/main" noGrp="1"/>
          </p:cNvSpPr>
          <p:nvPr/>
        </p:nvSpPr>
        <p:spPr>
          <a:xfrm xmlns:a="http://schemas.openxmlformats.org/drawingml/2006/main">
            <a:off x="8572500" y="4333875"/>
            <a:ext cx="142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175F96"/>
                </a:solidFill>
                <a:latin typeface="Arial"/>
                <a:ea typeface="Arial"/>
                <a:cs typeface="Arial"/>
              </a:defRPr>
            </a:defPPr>
            <a:lvl1pPr>
              <a:defRPr sz="3000" b="1">
                <a:solidFill>
                  <a:srgbClr val="175F96"/>
                </a:solidFill>
                <a:latin typeface="Arial"/>
                <a:ea typeface="Arial"/>
                <a:cs typeface="Arial"/>
              </a:defRPr>
            </a:lvl1pPr>
            <a:lvl2pPr>
              <a:defRPr sz="3000" b="1">
                <a:solidFill>
                  <a:srgbClr val="175F96"/>
                </a:solidFill>
                <a:latin typeface="Arial"/>
                <a:ea typeface="Arial"/>
                <a:cs typeface="Arial"/>
              </a:defRPr>
            </a:lvl2pPr>
            <a:lvl3pPr>
              <a:defRPr sz="3000" b="1">
                <a:solidFill>
                  <a:srgbClr val="175F96"/>
                </a:solidFill>
                <a:latin typeface="Arial"/>
                <a:ea typeface="Arial"/>
                <a:cs typeface="Arial"/>
              </a:defRPr>
            </a:lvl3pPr>
            <a:lvl4pPr>
              <a:defRPr sz="3000" b="1">
                <a:solidFill>
                  <a:srgbClr val="175F96"/>
                </a:solidFill>
                <a:latin typeface="Arial"/>
                <a:ea typeface="Arial"/>
                <a:cs typeface="Arial"/>
              </a:defRPr>
            </a:lvl4pPr>
            <a:lvl5pPr>
              <a:defRPr sz="3000" b="1">
                <a:solidFill>
                  <a:srgbClr val="175F96"/>
                </a:solidFill>
                <a:latin typeface="Arial"/>
                <a:ea typeface="Arial"/>
                <a:cs typeface="Arial"/>
              </a:defRPr>
            </a:lvl5pPr>
            <a:lvl6pPr>
              <a:defRPr sz="3000" b="1">
                <a:solidFill>
                  <a:srgbClr val="175F96"/>
                </a:solidFill>
                <a:latin typeface="Arial"/>
                <a:ea typeface="Arial"/>
                <a:cs typeface="Arial"/>
              </a:defRPr>
            </a:lvl6pPr>
            <a:lvl7pPr>
              <a:defRPr sz="3000" b="1">
                <a:solidFill>
                  <a:srgbClr val="175F96"/>
                </a:solidFill>
                <a:latin typeface="Arial"/>
                <a:ea typeface="Arial"/>
                <a:cs typeface="Arial"/>
              </a:defRPr>
            </a:lvl7pPr>
            <a:lvl8pPr>
              <a:defRPr sz="3000" b="1">
                <a:solidFill>
                  <a:srgbClr val="175F96"/>
                </a:solidFill>
                <a:latin typeface="Arial"/>
                <a:ea typeface="Arial"/>
                <a:cs typeface="Arial"/>
              </a:defRPr>
            </a:lvl8pPr>
            <a:lvl9pPr>
              <a:defRPr sz="3000" b="1">
                <a:solidFill>
                  <a:srgbClr val="175F96"/>
                </a:solidFill>
                <a:latin typeface="Arial"/>
                <a:ea typeface="Arial"/>
                <a:cs typeface="Arial"/>
              </a:defRPr>
            </a:lvl9pPr>
          </a:lstStyle>
          <a:p xmlns:a="http://schemas.openxmlformats.org/drawingml/2006/main">
            <a:pPr>
              <a:defRPr sz="3000" b="1">
                <a:solidFill>
                  <a:srgbClr val="175F96"/>
                </a:solidFill>
                <a:latin typeface="Arial"/>
                <a:ea typeface="Arial"/>
                <a:cs typeface="Arial"/>
              </a:defRPr>
            </a:pPr>
            <a:r>
              <a:rPr sz="3000" b="1">
                <a:solidFill>
                  <a:srgbClr val="175F96"/>
                </a:solidFill>
                <a:latin typeface="Arial"/>
                <a:ea typeface="Arial"/>
                <a:cs typeface="Arial"/>
              </a:rPr>
              <a:t>S3</a:t>
            </a:r>
          </a:p>
        </p:txBody>
      </p:sp>
      <p:sp>
        <p:nvSpPr>
          <p:cNvPr id="12" name="">
            <a:extLst xmlns:a="http://schemas.openxmlformats.org/drawingml/2006/main">
              <a:ext uri="{FF2B5EF4-FFF2-40B4-BE49-F238E27FC236}">
                <a16:creationId xmlns:a16="http://schemas.microsoft.com/office/drawing/2014/main" id="{53D4C1D6-0E6F-4779-9502-74E3F83475B4}"/>
              </a:ext>
            </a:extLst>
          </p:cNvPr>
          <p:cNvSpPr>
            <a:spLocks xmlns:a="http://schemas.openxmlformats.org/drawingml/2006/main" noGrp="1"/>
          </p:cNvSpPr>
          <p:nvPr/>
        </p:nvSpPr>
        <p:spPr>
          <a:xfrm xmlns:a="http://schemas.openxmlformats.org/drawingml/2006/main">
            <a:off x="952500" y="5000625"/>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2B3A"/>
                </a:solidFill>
                <a:latin typeface="Arial"/>
                <a:ea typeface="Arial"/>
                <a:cs typeface="Arial"/>
              </a:defRPr>
            </a:defPPr>
            <a:lvl1pPr>
              <a:defRPr sz="2175">
                <a:solidFill>
                  <a:srgbClr val="172B3A"/>
                </a:solidFill>
                <a:latin typeface="Arial"/>
                <a:ea typeface="Arial"/>
                <a:cs typeface="Arial"/>
              </a:defRPr>
            </a:lvl1pPr>
            <a:lvl2pPr>
              <a:defRPr sz="2175">
                <a:solidFill>
                  <a:srgbClr val="172B3A"/>
                </a:solidFill>
                <a:latin typeface="Arial"/>
                <a:ea typeface="Arial"/>
                <a:cs typeface="Arial"/>
              </a:defRPr>
            </a:lvl2pPr>
            <a:lvl3pPr>
              <a:defRPr sz="2175">
                <a:solidFill>
                  <a:srgbClr val="172B3A"/>
                </a:solidFill>
                <a:latin typeface="Arial"/>
                <a:ea typeface="Arial"/>
                <a:cs typeface="Arial"/>
              </a:defRPr>
            </a:lvl3pPr>
            <a:lvl4pPr>
              <a:defRPr sz="2175">
                <a:solidFill>
                  <a:srgbClr val="172B3A"/>
                </a:solidFill>
                <a:latin typeface="Arial"/>
                <a:ea typeface="Arial"/>
                <a:cs typeface="Arial"/>
              </a:defRPr>
            </a:lvl4pPr>
            <a:lvl5pPr>
              <a:defRPr sz="2175">
                <a:solidFill>
                  <a:srgbClr val="172B3A"/>
                </a:solidFill>
                <a:latin typeface="Arial"/>
                <a:ea typeface="Arial"/>
                <a:cs typeface="Arial"/>
              </a:defRPr>
            </a:lvl5pPr>
            <a:lvl6pPr>
              <a:defRPr sz="2175">
                <a:solidFill>
                  <a:srgbClr val="172B3A"/>
                </a:solidFill>
                <a:latin typeface="Arial"/>
                <a:ea typeface="Arial"/>
                <a:cs typeface="Arial"/>
              </a:defRPr>
            </a:lvl6pPr>
            <a:lvl7pPr>
              <a:defRPr sz="2175">
                <a:solidFill>
                  <a:srgbClr val="172B3A"/>
                </a:solidFill>
                <a:latin typeface="Arial"/>
                <a:ea typeface="Arial"/>
                <a:cs typeface="Arial"/>
              </a:defRPr>
            </a:lvl7pPr>
            <a:lvl8pPr>
              <a:defRPr sz="2175">
                <a:solidFill>
                  <a:srgbClr val="172B3A"/>
                </a:solidFill>
                <a:latin typeface="Arial"/>
                <a:ea typeface="Arial"/>
                <a:cs typeface="Arial"/>
              </a:defRPr>
            </a:lvl8pPr>
            <a:lvl9pPr>
              <a:defRPr sz="2175">
                <a:solidFill>
                  <a:srgbClr val="172B3A"/>
                </a:solidFill>
                <a:latin typeface="Arial"/>
                <a:ea typeface="Arial"/>
                <a:cs typeface="Arial"/>
              </a:defRPr>
            </a:lvl9pPr>
          </a:lstStyle>
          <a:p xmlns:a="http://schemas.openxmlformats.org/drawingml/2006/main">
            <a:pPr>
              <a:defRPr sz="2175">
                <a:solidFill>
                  <a:srgbClr val="172B3A"/>
                </a:solidFill>
                <a:latin typeface="Arial"/>
                <a:ea typeface="Arial"/>
                <a:cs typeface="Arial"/>
              </a:defRPr>
            </a:pPr>
            <a:r>
              <a:rPr sz="2175">
                <a:solidFill>
                  <a:srgbClr val="172B3A"/>
                </a:solidFill>
                <a:latin typeface="Arial"/>
                <a:ea typeface="Arial"/>
                <a:cs typeface="Arial"/>
              </a:rPr>
              <a:t>Three fixed partitions. Independent starting seeds within each.</a:t>
            </a:r>
          </a:p>
        </p:txBody>
      </p:sp>
      <p:sp>
        <p:nvSpPr>
          <p:cNvPr id="13" name="">
            <a:extLst xmlns:a="http://schemas.openxmlformats.org/drawingml/2006/main">
              <a:ext uri="{FF2B5EF4-FFF2-40B4-BE49-F238E27FC236}">
                <a16:creationId xmlns:a16="http://schemas.microsoft.com/office/drawing/2014/main" id="{D2F1F1CD-A4EF-4194-B39D-36A6B5323F12}"/>
              </a:ext>
            </a:extLst>
          </p:cNvPr>
          <p:cNvSpPr>
            <a:spLocks xmlns:a="http://schemas.openxmlformats.org/drawingml/2006/main" noGrp="1"/>
          </p:cNvSpPr>
          <p:nvPr/>
        </p:nvSpPr>
        <p:spPr>
          <a:xfrm xmlns:a="http://schemas.openxmlformats.org/drawingml/2006/main">
            <a:off x="952500" y="57245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90 calibration observations</a:t>
            </a:r>
          </a:p>
        </p:txBody>
      </p:sp>
      <p:sp>
        <p:nvSpPr>
          <p:cNvPr id="14" name="">
            <a:extLst xmlns:a="http://schemas.openxmlformats.org/drawingml/2006/main">
              <a:ext uri="{FF2B5EF4-FFF2-40B4-BE49-F238E27FC236}">
                <a16:creationId xmlns:a16="http://schemas.microsoft.com/office/drawing/2014/main" id="{A497C3EA-405B-4881-9ED8-6DA42A8A63A4}"/>
              </a:ext>
            </a:extLst>
          </p:cNvPr>
          <p:cNvSpPr>
            <a:spLocks xmlns:a="http://schemas.openxmlformats.org/drawingml/2006/main" noGrp="1"/>
          </p:cNvSpPr>
          <p:nvPr/>
        </p:nvSpPr>
        <p:spPr>
          <a:xfrm xmlns:a="http://schemas.openxmlformats.org/drawingml/2006/main">
            <a:off x="6334125" y="572452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540 fresh budget attempts</a:t>
            </a:r>
          </a:p>
        </p:txBody>
      </p:sp>
      <p:sp>
        <p:nvSpPr>
          <p:cNvPr id="15" name="">
            <a:extLst xmlns:a="http://schemas.openxmlformats.org/drawingml/2006/main">
              <a:ext uri="{FF2B5EF4-FFF2-40B4-BE49-F238E27FC236}">
                <a16:creationId xmlns:a16="http://schemas.microsoft.com/office/drawing/2014/main" id="{1E85FBD5-928A-4E21-882B-D115D5E5D6B9}"/>
              </a:ext>
            </a:extLst>
          </p:cNvPr>
          <p:cNvSpPr>
            <a:spLocks xmlns:a="http://schemas.openxmlformats.org/drawingml/2006/main" noGrp="1"/>
          </p:cNvSpPr>
          <p:nvPr/>
        </p:nvSpPr>
        <p:spPr>
          <a:xfrm xmlns:a="http://schemas.openxmlformats.org/drawingml/2006/main">
            <a:off x="952500" y="6181725"/>
            <a:ext cx="10287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75">
                <a:solidFill>
                  <a:srgbClr val="637E8E"/>
                </a:solidFill>
                <a:latin typeface="Arial"/>
                <a:ea typeface="Arial"/>
                <a:cs typeface="Arial"/>
              </a:defRPr>
            </a:defPPr>
            <a:lvl1pPr>
              <a:defRPr sz="1575">
                <a:solidFill>
                  <a:srgbClr val="637E8E"/>
                </a:solidFill>
                <a:latin typeface="Arial"/>
                <a:ea typeface="Arial"/>
                <a:cs typeface="Arial"/>
              </a:defRPr>
            </a:lvl1pPr>
            <a:lvl2pPr>
              <a:defRPr sz="1575">
                <a:solidFill>
                  <a:srgbClr val="637E8E"/>
                </a:solidFill>
                <a:latin typeface="Arial"/>
                <a:ea typeface="Arial"/>
                <a:cs typeface="Arial"/>
              </a:defRPr>
            </a:lvl2pPr>
            <a:lvl3pPr>
              <a:defRPr sz="1575">
                <a:solidFill>
                  <a:srgbClr val="637E8E"/>
                </a:solidFill>
                <a:latin typeface="Arial"/>
                <a:ea typeface="Arial"/>
                <a:cs typeface="Arial"/>
              </a:defRPr>
            </a:lvl3pPr>
            <a:lvl4pPr>
              <a:defRPr sz="1575">
                <a:solidFill>
                  <a:srgbClr val="637E8E"/>
                </a:solidFill>
                <a:latin typeface="Arial"/>
                <a:ea typeface="Arial"/>
                <a:cs typeface="Arial"/>
              </a:defRPr>
            </a:lvl4pPr>
            <a:lvl5pPr>
              <a:defRPr sz="1575">
                <a:solidFill>
                  <a:srgbClr val="637E8E"/>
                </a:solidFill>
                <a:latin typeface="Arial"/>
                <a:ea typeface="Arial"/>
                <a:cs typeface="Arial"/>
              </a:defRPr>
            </a:lvl5pPr>
            <a:lvl6pPr>
              <a:defRPr sz="1575">
                <a:solidFill>
                  <a:srgbClr val="637E8E"/>
                </a:solidFill>
                <a:latin typeface="Arial"/>
                <a:ea typeface="Arial"/>
                <a:cs typeface="Arial"/>
              </a:defRPr>
            </a:lvl6pPr>
            <a:lvl7pPr>
              <a:defRPr sz="1575">
                <a:solidFill>
                  <a:srgbClr val="637E8E"/>
                </a:solidFill>
                <a:latin typeface="Arial"/>
                <a:ea typeface="Arial"/>
                <a:cs typeface="Arial"/>
              </a:defRPr>
            </a:lvl7pPr>
            <a:lvl8pPr>
              <a:defRPr sz="1575">
                <a:solidFill>
                  <a:srgbClr val="637E8E"/>
                </a:solidFill>
                <a:latin typeface="Arial"/>
                <a:ea typeface="Arial"/>
                <a:cs typeface="Arial"/>
              </a:defRPr>
            </a:lvl8pPr>
            <a:lvl9pPr>
              <a:defRPr sz="1575">
                <a:solidFill>
                  <a:srgbClr val="637E8E"/>
                </a:solidFill>
                <a:latin typeface="Arial"/>
                <a:ea typeface="Arial"/>
                <a:cs typeface="Arial"/>
              </a:defRPr>
            </a:lvl9pPr>
          </a:lstStyle>
          <a:p xmlns:a="http://schemas.openxmlformats.org/drawingml/2006/main">
            <a:pPr>
              <a:defRPr sz="1575">
                <a:solidFill>
                  <a:srgbClr val="637E8E"/>
                </a:solidFill>
                <a:latin typeface="Arial"/>
                <a:ea typeface="Arial"/>
                <a:cs typeface="Arial"/>
              </a:defRPr>
            </a:pPr>
            <a:r>
              <a:rPr sz="1575">
                <a:solidFill>
                  <a:srgbClr val="637E8E"/>
                </a:solidFill>
                <a:latin typeface="Arial"/>
                <a:ea typeface="Arial"/>
                <a:cs typeface="Arial"/>
              </a:rPr>
              <a:t>20 reused + 70 new calibration runs</a:t>
            </a:r>
          </a:p>
        </p:txBody>
      </p:sp>
    </p:spTree>
    <p:extLst>
      <p:ext uri="{BB962C8B-B14F-4D97-AF65-F5344CB8AC3E}">
        <p14:creationId xmlns:p14="http://schemas.microsoft.com/office/powerpoint/2010/main" val="4093565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 name="">
            <a:extLst xmlns:a="http://schemas.openxmlformats.org/drawingml/2006/main">
              <a:ext uri="{FF2B5EF4-FFF2-40B4-BE49-F238E27FC236}">
                <a16:creationId xmlns:a16="http://schemas.microsoft.com/office/drawing/2014/main" id="{BC4362BC-EE2D-4F6A-AE07-C64CAB2A94BC}"/>
              </a:ext>
            </a:extLst>
          </p:cNvPr>
          <p:cNvCxnSpPr>
            <a:stCxn xmlns:a="http://schemas.openxmlformats.org/drawingml/2006/main" id="10" idx="2"/>
            <a:endCxn xmlns:a="http://schemas.openxmlformats.org/drawingml/2006/main" id="14" idx="0"/>
          </p:cNvCxnSpPr>
          <p:nvPr/>
        </p:nvCxnSpPr>
        <p:spPr>
          <a:xfrm xmlns:a="http://schemas.openxmlformats.org/drawingml/2006/main">
            <a:off x="3871913" y="3590925"/>
            <a:ext cx="0" cy="904875"/>
          </a:xfrm>
          <a:prstGeom xmlns:a="http://schemas.openxmlformats.org/drawingml/2006/main" prst="straightConnector1">
            <a:avLst/>
          </a:prstGeom>
          <a:ln xmlns:a="http://schemas.openxmlformats.org/drawingml/2006/main" w="19050">
            <a:solidFill>
              <a:srgbClr val="175F96"/>
            </a:solidFill>
            <a:headEnd type="arrow" w="med" len="med"/>
            <a:tailEnd type="arrow" w="med" len="med"/>
          </a:ln>
        </p:spPr>
      </p:cxnSp>
      <p:cxnSp>
        <p:nvCxnSpPr>
          <p:cNvPr id="3" name="">
            <a:extLst xmlns:a="http://schemas.openxmlformats.org/drawingml/2006/main">
              <a:ext uri="{FF2B5EF4-FFF2-40B4-BE49-F238E27FC236}">
                <a16:creationId xmlns:a16="http://schemas.microsoft.com/office/drawing/2014/main" id="{D6101B3F-5356-4F0B-8E63-7C344BAC6D20}"/>
              </a:ext>
            </a:extLst>
          </p:cNvPr>
          <p:cNvCxnSpPr>
            <a:stCxn xmlns:a="http://schemas.openxmlformats.org/drawingml/2006/main" id="12" idx="3"/>
            <a:endCxn xmlns:a="http://schemas.openxmlformats.org/drawingml/2006/main" id="13" idx="1"/>
          </p:cNvCxnSpPr>
          <p:nvPr/>
        </p:nvCxnSpPr>
        <p:spPr>
          <a:xfrm xmlns:a="http://schemas.openxmlformats.org/drawingml/2006/main">
            <a:off x="9401175" y="2962275"/>
            <a:ext cx="323850" cy="0"/>
          </a:xfrm>
          <a:prstGeom xmlns:a="http://schemas.openxmlformats.org/drawingml/2006/main" prst="straightConnector1">
            <a:avLst/>
          </a:prstGeom>
          <a:ln xmlns:a="http://schemas.openxmlformats.org/drawingml/2006/main" w="19050">
            <a:solidFill>
              <a:srgbClr val="175F96"/>
            </a:solidFill>
            <a:tailEnd type="arrow" w="med" len="med"/>
          </a:ln>
        </p:spPr>
      </p:cxnSp>
      <p:cxnSp>
        <p:nvCxnSpPr>
          <p:cNvPr id="4" name="">
            <a:extLst xmlns:a="http://schemas.openxmlformats.org/drawingml/2006/main">
              <a:ext uri="{FF2B5EF4-FFF2-40B4-BE49-F238E27FC236}">
                <a16:creationId xmlns:a16="http://schemas.microsoft.com/office/drawing/2014/main" id="{C8EDFA6A-458E-4459-9A64-243C9B89F712}"/>
              </a:ext>
            </a:extLst>
          </p:cNvPr>
          <p:cNvCxnSpPr>
            <a:stCxn xmlns:a="http://schemas.openxmlformats.org/drawingml/2006/main" id="11" idx="3"/>
            <a:endCxn xmlns:a="http://schemas.openxmlformats.org/drawingml/2006/main" id="12" idx="1"/>
          </p:cNvCxnSpPr>
          <p:nvPr/>
        </p:nvCxnSpPr>
        <p:spPr>
          <a:xfrm xmlns:a="http://schemas.openxmlformats.org/drawingml/2006/main">
            <a:off x="7124700" y="2962275"/>
            <a:ext cx="323850" cy="0"/>
          </a:xfrm>
          <a:prstGeom xmlns:a="http://schemas.openxmlformats.org/drawingml/2006/main" prst="straightConnector1">
            <a:avLst/>
          </a:prstGeom>
          <a:ln xmlns:a="http://schemas.openxmlformats.org/drawingml/2006/main" w="19050">
            <a:solidFill>
              <a:srgbClr val="175F96"/>
            </a:solidFill>
            <a:tailEnd type="arrow" w="med" len="med"/>
          </a:ln>
        </p:spPr>
      </p:cxnSp>
      <p:cxnSp>
        <p:nvCxnSpPr>
          <p:cNvPr id="5" name="">
            <a:extLst xmlns:a="http://schemas.openxmlformats.org/drawingml/2006/main">
              <a:ext uri="{FF2B5EF4-FFF2-40B4-BE49-F238E27FC236}">
                <a16:creationId xmlns:a16="http://schemas.microsoft.com/office/drawing/2014/main" id="{DDF7A485-BCBE-44BE-8B48-6A8880B973C6}"/>
              </a:ext>
            </a:extLst>
          </p:cNvPr>
          <p:cNvCxnSpPr>
            <a:stCxn xmlns:a="http://schemas.openxmlformats.org/drawingml/2006/main" id="10" idx="3"/>
            <a:endCxn xmlns:a="http://schemas.openxmlformats.org/drawingml/2006/main" id="11" idx="1"/>
          </p:cNvCxnSpPr>
          <p:nvPr/>
        </p:nvCxnSpPr>
        <p:spPr>
          <a:xfrm xmlns:a="http://schemas.openxmlformats.org/drawingml/2006/main">
            <a:off x="4848225" y="2962275"/>
            <a:ext cx="323850" cy="0"/>
          </a:xfrm>
          <a:prstGeom xmlns:a="http://schemas.openxmlformats.org/drawingml/2006/main" prst="straightConnector1">
            <a:avLst/>
          </a:prstGeom>
          <a:ln xmlns:a="http://schemas.openxmlformats.org/drawingml/2006/main" w="19050">
            <a:solidFill>
              <a:srgbClr val="175F96"/>
            </a:solidFill>
            <a:tailEnd type="arrow" w="med" len="med"/>
          </a:ln>
        </p:spPr>
      </p:cxnSp>
      <p:cxnSp>
        <p:nvCxnSpPr>
          <p:cNvPr id="6" name="">
            <a:extLst xmlns:a="http://schemas.openxmlformats.org/drawingml/2006/main">
              <a:ext uri="{FF2B5EF4-FFF2-40B4-BE49-F238E27FC236}">
                <a16:creationId xmlns:a16="http://schemas.microsoft.com/office/drawing/2014/main" id="{9E60FCA3-70AF-4030-9814-A07DE49C8B01}"/>
              </a:ext>
            </a:extLst>
          </p:cNvPr>
          <p:cNvCxnSpPr>
            <a:stCxn xmlns:a="http://schemas.openxmlformats.org/drawingml/2006/main" id="9" idx="3"/>
            <a:endCxn xmlns:a="http://schemas.openxmlformats.org/drawingml/2006/main" id="10" idx="1"/>
          </p:cNvCxnSpPr>
          <p:nvPr/>
        </p:nvCxnSpPr>
        <p:spPr>
          <a:xfrm xmlns:a="http://schemas.openxmlformats.org/drawingml/2006/main">
            <a:off x="2571750" y="2962275"/>
            <a:ext cx="323850" cy="0"/>
          </a:xfrm>
          <a:prstGeom xmlns:a="http://schemas.openxmlformats.org/drawingml/2006/main" prst="straightConnector1">
            <a:avLst/>
          </a:prstGeom>
          <a:ln xmlns:a="http://schemas.openxmlformats.org/drawingml/2006/main" w="19050">
            <a:solidFill>
              <a:srgbClr val="175F96"/>
            </a:solidFill>
            <a:tailEnd type="arrow" w="med" len="med"/>
          </a:ln>
        </p:spPr>
      </p:cxnSp>
      <p:sp>
        <p:nvSpPr>
          <p:cNvPr id="7" name="">
            <a:extLst xmlns:a="http://schemas.openxmlformats.org/drawingml/2006/main">
              <a:ext uri="{FF2B5EF4-FFF2-40B4-BE49-F238E27FC236}">
                <a16:creationId xmlns:a16="http://schemas.microsoft.com/office/drawing/2014/main" id="{CD242057-3178-4B72-A366-20DB08F16F7C}"/>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How the experiment works</a:t>
            </a:r>
          </a:p>
        </p:txBody>
      </p:sp>
      <p:sp>
        <p:nvSpPr>
          <p:cNvPr id="8" name="">
            <a:extLst xmlns:a="http://schemas.openxmlformats.org/drawingml/2006/main">
              <a:ext uri="{FF2B5EF4-FFF2-40B4-BE49-F238E27FC236}">
                <a16:creationId xmlns:a16="http://schemas.microsoft.com/office/drawing/2014/main" id="{C12D1594-452E-464C-A6A6-E1AC0E0876C6}"/>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4</a:t>
            </a:r>
          </a:p>
        </p:txBody>
      </p:sp>
      <p:sp>
        <p:nvSpPr>
          <p:cNvPr id="9" name="">
            <a:extLst xmlns:a="http://schemas.openxmlformats.org/drawingml/2006/main">
              <a:ext uri="{FF2B5EF4-FFF2-40B4-BE49-F238E27FC236}">
                <a16:creationId xmlns:a16="http://schemas.microsoft.com/office/drawing/2014/main" id="{CB2497EC-2D77-4674-85E5-0803CF1CEA8D}"/>
              </a:ext>
            </a:extLst>
          </p:cNvPr>
          <p:cNvSpPr>
            <a:spLocks xmlns:a="http://schemas.openxmlformats.org/drawingml/2006/main" noGrp="1"/>
          </p:cNvSpPr>
          <p:nvPr/>
        </p:nvSpPr>
        <p:spPr>
          <a:xfrm xmlns:a="http://schemas.openxmlformats.org/drawingml/2006/main">
            <a:off x="619125" y="2333625"/>
            <a:ext cx="1952625" cy="125730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Python</a:t>
            </a:r>
          </a:p>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Pairs + labels</a:t>
            </a:r>
          </a:p>
        </p:txBody>
      </p:sp>
      <p:sp>
        <p:nvSpPr>
          <p:cNvPr id="10" name="">
            <a:extLst xmlns:a="http://schemas.openxmlformats.org/drawingml/2006/main">
              <a:ext uri="{FF2B5EF4-FFF2-40B4-BE49-F238E27FC236}">
                <a16:creationId xmlns:a16="http://schemas.microsoft.com/office/drawing/2014/main" id="{F3068546-CCCA-4177-98AD-FA4AF779F917}"/>
              </a:ext>
            </a:extLst>
          </p:cNvPr>
          <p:cNvSpPr>
            <a:spLocks xmlns:a="http://schemas.openxmlformats.org/drawingml/2006/main" noGrp="1"/>
          </p:cNvSpPr>
          <p:nvPr/>
        </p:nvSpPr>
        <p:spPr>
          <a:xfrm xmlns:a="http://schemas.openxmlformats.org/drawingml/2006/main">
            <a:off x="2895600" y="2333625"/>
            <a:ext cx="1952625" cy="125730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Small model</a:t>
            </a:r>
          </a:p>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Train + check</a:t>
            </a:r>
          </a:p>
        </p:txBody>
      </p:sp>
      <p:sp>
        <p:nvSpPr>
          <p:cNvPr id="11" name="">
            <a:extLst xmlns:a="http://schemas.openxmlformats.org/drawingml/2006/main">
              <a:ext uri="{FF2B5EF4-FFF2-40B4-BE49-F238E27FC236}">
                <a16:creationId xmlns:a16="http://schemas.microsoft.com/office/drawing/2014/main" id="{D850873C-7703-478D-AD74-52FD19D7557D}"/>
              </a:ext>
            </a:extLst>
          </p:cNvPr>
          <p:cNvSpPr>
            <a:spLocks xmlns:a="http://schemas.openxmlformats.org/drawingml/2006/main" noGrp="1"/>
          </p:cNvSpPr>
          <p:nvPr/>
        </p:nvSpPr>
        <p:spPr>
          <a:xfrm xmlns:a="http://schemas.openxmlformats.org/drawingml/2006/main">
            <a:off x="5172075" y="2333625"/>
            <a:ext cx="1952625" cy="125730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CSV files</a:t>
            </a:r>
          </a:p>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Every 25 updates</a:t>
            </a:r>
          </a:p>
        </p:txBody>
      </p:sp>
      <p:sp>
        <p:nvSpPr>
          <p:cNvPr id="12" name="">
            <a:extLst xmlns:a="http://schemas.openxmlformats.org/drawingml/2006/main">
              <a:ext uri="{FF2B5EF4-FFF2-40B4-BE49-F238E27FC236}">
                <a16:creationId xmlns:a16="http://schemas.microsoft.com/office/drawing/2014/main" id="{ADB68777-3AB5-497C-AA5F-A9D0FED95522}"/>
              </a:ext>
            </a:extLst>
          </p:cNvPr>
          <p:cNvSpPr>
            <a:spLocks xmlns:a="http://schemas.openxmlformats.org/drawingml/2006/main" noGrp="1"/>
          </p:cNvSpPr>
          <p:nvPr/>
        </p:nvSpPr>
        <p:spPr>
          <a:xfrm xmlns:a="http://schemas.openxmlformats.org/drawingml/2006/main">
            <a:off x="7448550" y="2333625"/>
            <a:ext cx="1952625" cy="125730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R</a:t>
            </a:r>
          </a:p>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Statistics</a:t>
            </a:r>
          </a:p>
        </p:txBody>
      </p:sp>
      <p:sp>
        <p:nvSpPr>
          <p:cNvPr id="13" name="">
            <a:extLst xmlns:a="http://schemas.openxmlformats.org/drawingml/2006/main">
              <a:ext uri="{FF2B5EF4-FFF2-40B4-BE49-F238E27FC236}">
                <a16:creationId xmlns:a16="http://schemas.microsoft.com/office/drawing/2014/main" id="{17CFFFD3-E1BF-4FC6-A1DF-407E44367620}"/>
              </a:ext>
            </a:extLst>
          </p:cNvPr>
          <p:cNvSpPr>
            <a:spLocks xmlns:a="http://schemas.openxmlformats.org/drawingml/2006/main" noGrp="1"/>
          </p:cNvSpPr>
          <p:nvPr/>
        </p:nvSpPr>
        <p:spPr>
          <a:xfrm xmlns:a="http://schemas.openxmlformats.org/drawingml/2006/main">
            <a:off x="9725025" y="2333625"/>
            <a:ext cx="1952625" cy="1257300"/>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Outputs</a:t>
            </a:r>
          </a:p>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Graphs + paper</a:t>
            </a:r>
          </a:p>
        </p:txBody>
      </p:sp>
      <p:sp>
        <p:nvSpPr>
          <p:cNvPr id="14" name="">
            <a:extLst xmlns:a="http://schemas.openxmlformats.org/drawingml/2006/main">
              <a:ext uri="{FF2B5EF4-FFF2-40B4-BE49-F238E27FC236}">
                <a16:creationId xmlns:a16="http://schemas.microsoft.com/office/drawing/2014/main" id="{A9F4E70C-BFA3-43FA-AB67-18784E50BC2E}"/>
              </a:ext>
            </a:extLst>
          </p:cNvPr>
          <p:cNvSpPr>
            <a:spLocks xmlns:a="http://schemas.openxmlformats.org/drawingml/2006/main" noGrp="1"/>
          </p:cNvSpPr>
          <p:nvPr/>
        </p:nvSpPr>
        <p:spPr>
          <a:xfrm xmlns:a="http://schemas.openxmlformats.org/drawingml/2006/main">
            <a:off x="2895600" y="4495800"/>
            <a:ext cx="1952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025">
                <a:solidFill>
                  <a:srgbClr val="172B3A"/>
                </a:solidFill>
                <a:latin typeface="Arial"/>
                <a:ea typeface="Arial"/>
                <a:cs typeface="Arial"/>
              </a:defRPr>
            </a:defPPr>
            <a:lvl1pPr algn="ctr">
              <a:defRPr sz="2025">
                <a:solidFill>
                  <a:srgbClr val="172B3A"/>
                </a:solidFill>
                <a:latin typeface="Arial"/>
                <a:ea typeface="Arial"/>
                <a:cs typeface="Arial"/>
              </a:defRPr>
            </a:lvl1pPr>
            <a:lvl2pPr algn="ctr">
              <a:defRPr sz="2025">
                <a:solidFill>
                  <a:srgbClr val="172B3A"/>
                </a:solidFill>
                <a:latin typeface="Arial"/>
                <a:ea typeface="Arial"/>
                <a:cs typeface="Arial"/>
              </a:defRPr>
            </a:lvl2pPr>
            <a:lvl3pPr algn="ctr">
              <a:defRPr sz="2025">
                <a:solidFill>
                  <a:srgbClr val="172B3A"/>
                </a:solidFill>
                <a:latin typeface="Arial"/>
                <a:ea typeface="Arial"/>
                <a:cs typeface="Arial"/>
              </a:defRPr>
            </a:lvl3pPr>
            <a:lvl4pPr algn="ctr">
              <a:defRPr sz="2025">
                <a:solidFill>
                  <a:srgbClr val="172B3A"/>
                </a:solidFill>
                <a:latin typeface="Arial"/>
                <a:ea typeface="Arial"/>
                <a:cs typeface="Arial"/>
              </a:defRPr>
            </a:lvl4pPr>
            <a:lvl5pPr algn="ctr">
              <a:defRPr sz="2025">
                <a:solidFill>
                  <a:srgbClr val="172B3A"/>
                </a:solidFill>
                <a:latin typeface="Arial"/>
                <a:ea typeface="Arial"/>
                <a:cs typeface="Arial"/>
              </a:defRPr>
            </a:lvl5pPr>
            <a:lvl6pPr algn="ctr">
              <a:defRPr sz="2025">
                <a:solidFill>
                  <a:srgbClr val="172B3A"/>
                </a:solidFill>
                <a:latin typeface="Arial"/>
                <a:ea typeface="Arial"/>
                <a:cs typeface="Arial"/>
              </a:defRPr>
            </a:lvl6pPr>
            <a:lvl7pPr algn="ctr">
              <a:defRPr sz="2025">
                <a:solidFill>
                  <a:srgbClr val="172B3A"/>
                </a:solidFill>
                <a:latin typeface="Arial"/>
                <a:ea typeface="Arial"/>
                <a:cs typeface="Arial"/>
              </a:defRPr>
            </a:lvl7pPr>
            <a:lvl8pPr algn="ctr">
              <a:defRPr sz="2025">
                <a:solidFill>
                  <a:srgbClr val="172B3A"/>
                </a:solidFill>
                <a:latin typeface="Arial"/>
                <a:ea typeface="Arial"/>
                <a:cs typeface="Arial"/>
              </a:defRPr>
            </a:lvl8pPr>
            <a:lvl9pPr algn="ctr">
              <a:defRPr sz="2025">
                <a:solidFill>
                  <a:srgbClr val="172B3A"/>
                </a:solidFill>
                <a:latin typeface="Arial"/>
                <a:ea typeface="Arial"/>
                <a:cs typeface="Arial"/>
              </a:defRPr>
            </a:lvl9pPr>
          </a:lstStyle>
          <a:p xmlns:a="http://schemas.openxmlformats.org/drawingml/2006/main">
            <a:pPr algn="ctr">
              <a:defRPr sz="2025">
                <a:solidFill>
                  <a:srgbClr val="172B3A"/>
                </a:solidFill>
                <a:latin typeface="Arial"/>
                <a:ea typeface="Arial"/>
                <a:cs typeface="Arial"/>
              </a:defRPr>
            </a:pPr>
            <a:r>
              <a:rPr sz="2025">
                <a:solidFill>
                  <a:srgbClr val="172B3A"/>
                </a:solidFill>
                <a:latin typeface="Arial"/>
                <a:ea typeface="Arial"/>
                <a:cs typeface="Arial"/>
              </a:rPr>
              <a:t>Checkpoint</a:t>
            </a:r>
          </a:p>
          <a:p xmlns:a="http://schemas.openxmlformats.org/drawingml/2006/main">
            <a:pPr algn="ctr">
              <a:defRPr sz="2025">
                <a:solidFill>
                  <a:srgbClr val="172B3A"/>
                </a:solidFill>
                <a:latin typeface="Arial"/>
                <a:ea typeface="Arial"/>
                <a:cs typeface="Arial"/>
              </a:defRPr>
            </a:pPr>
            <a:r>
              <a:rPr sz="2025">
                <a:solidFill>
                  <a:srgbClr val="172B3A"/>
                </a:solidFill>
                <a:latin typeface="Arial"/>
                <a:ea typeface="Arial"/>
                <a:cs typeface="Arial"/>
              </a:rPr>
              <a:t>Save + resume</a:t>
            </a:r>
          </a:p>
        </p:txBody>
      </p:sp>
      <p:sp>
        <p:nvSpPr>
          <p:cNvPr id="15" name="">
            <a:extLst xmlns:a="http://schemas.openxmlformats.org/drawingml/2006/main">
              <a:ext uri="{FF2B5EF4-FFF2-40B4-BE49-F238E27FC236}">
                <a16:creationId xmlns:a16="http://schemas.microsoft.com/office/drawing/2014/main" id="{34436999-8EBD-4C5D-BDDC-8005B9D8D8CB}"/>
              </a:ext>
            </a:extLst>
          </p:cNvPr>
          <p:cNvSpPr>
            <a:spLocks xmlns:a="http://schemas.openxmlformats.org/drawingml/2006/main" noGrp="1"/>
          </p:cNvSpPr>
          <p:nvPr/>
        </p:nvSpPr>
        <p:spPr>
          <a:xfrm xmlns:a="http://schemas.openxmlformats.org/drawingml/2006/main">
            <a:off x="666750" y="1638300"/>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a:solidFill>
                  <a:srgbClr val="175F96"/>
                </a:solidFill>
                <a:latin typeface="Arial"/>
                <a:ea typeface="Arial"/>
                <a:cs typeface="Arial"/>
              </a:defRPr>
            </a:defPPr>
            <a:lvl1pPr>
              <a:defRPr sz="2250">
                <a:solidFill>
                  <a:srgbClr val="175F96"/>
                </a:solidFill>
                <a:latin typeface="Arial"/>
                <a:ea typeface="Arial"/>
                <a:cs typeface="Arial"/>
              </a:defRPr>
            </a:lvl1pPr>
            <a:lvl2pPr>
              <a:defRPr sz="2250">
                <a:solidFill>
                  <a:srgbClr val="175F96"/>
                </a:solidFill>
                <a:latin typeface="Arial"/>
                <a:ea typeface="Arial"/>
                <a:cs typeface="Arial"/>
              </a:defRPr>
            </a:lvl2pPr>
            <a:lvl3pPr>
              <a:defRPr sz="2250">
                <a:solidFill>
                  <a:srgbClr val="175F96"/>
                </a:solidFill>
                <a:latin typeface="Arial"/>
                <a:ea typeface="Arial"/>
                <a:cs typeface="Arial"/>
              </a:defRPr>
            </a:lvl3pPr>
            <a:lvl4pPr>
              <a:defRPr sz="2250">
                <a:solidFill>
                  <a:srgbClr val="175F96"/>
                </a:solidFill>
                <a:latin typeface="Arial"/>
                <a:ea typeface="Arial"/>
                <a:cs typeface="Arial"/>
              </a:defRPr>
            </a:lvl4pPr>
            <a:lvl5pPr>
              <a:defRPr sz="2250">
                <a:solidFill>
                  <a:srgbClr val="175F96"/>
                </a:solidFill>
                <a:latin typeface="Arial"/>
                <a:ea typeface="Arial"/>
                <a:cs typeface="Arial"/>
              </a:defRPr>
            </a:lvl5pPr>
            <a:lvl6pPr>
              <a:defRPr sz="2250">
                <a:solidFill>
                  <a:srgbClr val="175F96"/>
                </a:solidFill>
                <a:latin typeface="Arial"/>
                <a:ea typeface="Arial"/>
                <a:cs typeface="Arial"/>
              </a:defRPr>
            </a:lvl6pPr>
            <a:lvl7pPr>
              <a:defRPr sz="2250">
                <a:solidFill>
                  <a:srgbClr val="175F96"/>
                </a:solidFill>
                <a:latin typeface="Arial"/>
                <a:ea typeface="Arial"/>
                <a:cs typeface="Arial"/>
              </a:defRPr>
            </a:lvl7pPr>
            <a:lvl8pPr>
              <a:defRPr sz="2250">
                <a:solidFill>
                  <a:srgbClr val="175F96"/>
                </a:solidFill>
                <a:latin typeface="Arial"/>
                <a:ea typeface="Arial"/>
                <a:cs typeface="Arial"/>
              </a:defRPr>
            </a:lvl8pPr>
            <a:lvl9pPr>
              <a:defRPr sz="2250">
                <a:solidFill>
                  <a:srgbClr val="175F96"/>
                </a:solidFill>
                <a:latin typeface="Arial"/>
                <a:ea typeface="Arial"/>
                <a:cs typeface="Arial"/>
              </a:defRPr>
            </a:lvl9pPr>
          </a:lstStyle>
          <a:p xmlns:a="http://schemas.openxmlformats.org/drawingml/2006/main">
            <a:pPr>
              <a:defRPr sz="2250">
                <a:solidFill>
                  <a:srgbClr val="175F96"/>
                </a:solidFill>
                <a:latin typeface="Arial"/>
                <a:ea typeface="Arial"/>
                <a:cs typeface="Arial"/>
              </a:defRPr>
            </a:pPr>
            <a:r>
              <a:rPr sz="2250">
                <a:solidFill>
                  <a:srgbClr val="175F96"/>
                </a:solidFill>
                <a:latin typeface="Arial"/>
                <a:ea typeface="Arial"/>
                <a:cs typeface="Arial"/>
              </a:rPr>
              <a:t>Fixed model: 36,992 parameters</a:t>
            </a:r>
          </a:p>
        </p:txBody>
      </p:sp>
      <p:sp>
        <p:nvSpPr>
          <p:cNvPr id="16" name="">
            <a:extLst xmlns:a="http://schemas.openxmlformats.org/drawingml/2006/main">
              <a:ext uri="{FF2B5EF4-FFF2-40B4-BE49-F238E27FC236}">
                <a16:creationId xmlns:a16="http://schemas.microsoft.com/office/drawing/2014/main" id="{DE2663B0-FE2D-4511-BA8F-D995D2022F5B}"/>
              </a:ext>
            </a:extLst>
          </p:cNvPr>
          <p:cNvSpPr>
            <a:spLocks xmlns:a="http://schemas.openxmlformats.org/drawingml/2006/main" noGrp="1"/>
          </p:cNvSpPr>
          <p:nvPr/>
        </p:nvSpPr>
        <p:spPr>
          <a:xfrm xmlns:a="http://schemas.openxmlformats.org/drawingml/2006/main">
            <a:off x="666750" y="5829300"/>
            <a:ext cx="4810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72B3A"/>
                </a:solidFill>
                <a:latin typeface="Arial"/>
                <a:ea typeface="Arial"/>
                <a:cs typeface="Arial"/>
              </a:defRPr>
            </a:defPPr>
            <a:lvl1pPr>
              <a:defRPr sz="2475" b="1">
                <a:solidFill>
                  <a:srgbClr val="172B3A"/>
                </a:solidFill>
                <a:latin typeface="Arial"/>
                <a:ea typeface="Arial"/>
                <a:cs typeface="Arial"/>
              </a:defRPr>
            </a:lvl1pPr>
            <a:lvl2pPr>
              <a:defRPr sz="2475" b="1">
                <a:solidFill>
                  <a:srgbClr val="172B3A"/>
                </a:solidFill>
                <a:latin typeface="Arial"/>
                <a:ea typeface="Arial"/>
                <a:cs typeface="Arial"/>
              </a:defRPr>
            </a:lvl2pPr>
            <a:lvl3pPr>
              <a:defRPr sz="2475" b="1">
                <a:solidFill>
                  <a:srgbClr val="172B3A"/>
                </a:solidFill>
                <a:latin typeface="Arial"/>
                <a:ea typeface="Arial"/>
                <a:cs typeface="Arial"/>
              </a:defRPr>
            </a:lvl3pPr>
            <a:lvl4pPr>
              <a:defRPr sz="2475" b="1">
                <a:solidFill>
                  <a:srgbClr val="172B3A"/>
                </a:solidFill>
                <a:latin typeface="Arial"/>
                <a:ea typeface="Arial"/>
                <a:cs typeface="Arial"/>
              </a:defRPr>
            </a:lvl4pPr>
            <a:lvl5pPr>
              <a:defRPr sz="2475" b="1">
                <a:solidFill>
                  <a:srgbClr val="172B3A"/>
                </a:solidFill>
                <a:latin typeface="Arial"/>
                <a:ea typeface="Arial"/>
                <a:cs typeface="Arial"/>
              </a:defRPr>
            </a:lvl5pPr>
            <a:lvl6pPr>
              <a:defRPr sz="2475" b="1">
                <a:solidFill>
                  <a:srgbClr val="172B3A"/>
                </a:solidFill>
                <a:latin typeface="Arial"/>
                <a:ea typeface="Arial"/>
                <a:cs typeface="Arial"/>
              </a:defRPr>
            </a:lvl6pPr>
            <a:lvl7pPr>
              <a:defRPr sz="2475" b="1">
                <a:solidFill>
                  <a:srgbClr val="172B3A"/>
                </a:solidFill>
                <a:latin typeface="Arial"/>
                <a:ea typeface="Arial"/>
                <a:cs typeface="Arial"/>
              </a:defRPr>
            </a:lvl7pPr>
            <a:lvl8pPr>
              <a:defRPr sz="2475" b="1">
                <a:solidFill>
                  <a:srgbClr val="172B3A"/>
                </a:solidFill>
                <a:latin typeface="Arial"/>
                <a:ea typeface="Arial"/>
                <a:cs typeface="Arial"/>
              </a:defRPr>
            </a:lvl8pPr>
            <a:lvl9pPr>
              <a:defRPr sz="2475" b="1">
                <a:solidFill>
                  <a:srgbClr val="172B3A"/>
                </a:solidFill>
                <a:latin typeface="Arial"/>
                <a:ea typeface="Arial"/>
                <a:cs typeface="Arial"/>
              </a:defRPr>
            </a:lvl9pPr>
          </a:lstStyle>
          <a:p xmlns:a="http://schemas.openxmlformats.org/drawingml/2006/main">
            <a:pPr>
              <a:defRPr sz="2475" b="1">
                <a:solidFill>
                  <a:srgbClr val="172B3A"/>
                </a:solidFill>
                <a:latin typeface="Arial"/>
                <a:ea typeface="Arial"/>
                <a:cs typeface="Arial"/>
              </a:defRPr>
            </a:pPr>
            <a:r>
              <a:rPr sz="2475" b="1">
                <a:solidFill>
                  <a:srgbClr val="172B3A"/>
                </a:solidFill>
                <a:latin typeface="Arial"/>
                <a:ea typeface="Arial"/>
                <a:cs typeface="Arial"/>
              </a:rPr>
              <a:t>1,330 new runs</a:t>
            </a:r>
          </a:p>
        </p:txBody>
      </p:sp>
      <p:sp>
        <p:nvSpPr>
          <p:cNvPr id="17" name="">
            <a:extLst xmlns:a="http://schemas.openxmlformats.org/drawingml/2006/main">
              <a:ext uri="{FF2B5EF4-FFF2-40B4-BE49-F238E27FC236}">
                <a16:creationId xmlns:a16="http://schemas.microsoft.com/office/drawing/2014/main" id="{28D5D2A6-5066-4634-B08D-7287E6891246}"/>
              </a:ext>
            </a:extLst>
          </p:cNvPr>
          <p:cNvSpPr>
            <a:spLocks xmlns:a="http://schemas.openxmlformats.org/drawingml/2006/main" noGrp="1"/>
          </p:cNvSpPr>
          <p:nvPr/>
        </p:nvSpPr>
        <p:spPr>
          <a:xfrm xmlns:a="http://schemas.openxmlformats.org/drawingml/2006/main">
            <a:off x="6191250" y="582930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1">
                <a:solidFill>
                  <a:srgbClr val="172B3A"/>
                </a:solidFill>
                <a:latin typeface="Arial"/>
                <a:ea typeface="Arial"/>
                <a:cs typeface="Arial"/>
              </a:defRPr>
            </a:defPPr>
            <a:lvl1pPr>
              <a:defRPr sz="2475" b="1">
                <a:solidFill>
                  <a:srgbClr val="172B3A"/>
                </a:solidFill>
                <a:latin typeface="Arial"/>
                <a:ea typeface="Arial"/>
                <a:cs typeface="Arial"/>
              </a:defRPr>
            </a:lvl1pPr>
            <a:lvl2pPr>
              <a:defRPr sz="2475" b="1">
                <a:solidFill>
                  <a:srgbClr val="172B3A"/>
                </a:solidFill>
                <a:latin typeface="Arial"/>
                <a:ea typeface="Arial"/>
                <a:cs typeface="Arial"/>
              </a:defRPr>
            </a:lvl2pPr>
            <a:lvl3pPr>
              <a:defRPr sz="2475" b="1">
                <a:solidFill>
                  <a:srgbClr val="172B3A"/>
                </a:solidFill>
                <a:latin typeface="Arial"/>
                <a:ea typeface="Arial"/>
                <a:cs typeface="Arial"/>
              </a:defRPr>
            </a:lvl3pPr>
            <a:lvl4pPr>
              <a:defRPr sz="2475" b="1">
                <a:solidFill>
                  <a:srgbClr val="172B3A"/>
                </a:solidFill>
                <a:latin typeface="Arial"/>
                <a:ea typeface="Arial"/>
                <a:cs typeface="Arial"/>
              </a:defRPr>
            </a:lvl4pPr>
            <a:lvl5pPr>
              <a:defRPr sz="2475" b="1">
                <a:solidFill>
                  <a:srgbClr val="172B3A"/>
                </a:solidFill>
                <a:latin typeface="Arial"/>
                <a:ea typeface="Arial"/>
                <a:cs typeface="Arial"/>
              </a:defRPr>
            </a:lvl5pPr>
            <a:lvl6pPr>
              <a:defRPr sz="2475" b="1">
                <a:solidFill>
                  <a:srgbClr val="172B3A"/>
                </a:solidFill>
                <a:latin typeface="Arial"/>
                <a:ea typeface="Arial"/>
                <a:cs typeface="Arial"/>
              </a:defRPr>
            </a:lvl6pPr>
            <a:lvl7pPr>
              <a:defRPr sz="2475" b="1">
                <a:solidFill>
                  <a:srgbClr val="172B3A"/>
                </a:solidFill>
                <a:latin typeface="Arial"/>
                <a:ea typeface="Arial"/>
                <a:cs typeface="Arial"/>
              </a:defRPr>
            </a:lvl7pPr>
            <a:lvl8pPr>
              <a:defRPr sz="2475" b="1">
                <a:solidFill>
                  <a:srgbClr val="172B3A"/>
                </a:solidFill>
                <a:latin typeface="Arial"/>
                <a:ea typeface="Arial"/>
                <a:cs typeface="Arial"/>
              </a:defRPr>
            </a:lvl8pPr>
            <a:lvl9pPr>
              <a:defRPr sz="2475" b="1">
                <a:solidFill>
                  <a:srgbClr val="172B3A"/>
                </a:solidFill>
                <a:latin typeface="Arial"/>
                <a:ea typeface="Arial"/>
                <a:cs typeface="Arial"/>
              </a:defRPr>
            </a:lvl9pPr>
          </a:lstStyle>
          <a:p xmlns:a="http://schemas.openxmlformats.org/drawingml/2006/main">
            <a:pPr>
              <a:defRPr sz="2475" b="1">
                <a:solidFill>
                  <a:srgbClr val="172B3A"/>
                </a:solidFill>
                <a:latin typeface="Arial"/>
                <a:ea typeface="Arial"/>
                <a:cs typeface="Arial"/>
              </a:defRPr>
            </a:pPr>
            <a:r>
              <a:rPr sz="2475" b="1">
                <a:solidFill>
                  <a:srgbClr val="172B3A"/>
                </a:solidFill>
                <a:latin typeface="Arial"/>
                <a:ea typeface="Arial"/>
                <a:cs typeface="Arial"/>
              </a:rPr>
              <a:t>7.5 million logical updates</a:t>
            </a:r>
          </a:p>
        </p:txBody>
      </p:sp>
    </p:spTree>
    <p:extLst>
      <p:ext uri="{BB962C8B-B14F-4D97-AF65-F5344CB8AC3E}">
        <p14:creationId xmlns:p14="http://schemas.microsoft.com/office/powerpoint/2010/main" val="34736097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2BA1A53-7869-4593-A1DA-67962A759F5E}"/>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How we confirm success</a:t>
            </a:r>
          </a:p>
        </p:txBody>
      </p:sp>
      <p:sp>
        <p:nvSpPr>
          <p:cNvPr id="3" name="">
            <a:extLst xmlns:a="http://schemas.openxmlformats.org/drawingml/2006/main">
              <a:ext uri="{FF2B5EF4-FFF2-40B4-BE49-F238E27FC236}">
                <a16:creationId xmlns:a16="http://schemas.microsoft.com/office/drawing/2014/main" id="{5B724815-7216-4107-B352-2DBB9059C58D}"/>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5</a:t>
            </a:r>
          </a:p>
        </p:txBody>
      </p:sp>
      <p:sp>
        <p:nvSpPr>
          <p:cNvPr id="4" name="">
            <a:extLst xmlns:a="http://schemas.openxmlformats.org/drawingml/2006/main">
              <a:ext uri="{FF2B5EF4-FFF2-40B4-BE49-F238E27FC236}">
                <a16:creationId xmlns:a16="http://schemas.microsoft.com/office/drawing/2014/main" id="{AB246E1D-69D0-4A66-B608-1745CF929893}"/>
              </a:ext>
            </a:extLst>
          </p:cNvPr>
          <p:cNvSpPr>
            <a:spLocks xmlns:a="http://schemas.openxmlformats.org/drawingml/2006/main" noGrp="1"/>
          </p:cNvSpPr>
          <p:nvPr/>
        </p:nvSpPr>
        <p:spPr>
          <a:xfrm xmlns:a="http://schemas.openxmlformats.org/drawingml/2006/main">
            <a:off x="666750" y="14954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a:solidFill>
                  <a:srgbClr val="175F96"/>
                </a:solidFill>
                <a:latin typeface="Arial"/>
                <a:ea typeface="Arial"/>
                <a:cs typeface="Arial"/>
              </a:defRPr>
            </a:defPPr>
            <a:lvl1pPr>
              <a:defRPr sz="2400">
                <a:solidFill>
                  <a:srgbClr val="175F96"/>
                </a:solidFill>
                <a:latin typeface="Arial"/>
                <a:ea typeface="Arial"/>
                <a:cs typeface="Arial"/>
              </a:defRPr>
            </a:lvl1pPr>
            <a:lvl2pPr>
              <a:defRPr sz="2400">
                <a:solidFill>
                  <a:srgbClr val="175F96"/>
                </a:solidFill>
                <a:latin typeface="Arial"/>
                <a:ea typeface="Arial"/>
                <a:cs typeface="Arial"/>
              </a:defRPr>
            </a:lvl2pPr>
            <a:lvl3pPr>
              <a:defRPr sz="2400">
                <a:solidFill>
                  <a:srgbClr val="175F96"/>
                </a:solidFill>
                <a:latin typeface="Arial"/>
                <a:ea typeface="Arial"/>
                <a:cs typeface="Arial"/>
              </a:defRPr>
            </a:lvl3pPr>
            <a:lvl4pPr>
              <a:defRPr sz="2400">
                <a:solidFill>
                  <a:srgbClr val="175F96"/>
                </a:solidFill>
                <a:latin typeface="Arial"/>
                <a:ea typeface="Arial"/>
                <a:cs typeface="Arial"/>
              </a:defRPr>
            </a:lvl4pPr>
            <a:lvl5pPr>
              <a:defRPr sz="2400">
                <a:solidFill>
                  <a:srgbClr val="175F96"/>
                </a:solidFill>
                <a:latin typeface="Arial"/>
                <a:ea typeface="Arial"/>
                <a:cs typeface="Arial"/>
              </a:defRPr>
            </a:lvl5pPr>
            <a:lvl6pPr>
              <a:defRPr sz="2400">
                <a:solidFill>
                  <a:srgbClr val="175F96"/>
                </a:solidFill>
                <a:latin typeface="Arial"/>
                <a:ea typeface="Arial"/>
                <a:cs typeface="Arial"/>
              </a:defRPr>
            </a:lvl6pPr>
            <a:lvl7pPr>
              <a:defRPr sz="2400">
                <a:solidFill>
                  <a:srgbClr val="175F96"/>
                </a:solidFill>
                <a:latin typeface="Arial"/>
                <a:ea typeface="Arial"/>
                <a:cs typeface="Arial"/>
              </a:defRPr>
            </a:lvl7pPr>
            <a:lvl8pPr>
              <a:defRPr sz="2400">
                <a:solidFill>
                  <a:srgbClr val="175F96"/>
                </a:solidFill>
                <a:latin typeface="Arial"/>
                <a:ea typeface="Arial"/>
                <a:cs typeface="Arial"/>
              </a:defRPr>
            </a:lvl8pPr>
            <a:lvl9pPr>
              <a:defRPr sz="2400">
                <a:solidFill>
                  <a:srgbClr val="175F96"/>
                </a:solidFill>
                <a:latin typeface="Arial"/>
                <a:ea typeface="Arial"/>
                <a:cs typeface="Arial"/>
              </a:defRPr>
            </a:lvl9pPr>
          </a:lstStyle>
          <a:p xmlns:a="http://schemas.openxmlformats.org/drawingml/2006/main">
            <a:pPr>
              <a:defRPr sz="2400">
                <a:solidFill>
                  <a:srgbClr val="175F96"/>
                </a:solidFill>
                <a:latin typeface="Arial"/>
                <a:ea typeface="Arial"/>
                <a:cs typeface="Arial"/>
              </a:defRPr>
            </a:pPr>
            <a:r>
              <a:rPr sz="2400">
                <a:solidFill>
                  <a:srgbClr val="175F96"/>
                </a:solidFill>
                <a:latin typeface="Arial"/>
                <a:ea typeface="Arial"/>
                <a:cs typeface="Arial"/>
              </a:rPr>
              <a:t>Every good check: practice ≥99% and held-out ≥95%</a:t>
            </a:r>
          </a:p>
        </p:txBody>
      </p:sp>
      <p:sp>
        <p:nvSpPr>
          <p:cNvPr id="5" name="">
            <a:extLst xmlns:a="http://schemas.openxmlformats.org/drawingml/2006/main">
              <a:ext uri="{FF2B5EF4-FFF2-40B4-BE49-F238E27FC236}">
                <a16:creationId xmlns:a16="http://schemas.microsoft.com/office/drawing/2014/main" id="{B3D658CF-008F-47B2-B1E5-B41182B0A218}"/>
              </a:ext>
            </a:extLst>
          </p:cNvPr>
          <p:cNvSpPr>
            <a:spLocks xmlns:a="http://schemas.openxmlformats.org/drawingml/2006/main" noGrp="1"/>
          </p:cNvSpPr>
          <p:nvPr/>
        </p:nvSpPr>
        <p:spPr>
          <a:xfrm xmlns:a="http://schemas.openxmlformats.org/drawingml/2006/main">
            <a:off x="666750" y="2447925"/>
            <a:ext cx="3619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First confirmation T</a:t>
            </a:r>
          </a:p>
        </p:txBody>
      </p:sp>
      <p:sp>
        <p:nvSpPr>
          <p:cNvPr id="6" name="">
            <a:extLst xmlns:a="http://schemas.openxmlformats.org/drawingml/2006/main">
              <a:ext uri="{FF2B5EF4-FFF2-40B4-BE49-F238E27FC236}">
                <a16:creationId xmlns:a16="http://schemas.microsoft.com/office/drawing/2014/main" id="{EC2A7B13-396F-4F09-8454-E14F8FC1D201}"/>
              </a:ext>
            </a:extLst>
          </p:cNvPr>
          <p:cNvSpPr>
            <a:spLocks xmlns:a="http://schemas.openxmlformats.org/drawingml/2006/main" noGrp="1"/>
          </p:cNvSpPr>
          <p:nvPr/>
        </p:nvSpPr>
        <p:spPr>
          <a:xfrm xmlns:a="http://schemas.openxmlformats.org/drawingml/2006/main">
            <a:off x="4552950" y="2571750"/>
            <a:ext cx="133350" cy="1333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959AF5-EFCA-4ADB-9B80-F1298A36CC07}"/>
              </a:ext>
            </a:extLst>
          </p:cNvPr>
          <p:cNvSpPr>
            <a:spLocks xmlns:a="http://schemas.openxmlformats.org/drawingml/2006/main" noGrp="1"/>
          </p:cNvSpPr>
          <p:nvPr/>
        </p:nvSpPr>
        <p:spPr>
          <a:xfrm xmlns:a="http://schemas.openxmlformats.org/drawingml/2006/main">
            <a:off x="4686300" y="2638425"/>
            <a:ext cx="152400" cy="953"/>
          </a:xfrm>
          <a:custGeom xmlns:a="http://schemas.openxmlformats.org/drawingml/2006/main">
            <a:pathLst>
              <a:path w="152400" h="953">
                <a:moveTo>
                  <a:pt x="0" y="0"/>
                </a:moveTo>
                <a:lnTo>
                  <a:pt x="152400" y="0"/>
                </a:lnTo>
              </a:path>
            </a:pathLst>
          </a:custGeom>
          <a:noFill xmlns:a="http://schemas.openxmlformats.org/drawingml/2006/main"/>
          <a:ln xmlns:a="http://schemas.openxmlformats.org/drawingml/2006/main" w="28575">
            <a:solidFill>
              <a:srgbClr val="175F96"/>
            </a:solidFill>
          </a:ln>
        </p:spPr>
      </p:sp>
      <p:sp>
        <p:nvSpPr>
          <p:cNvPr id="8" name="">
            <a:extLst xmlns:a="http://schemas.openxmlformats.org/drawingml/2006/main">
              <a:ext uri="{FF2B5EF4-FFF2-40B4-BE49-F238E27FC236}">
                <a16:creationId xmlns:a16="http://schemas.microsoft.com/office/drawing/2014/main" id="{2A9C53F4-F648-4AE2-B98D-19A5A613454E}"/>
              </a:ext>
            </a:extLst>
          </p:cNvPr>
          <p:cNvSpPr>
            <a:spLocks xmlns:a="http://schemas.openxmlformats.org/drawingml/2006/main" noGrp="1"/>
          </p:cNvSpPr>
          <p:nvPr/>
        </p:nvSpPr>
        <p:spPr>
          <a:xfrm xmlns:a="http://schemas.openxmlformats.org/drawingml/2006/main">
            <a:off x="4381500" y="2895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00">
                <a:solidFill>
                  <a:srgbClr val="172B3A"/>
                </a:solidFill>
                <a:latin typeface="Arial"/>
                <a:ea typeface="Arial"/>
                <a:cs typeface="Arial"/>
              </a:defRPr>
            </a:defPPr>
            <a:lvl1pPr algn="ctr">
              <a:defRPr sz="1800">
                <a:solidFill>
                  <a:srgbClr val="172B3A"/>
                </a:solidFill>
                <a:latin typeface="Arial"/>
                <a:ea typeface="Arial"/>
                <a:cs typeface="Arial"/>
              </a:defRPr>
            </a:lvl1pPr>
            <a:lvl2pPr algn="ctr">
              <a:defRPr sz="1800">
                <a:solidFill>
                  <a:srgbClr val="172B3A"/>
                </a:solidFill>
                <a:latin typeface="Arial"/>
                <a:ea typeface="Arial"/>
                <a:cs typeface="Arial"/>
              </a:defRPr>
            </a:lvl2pPr>
            <a:lvl3pPr algn="ctr">
              <a:defRPr sz="1800">
                <a:solidFill>
                  <a:srgbClr val="172B3A"/>
                </a:solidFill>
                <a:latin typeface="Arial"/>
                <a:ea typeface="Arial"/>
                <a:cs typeface="Arial"/>
              </a:defRPr>
            </a:lvl3pPr>
            <a:lvl4pPr algn="ctr">
              <a:defRPr sz="1800">
                <a:solidFill>
                  <a:srgbClr val="172B3A"/>
                </a:solidFill>
                <a:latin typeface="Arial"/>
                <a:ea typeface="Arial"/>
                <a:cs typeface="Arial"/>
              </a:defRPr>
            </a:lvl4pPr>
            <a:lvl5pPr algn="ctr">
              <a:defRPr sz="1800">
                <a:solidFill>
                  <a:srgbClr val="172B3A"/>
                </a:solidFill>
                <a:latin typeface="Arial"/>
                <a:ea typeface="Arial"/>
                <a:cs typeface="Arial"/>
              </a:defRPr>
            </a:lvl5pPr>
            <a:lvl6pPr algn="ctr">
              <a:defRPr sz="1800">
                <a:solidFill>
                  <a:srgbClr val="172B3A"/>
                </a:solidFill>
                <a:latin typeface="Arial"/>
                <a:ea typeface="Arial"/>
                <a:cs typeface="Arial"/>
              </a:defRPr>
            </a:lvl6pPr>
            <a:lvl7pPr algn="ctr">
              <a:defRPr sz="1800">
                <a:solidFill>
                  <a:srgbClr val="172B3A"/>
                </a:solidFill>
                <a:latin typeface="Arial"/>
                <a:ea typeface="Arial"/>
                <a:cs typeface="Arial"/>
              </a:defRPr>
            </a:lvl7pPr>
            <a:lvl8pPr algn="ctr">
              <a:defRPr sz="1800">
                <a:solidFill>
                  <a:srgbClr val="172B3A"/>
                </a:solidFill>
                <a:latin typeface="Arial"/>
                <a:ea typeface="Arial"/>
                <a:cs typeface="Arial"/>
              </a:defRPr>
            </a:lvl8pPr>
            <a:lvl9pPr algn="ctr">
              <a:defRPr sz="1800">
                <a:solidFill>
                  <a:srgbClr val="172B3A"/>
                </a:solidFill>
                <a:latin typeface="Arial"/>
                <a:ea typeface="Arial"/>
                <a:cs typeface="Arial"/>
              </a:defRPr>
            </a:lvl9pPr>
          </a:lstStyle>
          <a:p xmlns:a="http://schemas.openxmlformats.org/drawingml/2006/main">
            <a:pPr algn="ctr">
              <a:defRPr sz="1800">
                <a:solidFill>
                  <a:srgbClr val="172B3A"/>
                </a:solidFill>
                <a:latin typeface="Arial"/>
                <a:ea typeface="Arial"/>
                <a:cs typeface="Arial"/>
              </a:defRPr>
            </a:pPr>
            <a:r>
              <a:rPr sz="1800">
                <a:solidFill>
                  <a:srgbClr val="172B3A"/>
                </a:solidFill>
                <a:latin typeface="Arial"/>
                <a:ea typeface="Arial"/>
                <a:cs typeface="Arial"/>
              </a:rPr>
              <a:t>0</a:t>
            </a:r>
          </a:p>
        </p:txBody>
      </p:sp>
      <p:sp>
        <p:nvSpPr>
          <p:cNvPr id="9" name="">
            <a:extLst xmlns:a="http://schemas.openxmlformats.org/drawingml/2006/main">
              <a:ext uri="{FF2B5EF4-FFF2-40B4-BE49-F238E27FC236}">
                <a16:creationId xmlns:a16="http://schemas.microsoft.com/office/drawing/2014/main" id="{EFCC7610-EA1C-4374-B97C-62CBFD702140}"/>
              </a:ext>
            </a:extLst>
          </p:cNvPr>
          <p:cNvSpPr>
            <a:spLocks xmlns:a="http://schemas.openxmlformats.org/drawingml/2006/main" noGrp="1"/>
          </p:cNvSpPr>
          <p:nvPr/>
        </p:nvSpPr>
        <p:spPr>
          <a:xfrm xmlns:a="http://schemas.openxmlformats.org/drawingml/2006/main">
            <a:off x="4838700" y="2571750"/>
            <a:ext cx="133350" cy="1333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399F5A1-9C4C-480F-A805-BC0240230095}"/>
              </a:ext>
            </a:extLst>
          </p:cNvPr>
          <p:cNvSpPr>
            <a:spLocks xmlns:a="http://schemas.openxmlformats.org/drawingml/2006/main" noGrp="1"/>
          </p:cNvSpPr>
          <p:nvPr/>
        </p:nvSpPr>
        <p:spPr>
          <a:xfrm xmlns:a="http://schemas.openxmlformats.org/drawingml/2006/main">
            <a:off x="4972050" y="2638425"/>
            <a:ext cx="152400" cy="953"/>
          </a:xfrm>
          <a:custGeom xmlns:a="http://schemas.openxmlformats.org/drawingml/2006/main">
            <a:pathLst>
              <a:path w="152400" h="953">
                <a:moveTo>
                  <a:pt x="0" y="0"/>
                </a:moveTo>
                <a:lnTo>
                  <a:pt x="152400" y="0"/>
                </a:lnTo>
              </a:path>
            </a:pathLst>
          </a:custGeom>
          <a:noFill xmlns:a="http://schemas.openxmlformats.org/drawingml/2006/main"/>
          <a:ln xmlns:a="http://schemas.openxmlformats.org/drawingml/2006/main" w="28575">
            <a:solidFill>
              <a:srgbClr val="175F96"/>
            </a:solidFill>
          </a:ln>
        </p:spPr>
      </p:sp>
      <p:sp>
        <p:nvSpPr>
          <p:cNvPr id="11" name="">
            <a:extLst xmlns:a="http://schemas.openxmlformats.org/drawingml/2006/main">
              <a:ext uri="{FF2B5EF4-FFF2-40B4-BE49-F238E27FC236}">
                <a16:creationId xmlns:a16="http://schemas.microsoft.com/office/drawing/2014/main" id="{4C2CE59F-0F18-45EF-A83E-34F0929E4152}"/>
              </a:ext>
            </a:extLst>
          </p:cNvPr>
          <p:cNvSpPr>
            <a:spLocks xmlns:a="http://schemas.openxmlformats.org/drawingml/2006/main" noGrp="1"/>
          </p:cNvSpPr>
          <p:nvPr/>
        </p:nvSpPr>
        <p:spPr>
          <a:xfrm xmlns:a="http://schemas.openxmlformats.org/drawingml/2006/main">
            <a:off x="5124450" y="2571750"/>
            <a:ext cx="133350" cy="1333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B608D0F-8501-47A7-A28D-743A914E0EB8}"/>
              </a:ext>
            </a:extLst>
          </p:cNvPr>
          <p:cNvSpPr>
            <a:spLocks xmlns:a="http://schemas.openxmlformats.org/drawingml/2006/main" noGrp="1"/>
          </p:cNvSpPr>
          <p:nvPr/>
        </p:nvSpPr>
        <p:spPr>
          <a:xfrm xmlns:a="http://schemas.openxmlformats.org/drawingml/2006/main">
            <a:off x="4953000" y="2895600"/>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800">
                <a:solidFill>
                  <a:srgbClr val="172B3A"/>
                </a:solidFill>
                <a:latin typeface="Arial"/>
                <a:ea typeface="Arial"/>
                <a:cs typeface="Arial"/>
              </a:defRPr>
            </a:defPPr>
            <a:lvl1pPr algn="ctr">
              <a:defRPr sz="1800">
                <a:solidFill>
                  <a:srgbClr val="172B3A"/>
                </a:solidFill>
                <a:latin typeface="Arial"/>
                <a:ea typeface="Arial"/>
                <a:cs typeface="Arial"/>
              </a:defRPr>
            </a:lvl1pPr>
            <a:lvl2pPr algn="ctr">
              <a:defRPr sz="1800">
                <a:solidFill>
                  <a:srgbClr val="172B3A"/>
                </a:solidFill>
                <a:latin typeface="Arial"/>
                <a:ea typeface="Arial"/>
                <a:cs typeface="Arial"/>
              </a:defRPr>
            </a:lvl2pPr>
            <a:lvl3pPr algn="ctr">
              <a:defRPr sz="1800">
                <a:solidFill>
                  <a:srgbClr val="172B3A"/>
                </a:solidFill>
                <a:latin typeface="Arial"/>
                <a:ea typeface="Arial"/>
                <a:cs typeface="Arial"/>
              </a:defRPr>
            </a:lvl3pPr>
            <a:lvl4pPr algn="ctr">
              <a:defRPr sz="1800">
                <a:solidFill>
                  <a:srgbClr val="172B3A"/>
                </a:solidFill>
                <a:latin typeface="Arial"/>
                <a:ea typeface="Arial"/>
                <a:cs typeface="Arial"/>
              </a:defRPr>
            </a:lvl4pPr>
            <a:lvl5pPr algn="ctr">
              <a:defRPr sz="1800">
                <a:solidFill>
                  <a:srgbClr val="172B3A"/>
                </a:solidFill>
                <a:latin typeface="Arial"/>
                <a:ea typeface="Arial"/>
                <a:cs typeface="Arial"/>
              </a:defRPr>
            </a:lvl5pPr>
            <a:lvl6pPr algn="ctr">
              <a:defRPr sz="1800">
                <a:solidFill>
                  <a:srgbClr val="172B3A"/>
                </a:solidFill>
                <a:latin typeface="Arial"/>
                <a:ea typeface="Arial"/>
                <a:cs typeface="Arial"/>
              </a:defRPr>
            </a:lvl6pPr>
            <a:lvl7pPr algn="ctr">
              <a:defRPr sz="1800">
                <a:solidFill>
                  <a:srgbClr val="172B3A"/>
                </a:solidFill>
                <a:latin typeface="Arial"/>
                <a:ea typeface="Arial"/>
                <a:cs typeface="Arial"/>
              </a:defRPr>
            </a:lvl7pPr>
            <a:lvl8pPr algn="ctr">
              <a:defRPr sz="1800">
                <a:solidFill>
                  <a:srgbClr val="172B3A"/>
                </a:solidFill>
                <a:latin typeface="Arial"/>
                <a:ea typeface="Arial"/>
                <a:cs typeface="Arial"/>
              </a:defRPr>
            </a:lvl8pPr>
            <a:lvl9pPr algn="ctr">
              <a:defRPr sz="1800">
                <a:solidFill>
                  <a:srgbClr val="172B3A"/>
                </a:solidFill>
                <a:latin typeface="Arial"/>
                <a:ea typeface="Arial"/>
                <a:cs typeface="Arial"/>
              </a:defRPr>
            </a:lvl9pPr>
          </a:lstStyle>
          <a:p xmlns:a="http://schemas.openxmlformats.org/drawingml/2006/main">
            <a:pPr algn="ctr">
              <a:defRPr sz="1800">
                <a:solidFill>
                  <a:srgbClr val="172B3A"/>
                </a:solidFill>
                <a:latin typeface="Arial"/>
                <a:ea typeface="Arial"/>
                <a:cs typeface="Arial"/>
              </a:defRPr>
            </a:pPr>
            <a:r>
              <a:rPr sz="1800">
                <a:solidFill>
                  <a:srgbClr val="172B3A"/>
                </a:solidFill>
                <a:latin typeface="Arial"/>
                <a:ea typeface="Arial"/>
                <a:cs typeface="Arial"/>
              </a:rPr>
              <a:t>50</a:t>
            </a:r>
          </a:p>
        </p:txBody>
      </p:sp>
      <p:sp>
        <p:nvSpPr>
          <p:cNvPr id="13" name="">
            <a:extLst xmlns:a="http://schemas.openxmlformats.org/drawingml/2006/main">
              <a:ext uri="{FF2B5EF4-FFF2-40B4-BE49-F238E27FC236}">
                <a16:creationId xmlns:a16="http://schemas.microsoft.com/office/drawing/2014/main" id="{2E6862DF-7264-49B9-A21B-8C523D98E8A3}"/>
              </a:ext>
            </a:extLst>
          </p:cNvPr>
          <p:cNvSpPr>
            <a:spLocks xmlns:a="http://schemas.openxmlformats.org/drawingml/2006/main" noGrp="1"/>
          </p:cNvSpPr>
          <p:nvPr/>
        </p:nvSpPr>
        <p:spPr>
          <a:xfrm xmlns:a="http://schemas.openxmlformats.org/drawingml/2006/main">
            <a:off x="8096250" y="24765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72B3A"/>
                </a:solidFill>
                <a:latin typeface="Arial"/>
                <a:ea typeface="Arial"/>
                <a:cs typeface="Arial"/>
              </a:defRPr>
            </a:defPPr>
            <a:lvl1pPr>
              <a:defRPr sz="2400" b="1">
                <a:solidFill>
                  <a:srgbClr val="172B3A"/>
                </a:solidFill>
                <a:latin typeface="Arial"/>
                <a:ea typeface="Arial"/>
                <a:cs typeface="Arial"/>
              </a:defRPr>
            </a:lvl1pPr>
            <a:lvl2pPr>
              <a:defRPr sz="2400" b="1">
                <a:solidFill>
                  <a:srgbClr val="172B3A"/>
                </a:solidFill>
                <a:latin typeface="Arial"/>
                <a:ea typeface="Arial"/>
                <a:cs typeface="Arial"/>
              </a:defRPr>
            </a:lvl2pPr>
            <a:lvl3pPr>
              <a:defRPr sz="2400" b="1">
                <a:solidFill>
                  <a:srgbClr val="172B3A"/>
                </a:solidFill>
                <a:latin typeface="Arial"/>
                <a:ea typeface="Arial"/>
                <a:cs typeface="Arial"/>
              </a:defRPr>
            </a:lvl3pPr>
            <a:lvl4pPr>
              <a:defRPr sz="2400" b="1">
                <a:solidFill>
                  <a:srgbClr val="172B3A"/>
                </a:solidFill>
                <a:latin typeface="Arial"/>
                <a:ea typeface="Arial"/>
                <a:cs typeface="Arial"/>
              </a:defRPr>
            </a:lvl4pPr>
            <a:lvl5pPr>
              <a:defRPr sz="2400" b="1">
                <a:solidFill>
                  <a:srgbClr val="172B3A"/>
                </a:solidFill>
                <a:latin typeface="Arial"/>
                <a:ea typeface="Arial"/>
                <a:cs typeface="Arial"/>
              </a:defRPr>
            </a:lvl5pPr>
            <a:lvl6pPr>
              <a:defRPr sz="2400" b="1">
                <a:solidFill>
                  <a:srgbClr val="172B3A"/>
                </a:solidFill>
                <a:latin typeface="Arial"/>
                <a:ea typeface="Arial"/>
                <a:cs typeface="Arial"/>
              </a:defRPr>
            </a:lvl6pPr>
            <a:lvl7pPr>
              <a:defRPr sz="2400" b="1">
                <a:solidFill>
                  <a:srgbClr val="172B3A"/>
                </a:solidFill>
                <a:latin typeface="Arial"/>
                <a:ea typeface="Arial"/>
                <a:cs typeface="Arial"/>
              </a:defRPr>
            </a:lvl7pPr>
            <a:lvl8pPr>
              <a:defRPr sz="2400" b="1">
                <a:solidFill>
                  <a:srgbClr val="172B3A"/>
                </a:solidFill>
                <a:latin typeface="Arial"/>
                <a:ea typeface="Arial"/>
                <a:cs typeface="Arial"/>
              </a:defRPr>
            </a:lvl8pPr>
            <a:lvl9pPr>
              <a:defRPr sz="2400" b="1">
                <a:solidFill>
                  <a:srgbClr val="172B3A"/>
                </a:solidFill>
                <a:latin typeface="Arial"/>
                <a:ea typeface="Arial"/>
                <a:cs typeface="Arial"/>
              </a:defRPr>
            </a:lvl9pPr>
          </a:lstStyle>
          <a:p xmlns:a="http://schemas.openxmlformats.org/drawingml/2006/main">
            <a:pPr>
              <a:defRPr sz="2400" b="1">
                <a:solidFill>
                  <a:srgbClr val="172B3A"/>
                </a:solidFill>
                <a:latin typeface="Arial"/>
                <a:ea typeface="Arial"/>
                <a:cs typeface="Arial"/>
              </a:defRPr>
            </a:pPr>
            <a:r>
              <a:rPr sz="2400" b="1">
                <a:solidFill>
                  <a:srgbClr val="172B3A"/>
                </a:solidFill>
                <a:latin typeface="Arial"/>
                <a:ea typeface="Arial"/>
                <a:cs typeface="Arial"/>
              </a:rPr>
              <a:t>3 checks</a:t>
            </a:r>
          </a:p>
        </p:txBody>
      </p:sp>
      <p:sp>
        <p:nvSpPr>
          <p:cNvPr id="14" name="">
            <a:extLst xmlns:a="http://schemas.openxmlformats.org/drawingml/2006/main">
              <a:ext uri="{FF2B5EF4-FFF2-40B4-BE49-F238E27FC236}">
                <a16:creationId xmlns:a16="http://schemas.microsoft.com/office/drawing/2014/main" id="{ACB1EC4E-3950-4651-BD3A-8D81BC75CC19}"/>
              </a:ext>
            </a:extLst>
          </p:cNvPr>
          <p:cNvSpPr>
            <a:spLocks xmlns:a="http://schemas.openxmlformats.org/drawingml/2006/main" noGrp="1"/>
          </p:cNvSpPr>
          <p:nvPr/>
        </p:nvSpPr>
        <p:spPr>
          <a:xfrm xmlns:a="http://schemas.openxmlformats.org/drawingml/2006/main">
            <a:off x="666750" y="4019550"/>
            <a:ext cx="3714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500-update window</a:t>
            </a:r>
          </a:p>
        </p:txBody>
      </p:sp>
      <p:sp>
        <p:nvSpPr>
          <p:cNvPr id="15" name="">
            <a:extLst xmlns:a="http://schemas.openxmlformats.org/drawingml/2006/main">
              <a:ext uri="{FF2B5EF4-FFF2-40B4-BE49-F238E27FC236}">
                <a16:creationId xmlns:a16="http://schemas.microsoft.com/office/drawing/2014/main" id="{47E52547-8DD0-491B-B8CF-C794774BA1F7}"/>
              </a:ext>
            </a:extLst>
          </p:cNvPr>
          <p:cNvSpPr>
            <a:spLocks xmlns:a="http://schemas.openxmlformats.org/drawingml/2006/main" noGrp="1"/>
          </p:cNvSpPr>
          <p:nvPr/>
        </p:nvSpPr>
        <p:spPr>
          <a:xfrm xmlns:a="http://schemas.openxmlformats.org/drawingml/2006/main">
            <a:off x="45720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D87F7A1-00F2-461F-ACA6-6ACD4689212E}"/>
              </a:ext>
            </a:extLst>
          </p:cNvPr>
          <p:cNvSpPr>
            <a:spLocks xmlns:a="http://schemas.openxmlformats.org/drawingml/2006/main" noGrp="1"/>
          </p:cNvSpPr>
          <p:nvPr/>
        </p:nvSpPr>
        <p:spPr>
          <a:xfrm xmlns:a="http://schemas.openxmlformats.org/drawingml/2006/main">
            <a:off x="46672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17" name="">
            <a:extLst xmlns:a="http://schemas.openxmlformats.org/drawingml/2006/main">
              <a:ext uri="{FF2B5EF4-FFF2-40B4-BE49-F238E27FC236}">
                <a16:creationId xmlns:a16="http://schemas.microsoft.com/office/drawing/2014/main" id="{6F9FD88F-1786-484B-BEB6-5F4C209374E8}"/>
              </a:ext>
            </a:extLst>
          </p:cNvPr>
          <p:cNvSpPr>
            <a:spLocks xmlns:a="http://schemas.openxmlformats.org/drawingml/2006/main" noGrp="1"/>
          </p:cNvSpPr>
          <p:nvPr/>
        </p:nvSpPr>
        <p:spPr>
          <a:xfrm xmlns:a="http://schemas.openxmlformats.org/drawingml/2006/main">
            <a:off x="48577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3F6A71E-0FB6-414C-833C-BAEF77DCCAAD}"/>
              </a:ext>
            </a:extLst>
          </p:cNvPr>
          <p:cNvSpPr>
            <a:spLocks xmlns:a="http://schemas.openxmlformats.org/drawingml/2006/main" noGrp="1"/>
          </p:cNvSpPr>
          <p:nvPr/>
        </p:nvSpPr>
        <p:spPr>
          <a:xfrm xmlns:a="http://schemas.openxmlformats.org/drawingml/2006/main">
            <a:off x="49530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19" name="">
            <a:extLst xmlns:a="http://schemas.openxmlformats.org/drawingml/2006/main">
              <a:ext uri="{FF2B5EF4-FFF2-40B4-BE49-F238E27FC236}">
                <a16:creationId xmlns:a16="http://schemas.microsoft.com/office/drawing/2014/main" id="{BBD321EE-E4BF-4AAD-A2ED-2F8E4416F339}"/>
              </a:ext>
            </a:extLst>
          </p:cNvPr>
          <p:cNvSpPr>
            <a:spLocks xmlns:a="http://schemas.openxmlformats.org/drawingml/2006/main" noGrp="1"/>
          </p:cNvSpPr>
          <p:nvPr/>
        </p:nvSpPr>
        <p:spPr>
          <a:xfrm xmlns:a="http://schemas.openxmlformats.org/drawingml/2006/main">
            <a:off x="51435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9D5AF84-E320-4472-8EC3-5BDEEB7DDFBA}"/>
              </a:ext>
            </a:extLst>
          </p:cNvPr>
          <p:cNvSpPr>
            <a:spLocks xmlns:a="http://schemas.openxmlformats.org/drawingml/2006/main" noGrp="1"/>
          </p:cNvSpPr>
          <p:nvPr/>
        </p:nvSpPr>
        <p:spPr>
          <a:xfrm xmlns:a="http://schemas.openxmlformats.org/drawingml/2006/main">
            <a:off x="52387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21" name="">
            <a:extLst xmlns:a="http://schemas.openxmlformats.org/drawingml/2006/main">
              <a:ext uri="{FF2B5EF4-FFF2-40B4-BE49-F238E27FC236}">
                <a16:creationId xmlns:a16="http://schemas.microsoft.com/office/drawing/2014/main" id="{44F74CAA-5CC1-4411-9AF0-66FFB45F0AFC}"/>
              </a:ext>
            </a:extLst>
          </p:cNvPr>
          <p:cNvSpPr>
            <a:spLocks xmlns:a="http://schemas.openxmlformats.org/drawingml/2006/main" noGrp="1"/>
          </p:cNvSpPr>
          <p:nvPr/>
        </p:nvSpPr>
        <p:spPr>
          <a:xfrm xmlns:a="http://schemas.openxmlformats.org/drawingml/2006/main">
            <a:off x="54292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85FCF13-95C3-4B60-9625-950696A3F997}"/>
              </a:ext>
            </a:extLst>
          </p:cNvPr>
          <p:cNvSpPr>
            <a:spLocks xmlns:a="http://schemas.openxmlformats.org/drawingml/2006/main" noGrp="1"/>
          </p:cNvSpPr>
          <p:nvPr/>
        </p:nvSpPr>
        <p:spPr>
          <a:xfrm xmlns:a="http://schemas.openxmlformats.org/drawingml/2006/main">
            <a:off x="55245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23" name="">
            <a:extLst xmlns:a="http://schemas.openxmlformats.org/drawingml/2006/main">
              <a:ext uri="{FF2B5EF4-FFF2-40B4-BE49-F238E27FC236}">
                <a16:creationId xmlns:a16="http://schemas.microsoft.com/office/drawing/2014/main" id="{D363FDB2-3F7F-44F4-99A0-69B241C6FAA9}"/>
              </a:ext>
            </a:extLst>
          </p:cNvPr>
          <p:cNvSpPr>
            <a:spLocks xmlns:a="http://schemas.openxmlformats.org/drawingml/2006/main" noGrp="1"/>
          </p:cNvSpPr>
          <p:nvPr/>
        </p:nvSpPr>
        <p:spPr>
          <a:xfrm xmlns:a="http://schemas.openxmlformats.org/drawingml/2006/main">
            <a:off x="57150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706ED2-94EB-4B7E-BEA2-863DF9A72B47}"/>
              </a:ext>
            </a:extLst>
          </p:cNvPr>
          <p:cNvSpPr>
            <a:spLocks xmlns:a="http://schemas.openxmlformats.org/drawingml/2006/main" noGrp="1"/>
          </p:cNvSpPr>
          <p:nvPr/>
        </p:nvSpPr>
        <p:spPr>
          <a:xfrm xmlns:a="http://schemas.openxmlformats.org/drawingml/2006/main">
            <a:off x="58102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25" name="">
            <a:extLst xmlns:a="http://schemas.openxmlformats.org/drawingml/2006/main">
              <a:ext uri="{FF2B5EF4-FFF2-40B4-BE49-F238E27FC236}">
                <a16:creationId xmlns:a16="http://schemas.microsoft.com/office/drawing/2014/main" id="{0D37E7D4-C530-4D20-834A-57877EBECAB0}"/>
              </a:ext>
            </a:extLst>
          </p:cNvPr>
          <p:cNvSpPr>
            <a:spLocks xmlns:a="http://schemas.openxmlformats.org/drawingml/2006/main" noGrp="1"/>
          </p:cNvSpPr>
          <p:nvPr/>
        </p:nvSpPr>
        <p:spPr>
          <a:xfrm xmlns:a="http://schemas.openxmlformats.org/drawingml/2006/main">
            <a:off x="60007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970A8B51-4003-4C37-8920-B811319E2843}"/>
              </a:ext>
            </a:extLst>
          </p:cNvPr>
          <p:cNvSpPr>
            <a:spLocks xmlns:a="http://schemas.openxmlformats.org/drawingml/2006/main" noGrp="1"/>
          </p:cNvSpPr>
          <p:nvPr/>
        </p:nvSpPr>
        <p:spPr>
          <a:xfrm xmlns:a="http://schemas.openxmlformats.org/drawingml/2006/main">
            <a:off x="60960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27" name="">
            <a:extLst xmlns:a="http://schemas.openxmlformats.org/drawingml/2006/main">
              <a:ext uri="{FF2B5EF4-FFF2-40B4-BE49-F238E27FC236}">
                <a16:creationId xmlns:a16="http://schemas.microsoft.com/office/drawing/2014/main" id="{76968A0E-7322-4D6D-9DFA-65DC0C4B17A8}"/>
              </a:ext>
            </a:extLst>
          </p:cNvPr>
          <p:cNvSpPr>
            <a:spLocks xmlns:a="http://schemas.openxmlformats.org/drawingml/2006/main" noGrp="1"/>
          </p:cNvSpPr>
          <p:nvPr/>
        </p:nvSpPr>
        <p:spPr>
          <a:xfrm xmlns:a="http://schemas.openxmlformats.org/drawingml/2006/main">
            <a:off x="62865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9E02820-F0EC-487F-8FE5-0151B3F2CAC0}"/>
              </a:ext>
            </a:extLst>
          </p:cNvPr>
          <p:cNvSpPr>
            <a:spLocks xmlns:a="http://schemas.openxmlformats.org/drawingml/2006/main" noGrp="1"/>
          </p:cNvSpPr>
          <p:nvPr/>
        </p:nvSpPr>
        <p:spPr>
          <a:xfrm xmlns:a="http://schemas.openxmlformats.org/drawingml/2006/main">
            <a:off x="63817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29" name="">
            <a:extLst xmlns:a="http://schemas.openxmlformats.org/drawingml/2006/main">
              <a:ext uri="{FF2B5EF4-FFF2-40B4-BE49-F238E27FC236}">
                <a16:creationId xmlns:a16="http://schemas.microsoft.com/office/drawing/2014/main" id="{F140D1ED-5106-4FB3-BA64-37CCEED077F1}"/>
              </a:ext>
            </a:extLst>
          </p:cNvPr>
          <p:cNvSpPr>
            <a:spLocks xmlns:a="http://schemas.openxmlformats.org/drawingml/2006/main" noGrp="1"/>
          </p:cNvSpPr>
          <p:nvPr/>
        </p:nvSpPr>
        <p:spPr>
          <a:xfrm xmlns:a="http://schemas.openxmlformats.org/drawingml/2006/main">
            <a:off x="65722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DF269C50-21AB-41A5-B490-E57D9BB03725}"/>
              </a:ext>
            </a:extLst>
          </p:cNvPr>
          <p:cNvSpPr>
            <a:spLocks xmlns:a="http://schemas.openxmlformats.org/drawingml/2006/main" noGrp="1"/>
          </p:cNvSpPr>
          <p:nvPr/>
        </p:nvSpPr>
        <p:spPr>
          <a:xfrm xmlns:a="http://schemas.openxmlformats.org/drawingml/2006/main">
            <a:off x="66675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31" name="">
            <a:extLst xmlns:a="http://schemas.openxmlformats.org/drawingml/2006/main">
              <a:ext uri="{FF2B5EF4-FFF2-40B4-BE49-F238E27FC236}">
                <a16:creationId xmlns:a16="http://schemas.microsoft.com/office/drawing/2014/main" id="{992CF757-D91E-43E6-BB2D-DB0FA452AA7C}"/>
              </a:ext>
            </a:extLst>
          </p:cNvPr>
          <p:cNvSpPr>
            <a:spLocks xmlns:a="http://schemas.openxmlformats.org/drawingml/2006/main" noGrp="1"/>
          </p:cNvSpPr>
          <p:nvPr/>
        </p:nvSpPr>
        <p:spPr>
          <a:xfrm xmlns:a="http://schemas.openxmlformats.org/drawingml/2006/main">
            <a:off x="68580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4130D35-37DF-49E5-815B-FD3493A2116C}"/>
              </a:ext>
            </a:extLst>
          </p:cNvPr>
          <p:cNvSpPr>
            <a:spLocks xmlns:a="http://schemas.openxmlformats.org/drawingml/2006/main" noGrp="1"/>
          </p:cNvSpPr>
          <p:nvPr/>
        </p:nvSpPr>
        <p:spPr>
          <a:xfrm xmlns:a="http://schemas.openxmlformats.org/drawingml/2006/main">
            <a:off x="69532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33" name="">
            <a:extLst xmlns:a="http://schemas.openxmlformats.org/drawingml/2006/main">
              <a:ext uri="{FF2B5EF4-FFF2-40B4-BE49-F238E27FC236}">
                <a16:creationId xmlns:a16="http://schemas.microsoft.com/office/drawing/2014/main" id="{AA6B8C17-EDDE-4231-9851-B2E1A9054E1A}"/>
              </a:ext>
            </a:extLst>
          </p:cNvPr>
          <p:cNvSpPr>
            <a:spLocks xmlns:a="http://schemas.openxmlformats.org/drawingml/2006/main" noGrp="1"/>
          </p:cNvSpPr>
          <p:nvPr/>
        </p:nvSpPr>
        <p:spPr>
          <a:xfrm xmlns:a="http://schemas.openxmlformats.org/drawingml/2006/main">
            <a:off x="71437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5C283B72-6F0A-47DE-A96C-6B64BD69EB87}"/>
              </a:ext>
            </a:extLst>
          </p:cNvPr>
          <p:cNvSpPr>
            <a:spLocks xmlns:a="http://schemas.openxmlformats.org/drawingml/2006/main" noGrp="1"/>
          </p:cNvSpPr>
          <p:nvPr/>
        </p:nvSpPr>
        <p:spPr>
          <a:xfrm xmlns:a="http://schemas.openxmlformats.org/drawingml/2006/main">
            <a:off x="72390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35" name="">
            <a:extLst xmlns:a="http://schemas.openxmlformats.org/drawingml/2006/main">
              <a:ext uri="{FF2B5EF4-FFF2-40B4-BE49-F238E27FC236}">
                <a16:creationId xmlns:a16="http://schemas.microsoft.com/office/drawing/2014/main" id="{D30703E6-1ACE-4E9B-B80A-3217DF4D3AE1}"/>
              </a:ext>
            </a:extLst>
          </p:cNvPr>
          <p:cNvSpPr>
            <a:spLocks xmlns:a="http://schemas.openxmlformats.org/drawingml/2006/main" noGrp="1"/>
          </p:cNvSpPr>
          <p:nvPr/>
        </p:nvSpPr>
        <p:spPr>
          <a:xfrm xmlns:a="http://schemas.openxmlformats.org/drawingml/2006/main">
            <a:off x="74295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6709ECCA-BBB2-48A8-BE87-3F6C0B176A8C}"/>
              </a:ext>
            </a:extLst>
          </p:cNvPr>
          <p:cNvSpPr>
            <a:spLocks xmlns:a="http://schemas.openxmlformats.org/drawingml/2006/main" noGrp="1"/>
          </p:cNvSpPr>
          <p:nvPr/>
        </p:nvSpPr>
        <p:spPr>
          <a:xfrm xmlns:a="http://schemas.openxmlformats.org/drawingml/2006/main">
            <a:off x="75247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37" name="">
            <a:extLst xmlns:a="http://schemas.openxmlformats.org/drawingml/2006/main">
              <a:ext uri="{FF2B5EF4-FFF2-40B4-BE49-F238E27FC236}">
                <a16:creationId xmlns:a16="http://schemas.microsoft.com/office/drawing/2014/main" id="{856EE4E8-B9F5-4ED7-A5CF-008D286FDD23}"/>
              </a:ext>
            </a:extLst>
          </p:cNvPr>
          <p:cNvSpPr>
            <a:spLocks xmlns:a="http://schemas.openxmlformats.org/drawingml/2006/main" noGrp="1"/>
          </p:cNvSpPr>
          <p:nvPr/>
        </p:nvSpPr>
        <p:spPr>
          <a:xfrm xmlns:a="http://schemas.openxmlformats.org/drawingml/2006/main">
            <a:off x="77152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AFD96EFA-568F-4EB1-8294-AC47DF7792C6}"/>
              </a:ext>
            </a:extLst>
          </p:cNvPr>
          <p:cNvSpPr>
            <a:spLocks xmlns:a="http://schemas.openxmlformats.org/drawingml/2006/main" noGrp="1"/>
          </p:cNvSpPr>
          <p:nvPr/>
        </p:nvSpPr>
        <p:spPr>
          <a:xfrm xmlns:a="http://schemas.openxmlformats.org/drawingml/2006/main">
            <a:off x="78105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39" name="">
            <a:extLst xmlns:a="http://schemas.openxmlformats.org/drawingml/2006/main">
              <a:ext uri="{FF2B5EF4-FFF2-40B4-BE49-F238E27FC236}">
                <a16:creationId xmlns:a16="http://schemas.microsoft.com/office/drawing/2014/main" id="{4CE7B4BA-830C-4FC8-93B0-A6C25530190C}"/>
              </a:ext>
            </a:extLst>
          </p:cNvPr>
          <p:cNvSpPr>
            <a:spLocks xmlns:a="http://schemas.openxmlformats.org/drawingml/2006/main" noGrp="1"/>
          </p:cNvSpPr>
          <p:nvPr/>
        </p:nvSpPr>
        <p:spPr>
          <a:xfrm xmlns:a="http://schemas.openxmlformats.org/drawingml/2006/main">
            <a:off x="80010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02A6A0A3-3417-442C-8CAC-36A0BBFC2243}"/>
              </a:ext>
            </a:extLst>
          </p:cNvPr>
          <p:cNvSpPr>
            <a:spLocks xmlns:a="http://schemas.openxmlformats.org/drawingml/2006/main" noGrp="1"/>
          </p:cNvSpPr>
          <p:nvPr/>
        </p:nvSpPr>
        <p:spPr>
          <a:xfrm xmlns:a="http://schemas.openxmlformats.org/drawingml/2006/main">
            <a:off x="80962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41" name="">
            <a:extLst xmlns:a="http://schemas.openxmlformats.org/drawingml/2006/main">
              <a:ext uri="{FF2B5EF4-FFF2-40B4-BE49-F238E27FC236}">
                <a16:creationId xmlns:a16="http://schemas.microsoft.com/office/drawing/2014/main" id="{D64782F1-0A07-4B86-92CC-40A6A29F21CE}"/>
              </a:ext>
            </a:extLst>
          </p:cNvPr>
          <p:cNvSpPr>
            <a:spLocks xmlns:a="http://schemas.openxmlformats.org/drawingml/2006/main" noGrp="1"/>
          </p:cNvSpPr>
          <p:nvPr/>
        </p:nvSpPr>
        <p:spPr>
          <a:xfrm xmlns:a="http://schemas.openxmlformats.org/drawingml/2006/main">
            <a:off x="82867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D1B9D060-F526-4F63-A84B-66FD24C3FD83}"/>
              </a:ext>
            </a:extLst>
          </p:cNvPr>
          <p:cNvSpPr>
            <a:spLocks xmlns:a="http://schemas.openxmlformats.org/drawingml/2006/main" noGrp="1"/>
          </p:cNvSpPr>
          <p:nvPr/>
        </p:nvSpPr>
        <p:spPr>
          <a:xfrm xmlns:a="http://schemas.openxmlformats.org/drawingml/2006/main">
            <a:off x="83820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43" name="">
            <a:extLst xmlns:a="http://schemas.openxmlformats.org/drawingml/2006/main">
              <a:ext uri="{FF2B5EF4-FFF2-40B4-BE49-F238E27FC236}">
                <a16:creationId xmlns:a16="http://schemas.microsoft.com/office/drawing/2014/main" id="{2BA2BE35-87F2-47CA-81CA-52B97501DFD4}"/>
              </a:ext>
            </a:extLst>
          </p:cNvPr>
          <p:cNvSpPr>
            <a:spLocks xmlns:a="http://schemas.openxmlformats.org/drawingml/2006/main" noGrp="1"/>
          </p:cNvSpPr>
          <p:nvPr/>
        </p:nvSpPr>
        <p:spPr>
          <a:xfrm xmlns:a="http://schemas.openxmlformats.org/drawingml/2006/main">
            <a:off x="85725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157E17B2-4659-4E40-AFEC-944BABFBA442}"/>
              </a:ext>
            </a:extLst>
          </p:cNvPr>
          <p:cNvSpPr>
            <a:spLocks xmlns:a="http://schemas.openxmlformats.org/drawingml/2006/main" noGrp="1"/>
          </p:cNvSpPr>
          <p:nvPr/>
        </p:nvSpPr>
        <p:spPr>
          <a:xfrm xmlns:a="http://schemas.openxmlformats.org/drawingml/2006/main">
            <a:off x="86677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45" name="">
            <a:extLst xmlns:a="http://schemas.openxmlformats.org/drawingml/2006/main">
              <a:ext uri="{FF2B5EF4-FFF2-40B4-BE49-F238E27FC236}">
                <a16:creationId xmlns:a16="http://schemas.microsoft.com/office/drawing/2014/main" id="{BE440E63-C20F-45AE-8257-0BC8D8FF1548}"/>
              </a:ext>
            </a:extLst>
          </p:cNvPr>
          <p:cNvSpPr>
            <a:spLocks xmlns:a="http://schemas.openxmlformats.org/drawingml/2006/main" noGrp="1"/>
          </p:cNvSpPr>
          <p:nvPr/>
        </p:nvSpPr>
        <p:spPr>
          <a:xfrm xmlns:a="http://schemas.openxmlformats.org/drawingml/2006/main">
            <a:off x="88582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2579006B-55B0-4C0D-A7F0-EEF0D9701C60}"/>
              </a:ext>
            </a:extLst>
          </p:cNvPr>
          <p:cNvSpPr>
            <a:spLocks xmlns:a="http://schemas.openxmlformats.org/drawingml/2006/main" noGrp="1"/>
          </p:cNvSpPr>
          <p:nvPr/>
        </p:nvSpPr>
        <p:spPr>
          <a:xfrm xmlns:a="http://schemas.openxmlformats.org/drawingml/2006/main">
            <a:off x="89535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47" name="">
            <a:extLst xmlns:a="http://schemas.openxmlformats.org/drawingml/2006/main">
              <a:ext uri="{FF2B5EF4-FFF2-40B4-BE49-F238E27FC236}">
                <a16:creationId xmlns:a16="http://schemas.microsoft.com/office/drawing/2014/main" id="{8B295CC0-10D9-47E7-B6B4-4E3114AE9CEC}"/>
              </a:ext>
            </a:extLst>
          </p:cNvPr>
          <p:cNvSpPr>
            <a:spLocks xmlns:a="http://schemas.openxmlformats.org/drawingml/2006/main" noGrp="1"/>
          </p:cNvSpPr>
          <p:nvPr/>
        </p:nvSpPr>
        <p:spPr>
          <a:xfrm xmlns:a="http://schemas.openxmlformats.org/drawingml/2006/main">
            <a:off x="91440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D7621604-119C-4CB7-AFD1-B2664F0EAD3F}"/>
              </a:ext>
            </a:extLst>
          </p:cNvPr>
          <p:cNvSpPr>
            <a:spLocks xmlns:a="http://schemas.openxmlformats.org/drawingml/2006/main" noGrp="1"/>
          </p:cNvSpPr>
          <p:nvPr/>
        </p:nvSpPr>
        <p:spPr>
          <a:xfrm xmlns:a="http://schemas.openxmlformats.org/drawingml/2006/main">
            <a:off x="92392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49" name="">
            <a:extLst xmlns:a="http://schemas.openxmlformats.org/drawingml/2006/main">
              <a:ext uri="{FF2B5EF4-FFF2-40B4-BE49-F238E27FC236}">
                <a16:creationId xmlns:a16="http://schemas.microsoft.com/office/drawing/2014/main" id="{FEB15EA4-74B0-4BA7-91FB-D843C98A35F6}"/>
              </a:ext>
            </a:extLst>
          </p:cNvPr>
          <p:cNvSpPr>
            <a:spLocks xmlns:a="http://schemas.openxmlformats.org/drawingml/2006/main" noGrp="1"/>
          </p:cNvSpPr>
          <p:nvPr/>
        </p:nvSpPr>
        <p:spPr>
          <a:xfrm xmlns:a="http://schemas.openxmlformats.org/drawingml/2006/main">
            <a:off x="94297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F54DE0B-11C5-460C-B3B0-789CDC70ED37}"/>
              </a:ext>
            </a:extLst>
          </p:cNvPr>
          <p:cNvSpPr>
            <a:spLocks xmlns:a="http://schemas.openxmlformats.org/drawingml/2006/main" noGrp="1"/>
          </p:cNvSpPr>
          <p:nvPr/>
        </p:nvSpPr>
        <p:spPr>
          <a:xfrm xmlns:a="http://schemas.openxmlformats.org/drawingml/2006/main">
            <a:off x="95250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51" name="">
            <a:extLst xmlns:a="http://schemas.openxmlformats.org/drawingml/2006/main">
              <a:ext uri="{FF2B5EF4-FFF2-40B4-BE49-F238E27FC236}">
                <a16:creationId xmlns:a16="http://schemas.microsoft.com/office/drawing/2014/main" id="{5C0B2F32-AE67-4C77-A6A3-D23DD2B6EA0D}"/>
              </a:ext>
            </a:extLst>
          </p:cNvPr>
          <p:cNvSpPr>
            <a:spLocks xmlns:a="http://schemas.openxmlformats.org/drawingml/2006/main" noGrp="1"/>
          </p:cNvSpPr>
          <p:nvPr/>
        </p:nvSpPr>
        <p:spPr>
          <a:xfrm xmlns:a="http://schemas.openxmlformats.org/drawingml/2006/main">
            <a:off x="97155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009FE50C-8527-4450-9076-17B39D0633D8}"/>
              </a:ext>
            </a:extLst>
          </p:cNvPr>
          <p:cNvSpPr>
            <a:spLocks xmlns:a="http://schemas.openxmlformats.org/drawingml/2006/main" noGrp="1"/>
          </p:cNvSpPr>
          <p:nvPr/>
        </p:nvSpPr>
        <p:spPr>
          <a:xfrm xmlns:a="http://schemas.openxmlformats.org/drawingml/2006/main">
            <a:off x="981075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53" name="">
            <a:extLst xmlns:a="http://schemas.openxmlformats.org/drawingml/2006/main">
              <a:ext uri="{FF2B5EF4-FFF2-40B4-BE49-F238E27FC236}">
                <a16:creationId xmlns:a16="http://schemas.microsoft.com/office/drawing/2014/main" id="{2080EFC7-E6F2-401B-8518-261B309F2134}"/>
              </a:ext>
            </a:extLst>
          </p:cNvPr>
          <p:cNvSpPr>
            <a:spLocks xmlns:a="http://schemas.openxmlformats.org/drawingml/2006/main" noGrp="1"/>
          </p:cNvSpPr>
          <p:nvPr/>
        </p:nvSpPr>
        <p:spPr>
          <a:xfrm xmlns:a="http://schemas.openxmlformats.org/drawingml/2006/main">
            <a:off x="1000125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83860FA4-C552-44E3-9930-881CA223D805}"/>
              </a:ext>
            </a:extLst>
          </p:cNvPr>
          <p:cNvSpPr>
            <a:spLocks xmlns:a="http://schemas.openxmlformats.org/drawingml/2006/main" noGrp="1"/>
          </p:cNvSpPr>
          <p:nvPr/>
        </p:nvSpPr>
        <p:spPr>
          <a:xfrm xmlns:a="http://schemas.openxmlformats.org/drawingml/2006/main">
            <a:off x="10096500" y="41910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9050">
            <a:solidFill>
              <a:srgbClr val="175F96"/>
            </a:solidFill>
          </a:ln>
        </p:spPr>
      </p:sp>
      <p:sp>
        <p:nvSpPr>
          <p:cNvPr id="55" name="">
            <a:extLst xmlns:a="http://schemas.openxmlformats.org/drawingml/2006/main">
              <a:ext uri="{FF2B5EF4-FFF2-40B4-BE49-F238E27FC236}">
                <a16:creationId xmlns:a16="http://schemas.microsoft.com/office/drawing/2014/main" id="{84B9BDE1-DF93-4F33-A11F-89973F955EEE}"/>
              </a:ext>
            </a:extLst>
          </p:cNvPr>
          <p:cNvSpPr>
            <a:spLocks xmlns:a="http://schemas.openxmlformats.org/drawingml/2006/main" noGrp="1"/>
          </p:cNvSpPr>
          <p:nvPr/>
        </p:nvSpPr>
        <p:spPr>
          <a:xfrm xmlns:a="http://schemas.openxmlformats.org/drawingml/2006/main">
            <a:off x="10287000" y="4143375"/>
            <a:ext cx="95250" cy="952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FE1DE31A-47A6-48EB-943C-C6B9F0619641}"/>
              </a:ext>
            </a:extLst>
          </p:cNvPr>
          <p:cNvSpPr>
            <a:spLocks xmlns:a="http://schemas.openxmlformats.org/drawingml/2006/main" noGrp="1"/>
          </p:cNvSpPr>
          <p:nvPr/>
        </p:nvSpPr>
        <p:spPr>
          <a:xfrm xmlns:a="http://schemas.openxmlformats.org/drawingml/2006/main">
            <a:off x="4429125" y="4486275"/>
            <a:ext cx="47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72B3A"/>
                </a:solidFill>
                <a:latin typeface="Arial"/>
                <a:ea typeface="Arial"/>
                <a:cs typeface="Arial"/>
              </a:defRPr>
            </a:defPPr>
            <a:lvl1pPr>
              <a:defRPr sz="1800">
                <a:solidFill>
                  <a:srgbClr val="172B3A"/>
                </a:solidFill>
                <a:latin typeface="Arial"/>
                <a:ea typeface="Arial"/>
                <a:cs typeface="Arial"/>
              </a:defRPr>
            </a:lvl1pPr>
            <a:lvl2pPr>
              <a:defRPr sz="1800">
                <a:solidFill>
                  <a:srgbClr val="172B3A"/>
                </a:solidFill>
                <a:latin typeface="Arial"/>
                <a:ea typeface="Arial"/>
                <a:cs typeface="Arial"/>
              </a:defRPr>
            </a:lvl2pPr>
            <a:lvl3pPr>
              <a:defRPr sz="1800">
                <a:solidFill>
                  <a:srgbClr val="172B3A"/>
                </a:solidFill>
                <a:latin typeface="Arial"/>
                <a:ea typeface="Arial"/>
                <a:cs typeface="Arial"/>
              </a:defRPr>
            </a:lvl3pPr>
            <a:lvl4pPr>
              <a:defRPr sz="1800">
                <a:solidFill>
                  <a:srgbClr val="172B3A"/>
                </a:solidFill>
                <a:latin typeface="Arial"/>
                <a:ea typeface="Arial"/>
                <a:cs typeface="Arial"/>
              </a:defRPr>
            </a:lvl4pPr>
            <a:lvl5pPr>
              <a:defRPr sz="1800">
                <a:solidFill>
                  <a:srgbClr val="172B3A"/>
                </a:solidFill>
                <a:latin typeface="Arial"/>
                <a:ea typeface="Arial"/>
                <a:cs typeface="Arial"/>
              </a:defRPr>
            </a:lvl5pPr>
            <a:lvl6pPr>
              <a:defRPr sz="1800">
                <a:solidFill>
                  <a:srgbClr val="172B3A"/>
                </a:solidFill>
                <a:latin typeface="Arial"/>
                <a:ea typeface="Arial"/>
                <a:cs typeface="Arial"/>
              </a:defRPr>
            </a:lvl6pPr>
            <a:lvl7pPr>
              <a:defRPr sz="1800">
                <a:solidFill>
                  <a:srgbClr val="172B3A"/>
                </a:solidFill>
                <a:latin typeface="Arial"/>
                <a:ea typeface="Arial"/>
                <a:cs typeface="Arial"/>
              </a:defRPr>
            </a:lvl7pPr>
            <a:lvl8pPr>
              <a:defRPr sz="1800">
                <a:solidFill>
                  <a:srgbClr val="172B3A"/>
                </a:solidFill>
                <a:latin typeface="Arial"/>
                <a:ea typeface="Arial"/>
                <a:cs typeface="Arial"/>
              </a:defRPr>
            </a:lvl8pPr>
            <a:lvl9pPr>
              <a:defRPr sz="1800">
                <a:solidFill>
                  <a:srgbClr val="172B3A"/>
                </a:solidFill>
                <a:latin typeface="Arial"/>
                <a:ea typeface="Arial"/>
                <a:cs typeface="Arial"/>
              </a:defRPr>
            </a:lvl9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0</a:t>
            </a:r>
          </a:p>
        </p:txBody>
      </p:sp>
      <p:sp>
        <p:nvSpPr>
          <p:cNvPr id="57" name="">
            <a:extLst xmlns:a="http://schemas.openxmlformats.org/drawingml/2006/main">
              <a:ext uri="{FF2B5EF4-FFF2-40B4-BE49-F238E27FC236}">
                <a16:creationId xmlns:a16="http://schemas.microsoft.com/office/drawing/2014/main" id="{63E47BF2-6394-4B3C-930F-C33BEC6AB60C}"/>
              </a:ext>
            </a:extLst>
          </p:cNvPr>
          <p:cNvSpPr>
            <a:spLocks xmlns:a="http://schemas.openxmlformats.org/drawingml/2006/main" noGrp="1"/>
          </p:cNvSpPr>
          <p:nvPr/>
        </p:nvSpPr>
        <p:spPr>
          <a:xfrm xmlns:a="http://schemas.openxmlformats.org/drawingml/2006/main">
            <a:off x="9982200" y="4486275"/>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72B3A"/>
                </a:solidFill>
                <a:latin typeface="Arial"/>
                <a:ea typeface="Arial"/>
                <a:cs typeface="Arial"/>
              </a:defRPr>
            </a:defPPr>
            <a:lvl1pPr>
              <a:defRPr sz="1800">
                <a:solidFill>
                  <a:srgbClr val="172B3A"/>
                </a:solidFill>
                <a:latin typeface="Arial"/>
                <a:ea typeface="Arial"/>
                <a:cs typeface="Arial"/>
              </a:defRPr>
            </a:lvl1pPr>
            <a:lvl2pPr>
              <a:defRPr sz="1800">
                <a:solidFill>
                  <a:srgbClr val="172B3A"/>
                </a:solidFill>
                <a:latin typeface="Arial"/>
                <a:ea typeface="Arial"/>
                <a:cs typeface="Arial"/>
              </a:defRPr>
            </a:lvl2pPr>
            <a:lvl3pPr>
              <a:defRPr sz="1800">
                <a:solidFill>
                  <a:srgbClr val="172B3A"/>
                </a:solidFill>
                <a:latin typeface="Arial"/>
                <a:ea typeface="Arial"/>
                <a:cs typeface="Arial"/>
              </a:defRPr>
            </a:lvl3pPr>
            <a:lvl4pPr>
              <a:defRPr sz="1800">
                <a:solidFill>
                  <a:srgbClr val="172B3A"/>
                </a:solidFill>
                <a:latin typeface="Arial"/>
                <a:ea typeface="Arial"/>
                <a:cs typeface="Arial"/>
              </a:defRPr>
            </a:lvl4pPr>
            <a:lvl5pPr>
              <a:defRPr sz="1800">
                <a:solidFill>
                  <a:srgbClr val="172B3A"/>
                </a:solidFill>
                <a:latin typeface="Arial"/>
                <a:ea typeface="Arial"/>
                <a:cs typeface="Arial"/>
              </a:defRPr>
            </a:lvl5pPr>
            <a:lvl6pPr>
              <a:defRPr sz="1800">
                <a:solidFill>
                  <a:srgbClr val="172B3A"/>
                </a:solidFill>
                <a:latin typeface="Arial"/>
                <a:ea typeface="Arial"/>
                <a:cs typeface="Arial"/>
              </a:defRPr>
            </a:lvl6pPr>
            <a:lvl7pPr>
              <a:defRPr sz="1800">
                <a:solidFill>
                  <a:srgbClr val="172B3A"/>
                </a:solidFill>
                <a:latin typeface="Arial"/>
                <a:ea typeface="Arial"/>
                <a:cs typeface="Arial"/>
              </a:defRPr>
            </a:lvl7pPr>
            <a:lvl8pPr>
              <a:defRPr sz="1800">
                <a:solidFill>
                  <a:srgbClr val="172B3A"/>
                </a:solidFill>
                <a:latin typeface="Arial"/>
                <a:ea typeface="Arial"/>
                <a:cs typeface="Arial"/>
              </a:defRPr>
            </a:lvl8pPr>
            <a:lvl9pPr>
              <a:defRPr sz="1800">
                <a:solidFill>
                  <a:srgbClr val="172B3A"/>
                </a:solidFill>
                <a:latin typeface="Arial"/>
                <a:ea typeface="Arial"/>
                <a:cs typeface="Arial"/>
              </a:defRPr>
            </a:lvl9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500</a:t>
            </a:r>
          </a:p>
        </p:txBody>
      </p:sp>
      <p:sp>
        <p:nvSpPr>
          <p:cNvPr id="58" name="">
            <a:extLst xmlns:a="http://schemas.openxmlformats.org/drawingml/2006/main">
              <a:ext uri="{FF2B5EF4-FFF2-40B4-BE49-F238E27FC236}">
                <a16:creationId xmlns:a16="http://schemas.microsoft.com/office/drawing/2014/main" id="{E38011CB-564A-48F9-B6D0-EA1FFC469BB3}"/>
              </a:ext>
            </a:extLst>
          </p:cNvPr>
          <p:cNvSpPr>
            <a:spLocks xmlns:a="http://schemas.openxmlformats.org/drawingml/2006/main" noGrp="1"/>
          </p:cNvSpPr>
          <p:nvPr/>
        </p:nvSpPr>
        <p:spPr>
          <a:xfrm xmlns:a="http://schemas.openxmlformats.org/drawingml/2006/main">
            <a:off x="8096250" y="3638550"/>
            <a:ext cx="285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B3A"/>
                </a:solidFill>
                <a:latin typeface="Arial"/>
                <a:ea typeface="Arial"/>
                <a:cs typeface="Arial"/>
              </a:defRPr>
            </a:defPPr>
            <a:lvl1pPr>
              <a:defRPr sz="2250" b="1">
                <a:solidFill>
                  <a:srgbClr val="172B3A"/>
                </a:solidFill>
                <a:latin typeface="Arial"/>
                <a:ea typeface="Arial"/>
                <a:cs typeface="Arial"/>
              </a:defRPr>
            </a:lvl1pPr>
            <a:lvl2pPr>
              <a:defRPr sz="2250" b="1">
                <a:solidFill>
                  <a:srgbClr val="172B3A"/>
                </a:solidFill>
                <a:latin typeface="Arial"/>
                <a:ea typeface="Arial"/>
                <a:cs typeface="Arial"/>
              </a:defRPr>
            </a:lvl2pPr>
            <a:lvl3pPr>
              <a:defRPr sz="2250" b="1">
                <a:solidFill>
                  <a:srgbClr val="172B3A"/>
                </a:solidFill>
                <a:latin typeface="Arial"/>
                <a:ea typeface="Arial"/>
                <a:cs typeface="Arial"/>
              </a:defRPr>
            </a:lvl3pPr>
            <a:lvl4pPr>
              <a:defRPr sz="2250" b="1">
                <a:solidFill>
                  <a:srgbClr val="172B3A"/>
                </a:solidFill>
                <a:latin typeface="Arial"/>
                <a:ea typeface="Arial"/>
                <a:cs typeface="Arial"/>
              </a:defRPr>
            </a:lvl4pPr>
            <a:lvl5pPr>
              <a:defRPr sz="2250" b="1">
                <a:solidFill>
                  <a:srgbClr val="172B3A"/>
                </a:solidFill>
                <a:latin typeface="Arial"/>
                <a:ea typeface="Arial"/>
                <a:cs typeface="Arial"/>
              </a:defRPr>
            </a:lvl5pPr>
            <a:lvl6pPr>
              <a:defRPr sz="2250" b="1">
                <a:solidFill>
                  <a:srgbClr val="172B3A"/>
                </a:solidFill>
                <a:latin typeface="Arial"/>
                <a:ea typeface="Arial"/>
                <a:cs typeface="Arial"/>
              </a:defRPr>
            </a:lvl6pPr>
            <a:lvl7pPr>
              <a:defRPr sz="2250" b="1">
                <a:solidFill>
                  <a:srgbClr val="172B3A"/>
                </a:solidFill>
                <a:latin typeface="Arial"/>
                <a:ea typeface="Arial"/>
                <a:cs typeface="Arial"/>
              </a:defRPr>
            </a:lvl7pPr>
            <a:lvl8pPr>
              <a:defRPr sz="2250" b="1">
                <a:solidFill>
                  <a:srgbClr val="172B3A"/>
                </a:solidFill>
                <a:latin typeface="Arial"/>
                <a:ea typeface="Arial"/>
                <a:cs typeface="Arial"/>
              </a:defRPr>
            </a:lvl8pPr>
            <a:lvl9pPr>
              <a:defRPr sz="2250" b="1">
                <a:solidFill>
                  <a:srgbClr val="172B3A"/>
                </a:solidFill>
                <a:latin typeface="Arial"/>
                <a:ea typeface="Arial"/>
                <a:cs typeface="Arial"/>
              </a:defRPr>
            </a:lvl9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21 checks</a:t>
            </a:r>
          </a:p>
        </p:txBody>
      </p:sp>
      <p:sp>
        <p:nvSpPr>
          <p:cNvPr id="59" name="">
            <a:extLst xmlns:a="http://schemas.openxmlformats.org/drawingml/2006/main">
              <a:ext uri="{FF2B5EF4-FFF2-40B4-BE49-F238E27FC236}">
                <a16:creationId xmlns:a16="http://schemas.microsoft.com/office/drawing/2014/main" id="{A5CA766E-F396-41DD-8B7B-66DD74242D9A}"/>
              </a:ext>
            </a:extLst>
          </p:cNvPr>
          <p:cNvSpPr>
            <a:spLocks xmlns:a="http://schemas.openxmlformats.org/drawingml/2006/main" noGrp="1"/>
          </p:cNvSpPr>
          <p:nvPr/>
        </p:nvSpPr>
        <p:spPr>
          <a:xfrm xmlns:a="http://schemas.openxmlformats.org/drawingml/2006/main">
            <a:off x="666750" y="526732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637E8E"/>
                </a:solidFill>
                <a:latin typeface="Arial"/>
                <a:ea typeface="Arial"/>
                <a:cs typeface="Arial"/>
              </a:defRPr>
            </a:defPPr>
            <a:lvl1pPr>
              <a:defRPr sz="2025">
                <a:solidFill>
                  <a:srgbClr val="637E8E"/>
                </a:solidFill>
                <a:latin typeface="Arial"/>
                <a:ea typeface="Arial"/>
                <a:cs typeface="Arial"/>
              </a:defRPr>
            </a:lvl1pPr>
            <a:lvl2pPr>
              <a:defRPr sz="2025">
                <a:solidFill>
                  <a:srgbClr val="637E8E"/>
                </a:solidFill>
                <a:latin typeface="Arial"/>
                <a:ea typeface="Arial"/>
                <a:cs typeface="Arial"/>
              </a:defRPr>
            </a:lvl2pPr>
            <a:lvl3pPr>
              <a:defRPr sz="2025">
                <a:solidFill>
                  <a:srgbClr val="637E8E"/>
                </a:solidFill>
                <a:latin typeface="Arial"/>
                <a:ea typeface="Arial"/>
                <a:cs typeface="Arial"/>
              </a:defRPr>
            </a:lvl3pPr>
            <a:lvl4pPr>
              <a:defRPr sz="2025">
                <a:solidFill>
                  <a:srgbClr val="637E8E"/>
                </a:solidFill>
                <a:latin typeface="Arial"/>
                <a:ea typeface="Arial"/>
                <a:cs typeface="Arial"/>
              </a:defRPr>
            </a:lvl4pPr>
            <a:lvl5pPr>
              <a:defRPr sz="2025">
                <a:solidFill>
                  <a:srgbClr val="637E8E"/>
                </a:solidFill>
                <a:latin typeface="Arial"/>
                <a:ea typeface="Arial"/>
                <a:cs typeface="Arial"/>
              </a:defRPr>
            </a:lvl5pPr>
            <a:lvl6pPr>
              <a:defRPr sz="2025">
                <a:solidFill>
                  <a:srgbClr val="637E8E"/>
                </a:solidFill>
                <a:latin typeface="Arial"/>
                <a:ea typeface="Arial"/>
                <a:cs typeface="Arial"/>
              </a:defRPr>
            </a:lvl6pPr>
            <a:lvl7pPr>
              <a:defRPr sz="2025">
                <a:solidFill>
                  <a:srgbClr val="637E8E"/>
                </a:solidFill>
                <a:latin typeface="Arial"/>
                <a:ea typeface="Arial"/>
                <a:cs typeface="Arial"/>
              </a:defRPr>
            </a:lvl7pPr>
            <a:lvl8pPr>
              <a:defRPr sz="2025">
                <a:solidFill>
                  <a:srgbClr val="637E8E"/>
                </a:solidFill>
                <a:latin typeface="Arial"/>
                <a:ea typeface="Arial"/>
                <a:cs typeface="Arial"/>
              </a:defRPr>
            </a:lvl8pPr>
            <a:lvl9pPr>
              <a:defRPr sz="2025">
                <a:solidFill>
                  <a:srgbClr val="637E8E"/>
                </a:solidFill>
                <a:latin typeface="Arial"/>
                <a:ea typeface="Arial"/>
                <a:cs typeface="Arial"/>
              </a:defRPr>
            </a:lvl9pPr>
          </a:lstStyle>
          <a:p xmlns:a="http://schemas.openxmlformats.org/drawingml/2006/main">
            <a:pPr>
              <a:defRPr sz="2025">
                <a:solidFill>
                  <a:srgbClr val="637E8E"/>
                </a:solidFill>
                <a:latin typeface="Arial"/>
                <a:ea typeface="Arial"/>
                <a:cs typeface="Arial"/>
              </a:defRPr>
            </a:pPr>
            <a:r>
              <a:rPr sz="2025">
                <a:solidFill>
                  <a:srgbClr val="637E8E"/>
                </a:solidFill>
                <a:latin typeface="Arial"/>
                <a:ea typeface="Arial"/>
                <a:cs typeface="Arial"/>
              </a:rPr>
              <a:t>Same scale: updates since the first qualifying check.</a:t>
            </a:r>
          </a:p>
        </p:txBody>
      </p:sp>
      <p:sp>
        <p:nvSpPr>
          <p:cNvPr id="60" name="">
            <a:extLst xmlns:a="http://schemas.openxmlformats.org/drawingml/2006/main">
              <a:ext uri="{FF2B5EF4-FFF2-40B4-BE49-F238E27FC236}">
                <a16:creationId xmlns:a16="http://schemas.microsoft.com/office/drawing/2014/main" id="{E040D0CF-EC52-4BE7-9B54-A1E3B18DB5F6}"/>
              </a:ext>
            </a:extLst>
          </p:cNvPr>
          <p:cNvSpPr>
            <a:spLocks xmlns:a="http://schemas.openxmlformats.org/drawingml/2006/main" noGrp="1"/>
          </p:cNvSpPr>
          <p:nvPr/>
        </p:nvSpPr>
        <p:spPr>
          <a:xfrm xmlns:a="http://schemas.openxmlformats.org/drawingml/2006/main">
            <a:off x="666750" y="5857875"/>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5F96"/>
                </a:solidFill>
                <a:latin typeface="Arial"/>
                <a:ea typeface="Arial"/>
                <a:cs typeface="Arial"/>
              </a:defRPr>
            </a:defPPr>
            <a:lvl1pPr>
              <a:defRPr sz="2175">
                <a:solidFill>
                  <a:srgbClr val="175F96"/>
                </a:solidFill>
                <a:latin typeface="Arial"/>
                <a:ea typeface="Arial"/>
                <a:cs typeface="Arial"/>
              </a:defRPr>
            </a:lvl1pPr>
            <a:lvl2pPr>
              <a:defRPr sz="2175">
                <a:solidFill>
                  <a:srgbClr val="175F96"/>
                </a:solidFill>
                <a:latin typeface="Arial"/>
                <a:ea typeface="Arial"/>
                <a:cs typeface="Arial"/>
              </a:defRPr>
            </a:lvl2pPr>
            <a:lvl3pPr>
              <a:defRPr sz="2175">
                <a:solidFill>
                  <a:srgbClr val="175F96"/>
                </a:solidFill>
                <a:latin typeface="Arial"/>
                <a:ea typeface="Arial"/>
                <a:cs typeface="Arial"/>
              </a:defRPr>
            </a:lvl3pPr>
            <a:lvl4pPr>
              <a:defRPr sz="2175">
                <a:solidFill>
                  <a:srgbClr val="175F96"/>
                </a:solidFill>
                <a:latin typeface="Arial"/>
                <a:ea typeface="Arial"/>
                <a:cs typeface="Arial"/>
              </a:defRPr>
            </a:lvl4pPr>
            <a:lvl5pPr>
              <a:defRPr sz="2175">
                <a:solidFill>
                  <a:srgbClr val="175F96"/>
                </a:solidFill>
                <a:latin typeface="Arial"/>
                <a:ea typeface="Arial"/>
                <a:cs typeface="Arial"/>
              </a:defRPr>
            </a:lvl5pPr>
            <a:lvl6pPr>
              <a:defRPr sz="2175">
                <a:solidFill>
                  <a:srgbClr val="175F96"/>
                </a:solidFill>
                <a:latin typeface="Arial"/>
                <a:ea typeface="Arial"/>
                <a:cs typeface="Arial"/>
              </a:defRPr>
            </a:lvl6pPr>
            <a:lvl7pPr>
              <a:defRPr sz="2175">
                <a:solidFill>
                  <a:srgbClr val="175F96"/>
                </a:solidFill>
                <a:latin typeface="Arial"/>
                <a:ea typeface="Arial"/>
                <a:cs typeface="Arial"/>
              </a:defRPr>
            </a:lvl7pPr>
            <a:lvl8pPr>
              <a:defRPr sz="2175">
                <a:solidFill>
                  <a:srgbClr val="175F96"/>
                </a:solidFill>
                <a:latin typeface="Arial"/>
                <a:ea typeface="Arial"/>
                <a:cs typeface="Arial"/>
              </a:defRPr>
            </a:lvl8pPr>
            <a:lvl9pPr>
              <a:defRPr sz="2175">
                <a:solidFill>
                  <a:srgbClr val="175F96"/>
                </a:solidFill>
                <a:latin typeface="Arial"/>
                <a:ea typeface="Arial"/>
                <a:cs typeface="Arial"/>
              </a:defRPr>
            </a:lvl9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Count the final check. It must fit inside the allocated run budget.</a:t>
            </a:r>
          </a:p>
        </p:txBody>
      </p:sp>
    </p:spTree>
    <p:extLst>
      <p:ext uri="{BB962C8B-B14F-4D97-AF65-F5344CB8AC3E}">
        <p14:creationId xmlns:p14="http://schemas.microsoft.com/office/powerpoint/2010/main" val="210563272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9A83C15-061A-4D80-9281-81847573F03E}"/>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One budget, different allocations</a:t>
            </a:r>
          </a:p>
        </p:txBody>
      </p:sp>
      <p:sp>
        <p:nvSpPr>
          <p:cNvPr id="3" name="">
            <a:extLst xmlns:a="http://schemas.openxmlformats.org/drawingml/2006/main">
              <a:ext uri="{FF2B5EF4-FFF2-40B4-BE49-F238E27FC236}">
                <a16:creationId xmlns:a16="http://schemas.microsoft.com/office/drawing/2014/main" id="{72CD74CD-3A3A-428F-9B2B-EE1CF75B90D1}"/>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6</a:t>
            </a:r>
          </a:p>
        </p:txBody>
      </p:sp>
      <p:sp>
        <p:nvSpPr>
          <p:cNvPr id="4" name="">
            <a:extLst xmlns:a="http://schemas.openxmlformats.org/drawingml/2006/main">
              <a:ext uri="{FF2B5EF4-FFF2-40B4-BE49-F238E27FC236}">
                <a16:creationId xmlns:a16="http://schemas.microsoft.com/office/drawing/2014/main" id="{46EC8C73-515E-4431-B0F8-41CC2698BF28}"/>
              </a:ext>
            </a:extLst>
          </p:cNvPr>
          <p:cNvSpPr>
            <a:spLocks xmlns:a="http://schemas.openxmlformats.org/drawingml/2006/main" noGrp="1"/>
          </p:cNvSpPr>
          <p:nvPr/>
        </p:nvSpPr>
        <p:spPr>
          <a:xfrm xmlns:a="http://schemas.openxmlformats.org/drawingml/2006/main">
            <a:off x="666750" y="1476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550">
                <a:solidFill>
                  <a:srgbClr val="175F96"/>
                </a:solidFill>
                <a:latin typeface="Arial"/>
                <a:ea typeface="Arial"/>
                <a:cs typeface="Arial"/>
              </a:defRPr>
            </a:defPPr>
            <a:lvl1pPr>
              <a:defRPr sz="2550">
                <a:solidFill>
                  <a:srgbClr val="175F96"/>
                </a:solidFill>
                <a:latin typeface="Arial"/>
                <a:ea typeface="Arial"/>
                <a:cs typeface="Arial"/>
              </a:defRPr>
            </a:lvl1pPr>
            <a:lvl2pPr>
              <a:defRPr sz="2550">
                <a:solidFill>
                  <a:srgbClr val="175F96"/>
                </a:solidFill>
                <a:latin typeface="Arial"/>
                <a:ea typeface="Arial"/>
                <a:cs typeface="Arial"/>
              </a:defRPr>
            </a:lvl2pPr>
            <a:lvl3pPr>
              <a:defRPr sz="2550">
                <a:solidFill>
                  <a:srgbClr val="175F96"/>
                </a:solidFill>
                <a:latin typeface="Arial"/>
                <a:ea typeface="Arial"/>
                <a:cs typeface="Arial"/>
              </a:defRPr>
            </a:lvl3pPr>
            <a:lvl4pPr>
              <a:defRPr sz="2550">
                <a:solidFill>
                  <a:srgbClr val="175F96"/>
                </a:solidFill>
                <a:latin typeface="Arial"/>
                <a:ea typeface="Arial"/>
                <a:cs typeface="Arial"/>
              </a:defRPr>
            </a:lvl4pPr>
            <a:lvl5pPr>
              <a:defRPr sz="2550">
                <a:solidFill>
                  <a:srgbClr val="175F96"/>
                </a:solidFill>
                <a:latin typeface="Arial"/>
                <a:ea typeface="Arial"/>
                <a:cs typeface="Arial"/>
              </a:defRPr>
            </a:lvl5pPr>
            <a:lvl6pPr>
              <a:defRPr sz="2550">
                <a:solidFill>
                  <a:srgbClr val="175F96"/>
                </a:solidFill>
                <a:latin typeface="Arial"/>
                <a:ea typeface="Arial"/>
                <a:cs typeface="Arial"/>
              </a:defRPr>
            </a:lvl6pPr>
            <a:lvl7pPr>
              <a:defRPr sz="2550">
                <a:solidFill>
                  <a:srgbClr val="175F96"/>
                </a:solidFill>
                <a:latin typeface="Arial"/>
                <a:ea typeface="Arial"/>
                <a:cs typeface="Arial"/>
              </a:defRPr>
            </a:lvl7pPr>
            <a:lvl8pPr>
              <a:defRPr sz="2550">
                <a:solidFill>
                  <a:srgbClr val="175F96"/>
                </a:solidFill>
                <a:latin typeface="Arial"/>
                <a:ea typeface="Arial"/>
                <a:cs typeface="Arial"/>
              </a:defRPr>
            </a:lvl8pPr>
            <a:lvl9pPr>
              <a:defRPr sz="2550">
                <a:solidFill>
                  <a:srgbClr val="175F96"/>
                </a:solidFill>
                <a:latin typeface="Arial"/>
                <a:ea typeface="Arial"/>
                <a:cs typeface="Arial"/>
              </a:defRPr>
            </a:lvl9pPr>
          </a:lstStyle>
          <a:p xmlns:a="http://schemas.openxmlformats.org/drawingml/2006/main">
            <a:pPr>
              <a:defRPr sz="2550">
                <a:solidFill>
                  <a:srgbClr val="175F96"/>
                </a:solidFill>
                <a:latin typeface="Arial"/>
                <a:ea typeface="Arial"/>
                <a:cs typeface="Arial"/>
              </a:defRPr>
            </a:pPr>
            <a:r>
              <a:rPr sz="2550">
                <a:solidFill>
                  <a:srgbClr val="175F96"/>
                </a:solidFill>
                <a:latin typeface="Arial"/>
                <a:ea typeface="Arial"/>
                <a:cs typeface="Arial"/>
              </a:rPr>
              <a:t>Total B = 8,000 updates in every row</a:t>
            </a:r>
          </a:p>
        </p:txBody>
      </p:sp>
      <p:sp>
        <p:nvSpPr>
          <p:cNvPr id="5" name="">
            <a:extLst xmlns:a="http://schemas.openxmlformats.org/drawingml/2006/main">
              <a:ext uri="{FF2B5EF4-FFF2-40B4-BE49-F238E27FC236}">
                <a16:creationId xmlns:a16="http://schemas.microsoft.com/office/drawing/2014/main" id="{D6EC610C-BE5D-4702-8CB3-74A5BA67DA71}"/>
              </a:ext>
            </a:extLst>
          </p:cNvPr>
          <p:cNvSpPr>
            <a:spLocks xmlns:a="http://schemas.openxmlformats.org/drawingml/2006/main" noGrp="1"/>
          </p:cNvSpPr>
          <p:nvPr/>
        </p:nvSpPr>
        <p:spPr>
          <a:xfrm xmlns:a="http://schemas.openxmlformats.org/drawingml/2006/main">
            <a:off x="762000" y="23622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B3A"/>
                </a:solidFill>
                <a:latin typeface="Arial"/>
                <a:ea typeface="Arial"/>
                <a:cs typeface="Arial"/>
              </a:defRPr>
            </a:defPPr>
            <a:lvl1pPr>
              <a:defRPr sz="2250" b="1">
                <a:solidFill>
                  <a:srgbClr val="172B3A"/>
                </a:solidFill>
                <a:latin typeface="Arial"/>
                <a:ea typeface="Arial"/>
                <a:cs typeface="Arial"/>
              </a:defRPr>
            </a:lvl1pPr>
            <a:lvl2pPr>
              <a:defRPr sz="2250" b="1">
                <a:solidFill>
                  <a:srgbClr val="172B3A"/>
                </a:solidFill>
                <a:latin typeface="Arial"/>
                <a:ea typeface="Arial"/>
                <a:cs typeface="Arial"/>
              </a:defRPr>
            </a:lvl2pPr>
            <a:lvl3pPr>
              <a:defRPr sz="2250" b="1">
                <a:solidFill>
                  <a:srgbClr val="172B3A"/>
                </a:solidFill>
                <a:latin typeface="Arial"/>
                <a:ea typeface="Arial"/>
                <a:cs typeface="Arial"/>
              </a:defRPr>
            </a:lvl3pPr>
            <a:lvl4pPr>
              <a:defRPr sz="2250" b="1">
                <a:solidFill>
                  <a:srgbClr val="172B3A"/>
                </a:solidFill>
                <a:latin typeface="Arial"/>
                <a:ea typeface="Arial"/>
                <a:cs typeface="Arial"/>
              </a:defRPr>
            </a:lvl4pPr>
            <a:lvl5pPr>
              <a:defRPr sz="2250" b="1">
                <a:solidFill>
                  <a:srgbClr val="172B3A"/>
                </a:solidFill>
                <a:latin typeface="Arial"/>
                <a:ea typeface="Arial"/>
                <a:cs typeface="Arial"/>
              </a:defRPr>
            </a:lvl5pPr>
            <a:lvl6pPr>
              <a:defRPr sz="2250" b="1">
                <a:solidFill>
                  <a:srgbClr val="172B3A"/>
                </a:solidFill>
                <a:latin typeface="Arial"/>
                <a:ea typeface="Arial"/>
                <a:cs typeface="Arial"/>
              </a:defRPr>
            </a:lvl6pPr>
            <a:lvl7pPr>
              <a:defRPr sz="2250" b="1">
                <a:solidFill>
                  <a:srgbClr val="172B3A"/>
                </a:solidFill>
                <a:latin typeface="Arial"/>
                <a:ea typeface="Arial"/>
                <a:cs typeface="Arial"/>
              </a:defRPr>
            </a:lvl7pPr>
            <a:lvl8pPr>
              <a:defRPr sz="2250" b="1">
                <a:solidFill>
                  <a:srgbClr val="172B3A"/>
                </a:solidFill>
                <a:latin typeface="Arial"/>
                <a:ea typeface="Arial"/>
                <a:cs typeface="Arial"/>
              </a:defRPr>
            </a:lvl8pPr>
            <a:lvl9pPr>
              <a:defRPr sz="2250" b="1">
                <a:solidFill>
                  <a:srgbClr val="172B3A"/>
                </a:solidFill>
                <a:latin typeface="Arial"/>
                <a:ea typeface="Arial"/>
                <a:cs typeface="Arial"/>
              </a:defRPr>
            </a:lvl9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1 run</a:t>
            </a:r>
          </a:p>
        </p:txBody>
      </p:sp>
      <p:sp>
        <p:nvSpPr>
          <p:cNvPr id="6" name="">
            <a:extLst xmlns:a="http://schemas.openxmlformats.org/drawingml/2006/main">
              <a:ext uri="{FF2B5EF4-FFF2-40B4-BE49-F238E27FC236}">
                <a16:creationId xmlns:a16="http://schemas.microsoft.com/office/drawing/2014/main" id="{216EB464-8DCB-40CD-902C-CE47B2BC823A}"/>
              </a:ext>
            </a:extLst>
          </p:cNvPr>
          <p:cNvSpPr>
            <a:spLocks xmlns:a="http://schemas.openxmlformats.org/drawingml/2006/main" noGrp="1"/>
          </p:cNvSpPr>
          <p:nvPr/>
        </p:nvSpPr>
        <p:spPr>
          <a:xfrm xmlns:a="http://schemas.openxmlformats.org/drawingml/2006/main">
            <a:off x="3095625" y="2266950"/>
            <a:ext cx="8096250" cy="600075"/>
          </a:xfrm>
          <a:prstGeom xmlns:a="http://schemas.openxmlformats.org/drawingml/2006/main" prst="rect">
            <a:avLst/>
          </a:prstGeom>
          <a:solidFill xmlns:a="http://schemas.openxmlformats.org/drawingml/2006/main">
            <a:srgbClr val="175F96"/>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FFFFFF"/>
                </a:solidFill>
                <a:latin typeface="Arial"/>
                <a:ea typeface="Arial"/>
                <a:cs typeface="Arial"/>
              </a:defRPr>
            </a:defPPr>
            <a:lvl1pPr algn="ctr">
              <a:defRPr sz="2175">
                <a:solidFill>
                  <a:srgbClr val="FFFFFF"/>
                </a:solidFill>
                <a:latin typeface="Arial"/>
                <a:ea typeface="Arial"/>
                <a:cs typeface="Arial"/>
              </a:defRPr>
            </a:lvl1pPr>
            <a:lvl2pPr algn="ctr">
              <a:defRPr sz="2175">
                <a:solidFill>
                  <a:srgbClr val="FFFFFF"/>
                </a:solidFill>
                <a:latin typeface="Arial"/>
                <a:ea typeface="Arial"/>
                <a:cs typeface="Arial"/>
              </a:defRPr>
            </a:lvl2pPr>
            <a:lvl3pPr algn="ctr">
              <a:defRPr sz="2175">
                <a:solidFill>
                  <a:srgbClr val="FFFFFF"/>
                </a:solidFill>
                <a:latin typeface="Arial"/>
                <a:ea typeface="Arial"/>
                <a:cs typeface="Arial"/>
              </a:defRPr>
            </a:lvl3pPr>
            <a:lvl4pPr algn="ctr">
              <a:defRPr sz="2175">
                <a:solidFill>
                  <a:srgbClr val="FFFFFF"/>
                </a:solidFill>
                <a:latin typeface="Arial"/>
                <a:ea typeface="Arial"/>
                <a:cs typeface="Arial"/>
              </a:defRPr>
            </a:lvl4pPr>
            <a:lvl5pPr algn="ctr">
              <a:defRPr sz="2175">
                <a:solidFill>
                  <a:srgbClr val="FFFFFF"/>
                </a:solidFill>
                <a:latin typeface="Arial"/>
                <a:ea typeface="Arial"/>
                <a:cs typeface="Arial"/>
              </a:defRPr>
            </a:lvl5pPr>
            <a:lvl6pPr algn="ctr">
              <a:defRPr sz="2175">
                <a:solidFill>
                  <a:srgbClr val="FFFFFF"/>
                </a:solidFill>
                <a:latin typeface="Arial"/>
                <a:ea typeface="Arial"/>
                <a:cs typeface="Arial"/>
              </a:defRPr>
            </a:lvl6pPr>
            <a:lvl7pPr algn="ctr">
              <a:defRPr sz="2175">
                <a:solidFill>
                  <a:srgbClr val="FFFFFF"/>
                </a:solidFill>
                <a:latin typeface="Arial"/>
                <a:ea typeface="Arial"/>
                <a:cs typeface="Arial"/>
              </a:defRPr>
            </a:lvl7pPr>
            <a:lvl8pPr algn="ctr">
              <a:defRPr sz="2175">
                <a:solidFill>
                  <a:srgbClr val="FFFFFF"/>
                </a:solidFill>
                <a:latin typeface="Arial"/>
                <a:ea typeface="Arial"/>
                <a:cs typeface="Arial"/>
              </a:defRPr>
            </a:lvl8pPr>
            <a:lvl9pPr algn="ctr">
              <a:defRPr sz="2175">
                <a:solidFill>
                  <a:srgbClr val="FFFFFF"/>
                </a:solidFill>
                <a:latin typeface="Arial"/>
                <a:ea typeface="Arial"/>
                <a:cs typeface="Arial"/>
              </a:defRPr>
            </a:lvl9pPr>
          </a:lstStyle>
          <a:p xmlns:a="http://schemas.openxmlformats.org/drawingml/2006/main">
            <a:pPr algn="ctr">
              <a:defRPr sz="2175">
                <a:solidFill>
                  <a:srgbClr val="FFFFFF"/>
                </a:solidFill>
                <a:latin typeface="Arial"/>
                <a:ea typeface="Arial"/>
                <a:cs typeface="Arial"/>
              </a:defRPr>
            </a:pPr>
            <a:r>
              <a:rPr sz="2175">
                <a:solidFill>
                  <a:srgbClr val="FFFFFF"/>
                </a:solidFill>
                <a:latin typeface="Arial"/>
                <a:ea typeface="Arial"/>
                <a:cs typeface="Arial"/>
              </a:rPr>
              <a:t>8,000</a:t>
            </a:r>
          </a:p>
        </p:txBody>
      </p:sp>
      <p:sp>
        <p:nvSpPr>
          <p:cNvPr id="7" name="">
            <a:extLst xmlns:a="http://schemas.openxmlformats.org/drawingml/2006/main">
              <a:ext uri="{FF2B5EF4-FFF2-40B4-BE49-F238E27FC236}">
                <a16:creationId xmlns:a16="http://schemas.microsoft.com/office/drawing/2014/main" id="{F353F7E4-A2C4-4F5A-BE6D-4ACC09F58282}"/>
              </a:ext>
            </a:extLst>
          </p:cNvPr>
          <p:cNvSpPr>
            <a:spLocks xmlns:a="http://schemas.openxmlformats.org/drawingml/2006/main" noGrp="1"/>
          </p:cNvSpPr>
          <p:nvPr/>
        </p:nvSpPr>
        <p:spPr>
          <a:xfrm xmlns:a="http://schemas.openxmlformats.org/drawingml/2006/main">
            <a:off x="762000" y="33813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B3A"/>
                </a:solidFill>
                <a:latin typeface="Arial"/>
                <a:ea typeface="Arial"/>
                <a:cs typeface="Arial"/>
              </a:defRPr>
            </a:defPPr>
            <a:lvl1pPr>
              <a:defRPr sz="2250" b="1">
                <a:solidFill>
                  <a:srgbClr val="172B3A"/>
                </a:solidFill>
                <a:latin typeface="Arial"/>
                <a:ea typeface="Arial"/>
                <a:cs typeface="Arial"/>
              </a:defRPr>
            </a:lvl1pPr>
            <a:lvl2pPr>
              <a:defRPr sz="2250" b="1">
                <a:solidFill>
                  <a:srgbClr val="172B3A"/>
                </a:solidFill>
                <a:latin typeface="Arial"/>
                <a:ea typeface="Arial"/>
                <a:cs typeface="Arial"/>
              </a:defRPr>
            </a:lvl2pPr>
            <a:lvl3pPr>
              <a:defRPr sz="2250" b="1">
                <a:solidFill>
                  <a:srgbClr val="172B3A"/>
                </a:solidFill>
                <a:latin typeface="Arial"/>
                <a:ea typeface="Arial"/>
                <a:cs typeface="Arial"/>
              </a:defRPr>
            </a:lvl3pPr>
            <a:lvl4pPr>
              <a:defRPr sz="2250" b="1">
                <a:solidFill>
                  <a:srgbClr val="172B3A"/>
                </a:solidFill>
                <a:latin typeface="Arial"/>
                <a:ea typeface="Arial"/>
                <a:cs typeface="Arial"/>
              </a:defRPr>
            </a:lvl4pPr>
            <a:lvl5pPr>
              <a:defRPr sz="2250" b="1">
                <a:solidFill>
                  <a:srgbClr val="172B3A"/>
                </a:solidFill>
                <a:latin typeface="Arial"/>
                <a:ea typeface="Arial"/>
                <a:cs typeface="Arial"/>
              </a:defRPr>
            </a:lvl5pPr>
            <a:lvl6pPr>
              <a:defRPr sz="2250" b="1">
                <a:solidFill>
                  <a:srgbClr val="172B3A"/>
                </a:solidFill>
                <a:latin typeface="Arial"/>
                <a:ea typeface="Arial"/>
                <a:cs typeface="Arial"/>
              </a:defRPr>
            </a:lvl6pPr>
            <a:lvl7pPr>
              <a:defRPr sz="2250" b="1">
                <a:solidFill>
                  <a:srgbClr val="172B3A"/>
                </a:solidFill>
                <a:latin typeface="Arial"/>
                <a:ea typeface="Arial"/>
                <a:cs typeface="Arial"/>
              </a:defRPr>
            </a:lvl7pPr>
            <a:lvl8pPr>
              <a:defRPr sz="2250" b="1">
                <a:solidFill>
                  <a:srgbClr val="172B3A"/>
                </a:solidFill>
                <a:latin typeface="Arial"/>
                <a:ea typeface="Arial"/>
                <a:cs typeface="Arial"/>
              </a:defRPr>
            </a:lvl8pPr>
            <a:lvl9pPr>
              <a:defRPr sz="2250" b="1">
                <a:solidFill>
                  <a:srgbClr val="172B3A"/>
                </a:solidFill>
                <a:latin typeface="Arial"/>
                <a:ea typeface="Arial"/>
                <a:cs typeface="Arial"/>
              </a:defRPr>
            </a:lvl9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2 runs</a:t>
            </a:r>
          </a:p>
        </p:txBody>
      </p:sp>
      <p:sp>
        <p:nvSpPr>
          <p:cNvPr id="8" name="">
            <a:extLst xmlns:a="http://schemas.openxmlformats.org/drawingml/2006/main">
              <a:ext uri="{FF2B5EF4-FFF2-40B4-BE49-F238E27FC236}">
                <a16:creationId xmlns:a16="http://schemas.microsoft.com/office/drawing/2014/main" id="{A291CCFC-9F48-4992-AC70-D738963613B1}"/>
              </a:ext>
            </a:extLst>
          </p:cNvPr>
          <p:cNvSpPr>
            <a:spLocks xmlns:a="http://schemas.openxmlformats.org/drawingml/2006/main" noGrp="1"/>
          </p:cNvSpPr>
          <p:nvPr/>
        </p:nvSpPr>
        <p:spPr>
          <a:xfrm xmlns:a="http://schemas.openxmlformats.org/drawingml/2006/main">
            <a:off x="3095625" y="3286125"/>
            <a:ext cx="4005263"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4,000</a:t>
            </a:r>
          </a:p>
        </p:txBody>
      </p:sp>
      <p:sp>
        <p:nvSpPr>
          <p:cNvPr id="9" name="">
            <a:extLst xmlns:a="http://schemas.openxmlformats.org/drawingml/2006/main">
              <a:ext uri="{FF2B5EF4-FFF2-40B4-BE49-F238E27FC236}">
                <a16:creationId xmlns:a16="http://schemas.microsoft.com/office/drawing/2014/main" id="{4A6E073E-ABD8-472F-A678-5CB6F721A030}"/>
              </a:ext>
            </a:extLst>
          </p:cNvPr>
          <p:cNvSpPr>
            <a:spLocks xmlns:a="http://schemas.openxmlformats.org/drawingml/2006/main" noGrp="1"/>
          </p:cNvSpPr>
          <p:nvPr/>
        </p:nvSpPr>
        <p:spPr>
          <a:xfrm xmlns:a="http://schemas.openxmlformats.org/drawingml/2006/main">
            <a:off x="7186613" y="3286125"/>
            <a:ext cx="4005263"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4,000</a:t>
            </a:r>
          </a:p>
        </p:txBody>
      </p:sp>
      <p:sp>
        <p:nvSpPr>
          <p:cNvPr id="10" name="">
            <a:extLst xmlns:a="http://schemas.openxmlformats.org/drawingml/2006/main">
              <a:ext uri="{FF2B5EF4-FFF2-40B4-BE49-F238E27FC236}">
                <a16:creationId xmlns:a16="http://schemas.microsoft.com/office/drawing/2014/main" id="{507E6652-3846-4D7A-87E9-7FBDC6D041F1}"/>
              </a:ext>
            </a:extLst>
          </p:cNvPr>
          <p:cNvSpPr>
            <a:spLocks xmlns:a="http://schemas.openxmlformats.org/drawingml/2006/main" noGrp="1"/>
          </p:cNvSpPr>
          <p:nvPr/>
        </p:nvSpPr>
        <p:spPr>
          <a:xfrm xmlns:a="http://schemas.openxmlformats.org/drawingml/2006/main">
            <a:off x="762000" y="440055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2B3A"/>
                </a:solidFill>
                <a:latin typeface="Arial"/>
                <a:ea typeface="Arial"/>
                <a:cs typeface="Arial"/>
              </a:defRPr>
            </a:defPPr>
            <a:lvl1pPr>
              <a:defRPr sz="2250" b="1">
                <a:solidFill>
                  <a:srgbClr val="172B3A"/>
                </a:solidFill>
                <a:latin typeface="Arial"/>
                <a:ea typeface="Arial"/>
                <a:cs typeface="Arial"/>
              </a:defRPr>
            </a:lvl1pPr>
            <a:lvl2pPr>
              <a:defRPr sz="2250" b="1">
                <a:solidFill>
                  <a:srgbClr val="172B3A"/>
                </a:solidFill>
                <a:latin typeface="Arial"/>
                <a:ea typeface="Arial"/>
                <a:cs typeface="Arial"/>
              </a:defRPr>
            </a:lvl2pPr>
            <a:lvl3pPr>
              <a:defRPr sz="2250" b="1">
                <a:solidFill>
                  <a:srgbClr val="172B3A"/>
                </a:solidFill>
                <a:latin typeface="Arial"/>
                <a:ea typeface="Arial"/>
                <a:cs typeface="Arial"/>
              </a:defRPr>
            </a:lvl3pPr>
            <a:lvl4pPr>
              <a:defRPr sz="2250" b="1">
                <a:solidFill>
                  <a:srgbClr val="172B3A"/>
                </a:solidFill>
                <a:latin typeface="Arial"/>
                <a:ea typeface="Arial"/>
                <a:cs typeface="Arial"/>
              </a:defRPr>
            </a:lvl4pPr>
            <a:lvl5pPr>
              <a:defRPr sz="2250" b="1">
                <a:solidFill>
                  <a:srgbClr val="172B3A"/>
                </a:solidFill>
                <a:latin typeface="Arial"/>
                <a:ea typeface="Arial"/>
                <a:cs typeface="Arial"/>
              </a:defRPr>
            </a:lvl5pPr>
            <a:lvl6pPr>
              <a:defRPr sz="2250" b="1">
                <a:solidFill>
                  <a:srgbClr val="172B3A"/>
                </a:solidFill>
                <a:latin typeface="Arial"/>
                <a:ea typeface="Arial"/>
                <a:cs typeface="Arial"/>
              </a:defRPr>
            </a:lvl6pPr>
            <a:lvl7pPr>
              <a:defRPr sz="2250" b="1">
                <a:solidFill>
                  <a:srgbClr val="172B3A"/>
                </a:solidFill>
                <a:latin typeface="Arial"/>
                <a:ea typeface="Arial"/>
                <a:cs typeface="Arial"/>
              </a:defRPr>
            </a:lvl7pPr>
            <a:lvl8pPr>
              <a:defRPr sz="2250" b="1">
                <a:solidFill>
                  <a:srgbClr val="172B3A"/>
                </a:solidFill>
                <a:latin typeface="Arial"/>
                <a:ea typeface="Arial"/>
                <a:cs typeface="Arial"/>
              </a:defRPr>
            </a:lvl8pPr>
            <a:lvl9pPr>
              <a:defRPr sz="2250" b="1">
                <a:solidFill>
                  <a:srgbClr val="172B3A"/>
                </a:solidFill>
                <a:latin typeface="Arial"/>
                <a:ea typeface="Arial"/>
                <a:cs typeface="Arial"/>
              </a:defRPr>
            </a:lvl9pPr>
          </a:lstStyle>
          <a:p xmlns:a="http://schemas.openxmlformats.org/drawingml/2006/main">
            <a:pPr>
              <a:defRPr sz="2250" b="1">
                <a:solidFill>
                  <a:srgbClr val="172B3A"/>
                </a:solidFill>
                <a:latin typeface="Arial"/>
                <a:ea typeface="Arial"/>
                <a:cs typeface="Arial"/>
              </a:defRPr>
            </a:pPr>
            <a:r>
              <a:rPr sz="2250" b="1">
                <a:solidFill>
                  <a:srgbClr val="172B3A"/>
                </a:solidFill>
                <a:latin typeface="Arial"/>
                <a:ea typeface="Arial"/>
                <a:cs typeface="Arial"/>
              </a:rPr>
              <a:t>4 runs</a:t>
            </a:r>
          </a:p>
        </p:txBody>
      </p:sp>
      <p:sp>
        <p:nvSpPr>
          <p:cNvPr id="11" name="">
            <a:extLst xmlns:a="http://schemas.openxmlformats.org/drawingml/2006/main">
              <a:ext uri="{FF2B5EF4-FFF2-40B4-BE49-F238E27FC236}">
                <a16:creationId xmlns:a16="http://schemas.microsoft.com/office/drawing/2014/main" id="{52C74ADD-41C5-4581-904F-75F2F33DE5DD}"/>
              </a:ext>
            </a:extLst>
          </p:cNvPr>
          <p:cNvSpPr>
            <a:spLocks xmlns:a="http://schemas.openxmlformats.org/drawingml/2006/main" noGrp="1"/>
          </p:cNvSpPr>
          <p:nvPr/>
        </p:nvSpPr>
        <p:spPr>
          <a:xfrm xmlns:a="http://schemas.openxmlformats.org/drawingml/2006/main">
            <a:off x="3095625" y="4305300"/>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2" name="">
            <a:extLst xmlns:a="http://schemas.openxmlformats.org/drawingml/2006/main">
              <a:ext uri="{FF2B5EF4-FFF2-40B4-BE49-F238E27FC236}">
                <a16:creationId xmlns:a16="http://schemas.microsoft.com/office/drawing/2014/main" id="{854C6F1A-606C-477D-977A-0E9E4A7E077D}"/>
              </a:ext>
            </a:extLst>
          </p:cNvPr>
          <p:cNvSpPr>
            <a:spLocks xmlns:a="http://schemas.openxmlformats.org/drawingml/2006/main" noGrp="1"/>
          </p:cNvSpPr>
          <p:nvPr/>
        </p:nvSpPr>
        <p:spPr>
          <a:xfrm xmlns:a="http://schemas.openxmlformats.org/drawingml/2006/main">
            <a:off x="5141119" y="4305300"/>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3" name="">
            <a:extLst xmlns:a="http://schemas.openxmlformats.org/drawingml/2006/main">
              <a:ext uri="{FF2B5EF4-FFF2-40B4-BE49-F238E27FC236}">
                <a16:creationId xmlns:a16="http://schemas.microsoft.com/office/drawing/2014/main" id="{4F3F9838-0CA4-4AB8-990F-FCFECDAF609D}"/>
              </a:ext>
            </a:extLst>
          </p:cNvPr>
          <p:cNvSpPr>
            <a:spLocks xmlns:a="http://schemas.openxmlformats.org/drawingml/2006/main" noGrp="1"/>
          </p:cNvSpPr>
          <p:nvPr/>
        </p:nvSpPr>
        <p:spPr>
          <a:xfrm xmlns:a="http://schemas.openxmlformats.org/drawingml/2006/main">
            <a:off x="7186613" y="4305300"/>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4" name="">
            <a:extLst xmlns:a="http://schemas.openxmlformats.org/drawingml/2006/main">
              <a:ext uri="{FF2B5EF4-FFF2-40B4-BE49-F238E27FC236}">
                <a16:creationId xmlns:a16="http://schemas.microsoft.com/office/drawing/2014/main" id="{1DF97782-9671-45C4-A083-3091D9A8ECD2}"/>
              </a:ext>
            </a:extLst>
          </p:cNvPr>
          <p:cNvSpPr>
            <a:spLocks xmlns:a="http://schemas.openxmlformats.org/drawingml/2006/main" noGrp="1"/>
          </p:cNvSpPr>
          <p:nvPr/>
        </p:nvSpPr>
        <p:spPr>
          <a:xfrm xmlns:a="http://schemas.openxmlformats.org/drawingml/2006/main">
            <a:off x="9232106" y="4305300"/>
            <a:ext cx="1959769" cy="600075"/>
          </a:xfrm>
          <a:prstGeom xmlns:a="http://schemas.openxmlformats.org/drawingml/2006/main" prst="rect">
            <a:avLst/>
          </a:prstGeom>
          <a:solidFill xmlns:a="http://schemas.openxmlformats.org/drawingml/2006/main">
            <a:srgbClr val="EAF1F7"/>
          </a:solidFill>
          <a:ln xmlns:a="http://schemas.openxmlformats.org/drawingml/2006/main" w="14288">
            <a:solidFill>
              <a:srgbClr val="175F96"/>
            </a:solidFill>
          </a:ln>
        </p:spPr>
        <p:txBody>
          <a:bodyPr xmlns:a="http://schemas.openxmlformats.org/drawingml/2006/main" wrap="square" lIns="76200" tIns="76200" rIns="76200" bIns="76200" anchor="ctr">
            <a:noAutofit/>
          </a:bodyPr>
          <a:lstStyle xmlns:a="http://schemas.openxmlformats.org/drawingml/2006/main">
            <a:defPPr algn="ctr">
              <a:defRPr sz="2175">
                <a:solidFill>
                  <a:srgbClr val="172B3A"/>
                </a:solidFill>
                <a:latin typeface="Arial"/>
                <a:ea typeface="Arial"/>
                <a:cs typeface="Arial"/>
              </a:defRPr>
            </a:defPPr>
            <a:lvl1pPr algn="ctr">
              <a:defRPr sz="2175">
                <a:solidFill>
                  <a:srgbClr val="172B3A"/>
                </a:solidFill>
                <a:latin typeface="Arial"/>
                <a:ea typeface="Arial"/>
                <a:cs typeface="Arial"/>
              </a:defRPr>
            </a:lvl1pPr>
            <a:lvl2pPr algn="ctr">
              <a:defRPr sz="2175">
                <a:solidFill>
                  <a:srgbClr val="172B3A"/>
                </a:solidFill>
                <a:latin typeface="Arial"/>
                <a:ea typeface="Arial"/>
                <a:cs typeface="Arial"/>
              </a:defRPr>
            </a:lvl2pPr>
            <a:lvl3pPr algn="ctr">
              <a:defRPr sz="2175">
                <a:solidFill>
                  <a:srgbClr val="172B3A"/>
                </a:solidFill>
                <a:latin typeface="Arial"/>
                <a:ea typeface="Arial"/>
                <a:cs typeface="Arial"/>
              </a:defRPr>
            </a:lvl3pPr>
            <a:lvl4pPr algn="ctr">
              <a:defRPr sz="2175">
                <a:solidFill>
                  <a:srgbClr val="172B3A"/>
                </a:solidFill>
                <a:latin typeface="Arial"/>
                <a:ea typeface="Arial"/>
                <a:cs typeface="Arial"/>
              </a:defRPr>
            </a:lvl4pPr>
            <a:lvl5pPr algn="ctr">
              <a:defRPr sz="2175">
                <a:solidFill>
                  <a:srgbClr val="172B3A"/>
                </a:solidFill>
                <a:latin typeface="Arial"/>
                <a:ea typeface="Arial"/>
                <a:cs typeface="Arial"/>
              </a:defRPr>
            </a:lvl5pPr>
            <a:lvl6pPr algn="ctr">
              <a:defRPr sz="2175">
                <a:solidFill>
                  <a:srgbClr val="172B3A"/>
                </a:solidFill>
                <a:latin typeface="Arial"/>
                <a:ea typeface="Arial"/>
                <a:cs typeface="Arial"/>
              </a:defRPr>
            </a:lvl6pPr>
            <a:lvl7pPr algn="ctr">
              <a:defRPr sz="2175">
                <a:solidFill>
                  <a:srgbClr val="172B3A"/>
                </a:solidFill>
                <a:latin typeface="Arial"/>
                <a:ea typeface="Arial"/>
                <a:cs typeface="Arial"/>
              </a:defRPr>
            </a:lvl7pPr>
            <a:lvl8pPr algn="ctr">
              <a:defRPr sz="2175">
                <a:solidFill>
                  <a:srgbClr val="172B3A"/>
                </a:solidFill>
                <a:latin typeface="Arial"/>
                <a:ea typeface="Arial"/>
                <a:cs typeface="Arial"/>
              </a:defRPr>
            </a:lvl8pPr>
            <a:lvl9pPr algn="ctr">
              <a:defRPr sz="2175">
                <a:solidFill>
                  <a:srgbClr val="172B3A"/>
                </a:solidFill>
                <a:latin typeface="Arial"/>
                <a:ea typeface="Arial"/>
                <a:cs typeface="Arial"/>
              </a:defRPr>
            </a:lvl9pPr>
          </a:lstStyle>
          <a:p xmlns:a="http://schemas.openxmlformats.org/drawingml/2006/main">
            <a:pPr algn="ctr">
              <a:defRPr sz="2175">
                <a:solidFill>
                  <a:srgbClr val="172B3A"/>
                </a:solidFill>
                <a:latin typeface="Arial"/>
                <a:ea typeface="Arial"/>
                <a:cs typeface="Arial"/>
              </a:defRPr>
            </a:pPr>
            <a:r>
              <a:rPr sz="2175">
                <a:solidFill>
                  <a:srgbClr val="172B3A"/>
                </a:solidFill>
                <a:latin typeface="Arial"/>
                <a:ea typeface="Arial"/>
                <a:cs typeface="Arial"/>
              </a:rPr>
              <a:t>2,000</a:t>
            </a:r>
          </a:p>
        </p:txBody>
      </p:sp>
      <p:sp>
        <p:nvSpPr>
          <p:cNvPr id="15" name="">
            <a:extLst xmlns:a="http://schemas.openxmlformats.org/drawingml/2006/main">
              <a:ext uri="{FF2B5EF4-FFF2-40B4-BE49-F238E27FC236}">
                <a16:creationId xmlns:a16="http://schemas.microsoft.com/office/drawing/2014/main" id="{F05C5A0D-9544-48D0-8297-A12011A57CF6}"/>
              </a:ext>
            </a:extLst>
          </p:cNvPr>
          <p:cNvSpPr>
            <a:spLocks xmlns:a="http://schemas.openxmlformats.org/drawingml/2006/main" noGrp="1"/>
          </p:cNvSpPr>
          <p:nvPr/>
        </p:nvSpPr>
        <p:spPr>
          <a:xfrm xmlns:a="http://schemas.openxmlformats.org/drawingml/2006/main">
            <a:off x="666750" y="53435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00">
                <a:solidFill>
                  <a:srgbClr val="175F96"/>
                </a:solidFill>
                <a:latin typeface="Arial"/>
                <a:ea typeface="Arial"/>
                <a:cs typeface="Arial"/>
              </a:defRPr>
            </a:defPPr>
            <a:lvl1pPr>
              <a:defRPr sz="2700">
                <a:solidFill>
                  <a:srgbClr val="175F96"/>
                </a:solidFill>
                <a:latin typeface="Arial"/>
                <a:ea typeface="Arial"/>
                <a:cs typeface="Arial"/>
              </a:defRPr>
            </a:lvl1pPr>
            <a:lvl2pPr>
              <a:defRPr sz="2700">
                <a:solidFill>
                  <a:srgbClr val="175F96"/>
                </a:solidFill>
                <a:latin typeface="Arial"/>
                <a:ea typeface="Arial"/>
                <a:cs typeface="Arial"/>
              </a:defRPr>
            </a:lvl2pPr>
            <a:lvl3pPr>
              <a:defRPr sz="2700">
                <a:solidFill>
                  <a:srgbClr val="175F96"/>
                </a:solidFill>
                <a:latin typeface="Arial"/>
                <a:ea typeface="Arial"/>
                <a:cs typeface="Arial"/>
              </a:defRPr>
            </a:lvl3pPr>
            <a:lvl4pPr>
              <a:defRPr sz="2700">
                <a:solidFill>
                  <a:srgbClr val="175F96"/>
                </a:solidFill>
                <a:latin typeface="Arial"/>
                <a:ea typeface="Arial"/>
                <a:cs typeface="Arial"/>
              </a:defRPr>
            </a:lvl4pPr>
            <a:lvl5pPr>
              <a:defRPr sz="2700">
                <a:solidFill>
                  <a:srgbClr val="175F96"/>
                </a:solidFill>
                <a:latin typeface="Arial"/>
                <a:ea typeface="Arial"/>
                <a:cs typeface="Arial"/>
              </a:defRPr>
            </a:lvl5pPr>
            <a:lvl6pPr>
              <a:defRPr sz="2700">
                <a:solidFill>
                  <a:srgbClr val="175F96"/>
                </a:solidFill>
                <a:latin typeface="Arial"/>
                <a:ea typeface="Arial"/>
                <a:cs typeface="Arial"/>
              </a:defRPr>
            </a:lvl6pPr>
            <a:lvl7pPr>
              <a:defRPr sz="2700">
                <a:solidFill>
                  <a:srgbClr val="175F96"/>
                </a:solidFill>
                <a:latin typeface="Arial"/>
                <a:ea typeface="Arial"/>
                <a:cs typeface="Arial"/>
              </a:defRPr>
            </a:lvl7pPr>
            <a:lvl8pPr>
              <a:defRPr sz="2700">
                <a:solidFill>
                  <a:srgbClr val="175F96"/>
                </a:solidFill>
                <a:latin typeface="Arial"/>
                <a:ea typeface="Arial"/>
                <a:cs typeface="Arial"/>
              </a:defRPr>
            </a:lvl8pPr>
            <a:lvl9pPr>
              <a:defRPr sz="2700">
                <a:solidFill>
                  <a:srgbClr val="175F96"/>
                </a:solidFill>
                <a:latin typeface="Arial"/>
                <a:ea typeface="Arial"/>
                <a:cs typeface="Arial"/>
              </a:defRPr>
            </a:lvl9pPr>
          </a:lstStyle>
          <a:p xmlns:a="http://schemas.openxmlformats.org/drawingml/2006/main">
            <a:pPr>
              <a:defRPr sz="2700">
                <a:solidFill>
                  <a:srgbClr val="175F96"/>
                </a:solidFill>
                <a:latin typeface="Arial"/>
                <a:ea typeface="Arial"/>
                <a:cs typeface="Arial"/>
              </a:defRPr>
            </a:pPr>
            <a:r>
              <a:rPr sz="2700">
                <a:solidFill>
                  <a:srgbClr val="175F96"/>
                </a:solidFill>
                <a:latin typeface="Arial"/>
                <a:ea typeface="Arial"/>
                <a:cs typeface="Arial"/>
              </a:rPr>
              <a:t>P(at least one success) = 1 − [1 − F(B/k)]ᵏ</a:t>
            </a:r>
          </a:p>
        </p:txBody>
      </p:sp>
      <p:sp>
        <p:nvSpPr>
          <p:cNvPr id="16" name="">
            <a:extLst xmlns:a="http://schemas.openxmlformats.org/drawingml/2006/main">
              <a:ext uri="{FF2B5EF4-FFF2-40B4-BE49-F238E27FC236}">
                <a16:creationId xmlns:a16="http://schemas.microsoft.com/office/drawing/2014/main" id="{9BE0D7C9-4A35-4093-BB4E-FC7C3C9AE44E}"/>
              </a:ext>
            </a:extLst>
          </p:cNvPr>
          <p:cNvSpPr>
            <a:spLocks xmlns:a="http://schemas.openxmlformats.org/drawingml/2006/main" noGrp="1"/>
          </p:cNvSpPr>
          <p:nvPr/>
        </p:nvSpPr>
        <p:spPr>
          <a:xfrm xmlns:a="http://schemas.openxmlformats.org/drawingml/2006/main">
            <a:off x="666750" y="600075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a:solidFill>
                  <a:srgbClr val="172B3A"/>
                </a:solidFill>
                <a:latin typeface="Arial"/>
                <a:ea typeface="Arial"/>
                <a:cs typeface="Arial"/>
              </a:defRPr>
            </a:defPPr>
            <a:lvl1pPr>
              <a:defRPr sz="2025">
                <a:solidFill>
                  <a:srgbClr val="172B3A"/>
                </a:solidFill>
                <a:latin typeface="Arial"/>
                <a:ea typeface="Arial"/>
                <a:cs typeface="Arial"/>
              </a:defRPr>
            </a:lvl1pPr>
            <a:lvl2pPr>
              <a:defRPr sz="2025">
                <a:solidFill>
                  <a:srgbClr val="172B3A"/>
                </a:solidFill>
                <a:latin typeface="Arial"/>
                <a:ea typeface="Arial"/>
                <a:cs typeface="Arial"/>
              </a:defRPr>
            </a:lvl2pPr>
            <a:lvl3pPr>
              <a:defRPr sz="2025">
                <a:solidFill>
                  <a:srgbClr val="172B3A"/>
                </a:solidFill>
                <a:latin typeface="Arial"/>
                <a:ea typeface="Arial"/>
                <a:cs typeface="Arial"/>
              </a:defRPr>
            </a:lvl3pPr>
            <a:lvl4pPr>
              <a:defRPr sz="2025">
                <a:solidFill>
                  <a:srgbClr val="172B3A"/>
                </a:solidFill>
                <a:latin typeface="Arial"/>
                <a:ea typeface="Arial"/>
                <a:cs typeface="Arial"/>
              </a:defRPr>
            </a:lvl4pPr>
            <a:lvl5pPr>
              <a:defRPr sz="2025">
                <a:solidFill>
                  <a:srgbClr val="172B3A"/>
                </a:solidFill>
                <a:latin typeface="Arial"/>
                <a:ea typeface="Arial"/>
                <a:cs typeface="Arial"/>
              </a:defRPr>
            </a:lvl5pPr>
            <a:lvl6pPr>
              <a:defRPr sz="2025">
                <a:solidFill>
                  <a:srgbClr val="172B3A"/>
                </a:solidFill>
                <a:latin typeface="Arial"/>
                <a:ea typeface="Arial"/>
                <a:cs typeface="Arial"/>
              </a:defRPr>
            </a:lvl6pPr>
            <a:lvl7pPr>
              <a:defRPr sz="2025">
                <a:solidFill>
                  <a:srgbClr val="172B3A"/>
                </a:solidFill>
                <a:latin typeface="Arial"/>
                <a:ea typeface="Arial"/>
                <a:cs typeface="Arial"/>
              </a:defRPr>
            </a:lvl7pPr>
            <a:lvl8pPr>
              <a:defRPr sz="2025">
                <a:solidFill>
                  <a:srgbClr val="172B3A"/>
                </a:solidFill>
                <a:latin typeface="Arial"/>
                <a:ea typeface="Arial"/>
                <a:cs typeface="Arial"/>
              </a:defRPr>
            </a:lvl8pPr>
            <a:lvl9pPr>
              <a:defRPr sz="2025">
                <a:solidFill>
                  <a:srgbClr val="172B3A"/>
                </a:solidFill>
                <a:latin typeface="Arial"/>
                <a:ea typeface="Arial"/>
                <a:cs typeface="Arial"/>
              </a:defRPr>
            </a:lvl9pPr>
          </a:lstStyle>
          <a:p xmlns:a="http://schemas.openxmlformats.org/drawingml/2006/main">
            <a:pPr>
              <a:defRPr sz="2025">
                <a:solidFill>
                  <a:srgbClr val="172B3A"/>
                </a:solidFill>
                <a:latin typeface="Arial"/>
                <a:ea typeface="Arial"/>
                <a:cs typeface="Arial"/>
              </a:defRPr>
            </a:pPr>
            <a:r>
              <a:rPr sz="2025">
                <a:solidFill>
                  <a:srgbClr val="172B3A"/>
                </a:solidFill>
                <a:latin typeface="Arial"/>
                <a:ea typeface="Arial"/>
                <a:cs typeface="Arial"/>
              </a:rPr>
              <a:t>F(t): chance one run succeeds by t. k: independent starts.</a:t>
            </a:r>
          </a:p>
        </p:txBody>
      </p:sp>
    </p:spTree>
    <p:extLst>
      <p:ext uri="{BB962C8B-B14F-4D97-AF65-F5344CB8AC3E}">
        <p14:creationId xmlns:p14="http://schemas.microsoft.com/office/powerpoint/2010/main" val="130306644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ACBC2F98-6867-4480-9469-2BA23E41D0C8}"/>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Results at 8,000 total updates</a:t>
            </a:r>
          </a:p>
        </p:txBody>
      </p:sp>
      <p:sp>
        <p:nvSpPr>
          <p:cNvPr id="3" name="">
            <a:extLst xmlns:a="http://schemas.openxmlformats.org/drawingml/2006/main">
              <a:ext uri="{FF2B5EF4-FFF2-40B4-BE49-F238E27FC236}">
                <a16:creationId xmlns:a16="http://schemas.microsoft.com/office/drawing/2014/main" id="{69F6820D-3ED4-4DED-A6C4-9DFF3A847D45}"/>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7</a:t>
            </a:r>
          </a:p>
        </p:txBody>
      </p:sp>
      <p:graphicFrame>
        <p:nvGraphicFramePr>
          <p:cNvPr id="4" name="Chart">
            <a:extLst xmlns:a="http://schemas.openxmlformats.org/drawingml/2006/main">
              <a:ext uri="{FF2B5EF4-FFF2-40B4-BE49-F238E27FC236}">
                <a16:creationId xmlns:a16="http://schemas.microsoft.com/office/drawing/2014/main" id="{8423582E-4E9B-4179-A606-677E6F9F5E58}"/>
              </a:ext>
            </a:extLst>
          </p:cNvPr>
          <p:cNvGraphicFramePr/>
          <p:nvPr/>
        </p:nvGraphicFramePr>
        <p:xfrm>
          <a:off xmlns:a="http://schemas.openxmlformats.org/drawingml/2006/main" x="428625" y="1476375"/>
          <a:ext xmlns:a="http://schemas.openxmlformats.org/drawingml/2006/main" cx="11239500" cy="3905250"/>
        </p:xfrm>
        <a:graphic xmlns:a="http://schemas.openxmlformats.org/drawingml/2006/main">
          <a:graphicData uri="http://schemas.openxmlformats.org/drawingml/2006/chart">
            <c:chart xmlns:r="http://schemas.openxmlformats.org/officeDocument/2006/relationships" xmlns:c="http://schemas.openxmlformats.org/drawingml/2006/chart" r:id="Re0dd28eb2b4741ef"/>
          </a:graphicData>
        </a:graphic>
      </p:graphicFrame>
      <p:sp>
        <p:nvSpPr>
          <p:cNvPr id="5" name="">
            <a:extLst xmlns:a="http://schemas.openxmlformats.org/drawingml/2006/main">
              <a:ext uri="{FF2B5EF4-FFF2-40B4-BE49-F238E27FC236}">
                <a16:creationId xmlns:a16="http://schemas.microsoft.com/office/drawing/2014/main" id="{8F8BD391-E7AA-429D-A552-49F74CBE7E3E}"/>
              </a:ext>
            </a:extLst>
          </p:cNvPr>
          <p:cNvSpPr>
            <a:spLocks xmlns:a="http://schemas.openxmlformats.org/drawingml/2006/main" noGrp="1"/>
          </p:cNvSpPr>
          <p:nvPr/>
        </p:nvSpPr>
        <p:spPr>
          <a:xfrm xmlns:a="http://schemas.openxmlformats.org/drawingml/2006/main">
            <a:off x="666750" y="5619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00" b="1">
                <a:solidFill>
                  <a:srgbClr val="175F96"/>
                </a:solidFill>
                <a:latin typeface="Arial"/>
                <a:ea typeface="Arial"/>
                <a:cs typeface="Arial"/>
              </a:defRPr>
            </a:defPPr>
            <a:lvl1pPr>
              <a:defRPr sz="2400" b="1">
                <a:solidFill>
                  <a:srgbClr val="175F96"/>
                </a:solidFill>
                <a:latin typeface="Arial"/>
                <a:ea typeface="Arial"/>
                <a:cs typeface="Arial"/>
              </a:defRPr>
            </a:lvl1pPr>
            <a:lvl2pPr>
              <a:defRPr sz="2400" b="1">
                <a:solidFill>
                  <a:srgbClr val="175F96"/>
                </a:solidFill>
                <a:latin typeface="Arial"/>
                <a:ea typeface="Arial"/>
                <a:cs typeface="Arial"/>
              </a:defRPr>
            </a:lvl2pPr>
            <a:lvl3pPr>
              <a:defRPr sz="2400" b="1">
                <a:solidFill>
                  <a:srgbClr val="175F96"/>
                </a:solidFill>
                <a:latin typeface="Arial"/>
                <a:ea typeface="Arial"/>
                <a:cs typeface="Arial"/>
              </a:defRPr>
            </a:lvl3pPr>
            <a:lvl4pPr>
              <a:defRPr sz="2400" b="1">
                <a:solidFill>
                  <a:srgbClr val="175F96"/>
                </a:solidFill>
                <a:latin typeface="Arial"/>
                <a:ea typeface="Arial"/>
                <a:cs typeface="Arial"/>
              </a:defRPr>
            </a:lvl4pPr>
            <a:lvl5pPr>
              <a:defRPr sz="2400" b="1">
                <a:solidFill>
                  <a:srgbClr val="175F96"/>
                </a:solidFill>
                <a:latin typeface="Arial"/>
                <a:ea typeface="Arial"/>
                <a:cs typeface="Arial"/>
              </a:defRPr>
            </a:lvl5pPr>
            <a:lvl6pPr>
              <a:defRPr sz="2400" b="1">
                <a:solidFill>
                  <a:srgbClr val="175F96"/>
                </a:solidFill>
                <a:latin typeface="Arial"/>
                <a:ea typeface="Arial"/>
                <a:cs typeface="Arial"/>
              </a:defRPr>
            </a:lvl6pPr>
            <a:lvl7pPr>
              <a:defRPr sz="2400" b="1">
                <a:solidFill>
                  <a:srgbClr val="175F96"/>
                </a:solidFill>
                <a:latin typeface="Arial"/>
                <a:ea typeface="Arial"/>
                <a:cs typeface="Arial"/>
              </a:defRPr>
            </a:lvl7pPr>
            <a:lvl8pPr>
              <a:defRPr sz="2400" b="1">
                <a:solidFill>
                  <a:srgbClr val="175F96"/>
                </a:solidFill>
                <a:latin typeface="Arial"/>
                <a:ea typeface="Arial"/>
                <a:cs typeface="Arial"/>
              </a:defRPr>
            </a:lvl8pPr>
            <a:lvl9pPr>
              <a:defRPr sz="2400" b="1">
                <a:solidFill>
                  <a:srgbClr val="175F96"/>
                </a:solidFill>
                <a:latin typeface="Arial"/>
                <a:ea typeface="Arial"/>
                <a:cs typeface="Arial"/>
              </a:defRPr>
            </a:lvl9pPr>
          </a:lstStyle>
          <a:p xmlns:a="http://schemas.openxmlformats.org/drawingml/2006/main">
            <a:pPr>
              <a:defRPr sz="2400" b="1">
                <a:solidFill>
                  <a:srgbClr val="175F96"/>
                </a:solidFill>
                <a:latin typeface="Arial"/>
                <a:ea typeface="Arial"/>
                <a:cs typeface="Arial"/>
              </a:defRPr>
            </a:pPr>
            <a:r>
              <a:rPr sz="2400" b="1">
                <a:solidFill>
                  <a:srgbClr val="175F96"/>
                </a:solidFill>
                <a:latin typeface="Arial"/>
                <a:ea typeface="Arial"/>
                <a:cs typeface="Arial"/>
              </a:rPr>
              <a:t>Four starts underperform one run on all three splits.</a:t>
            </a:r>
          </a:p>
        </p:txBody>
      </p:sp>
      <p:sp>
        <p:nvSpPr>
          <p:cNvPr id="6" name="">
            <a:extLst xmlns:a="http://schemas.openxmlformats.org/drawingml/2006/main">
              <a:ext uri="{FF2B5EF4-FFF2-40B4-BE49-F238E27FC236}">
                <a16:creationId xmlns:a16="http://schemas.microsoft.com/office/drawing/2014/main" id="{CF7505A4-B61E-4E0E-A183-35C24D7728A0}"/>
              </a:ext>
            </a:extLst>
          </p:cNvPr>
          <p:cNvSpPr>
            <a:spLocks xmlns:a="http://schemas.openxmlformats.org/drawingml/2006/main" noGrp="1"/>
          </p:cNvSpPr>
          <p:nvPr/>
        </p:nvSpPr>
        <p:spPr>
          <a:xfrm xmlns:a="http://schemas.openxmlformats.org/drawingml/2006/main">
            <a:off x="666750" y="60864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a:solidFill>
                  <a:srgbClr val="172B3A"/>
                </a:solidFill>
                <a:latin typeface="Arial"/>
                <a:ea typeface="Arial"/>
                <a:cs typeface="Arial"/>
              </a:defRPr>
            </a:defPPr>
            <a:lvl1pPr>
              <a:defRPr sz="1875">
                <a:solidFill>
                  <a:srgbClr val="172B3A"/>
                </a:solidFill>
                <a:latin typeface="Arial"/>
                <a:ea typeface="Arial"/>
                <a:cs typeface="Arial"/>
              </a:defRPr>
            </a:lvl1pPr>
            <a:lvl2pPr>
              <a:defRPr sz="1875">
                <a:solidFill>
                  <a:srgbClr val="172B3A"/>
                </a:solidFill>
                <a:latin typeface="Arial"/>
                <a:ea typeface="Arial"/>
                <a:cs typeface="Arial"/>
              </a:defRPr>
            </a:lvl2pPr>
            <a:lvl3pPr>
              <a:defRPr sz="1875">
                <a:solidFill>
                  <a:srgbClr val="172B3A"/>
                </a:solidFill>
                <a:latin typeface="Arial"/>
                <a:ea typeface="Arial"/>
                <a:cs typeface="Arial"/>
              </a:defRPr>
            </a:lvl3pPr>
            <a:lvl4pPr>
              <a:defRPr sz="1875">
                <a:solidFill>
                  <a:srgbClr val="172B3A"/>
                </a:solidFill>
                <a:latin typeface="Arial"/>
                <a:ea typeface="Arial"/>
                <a:cs typeface="Arial"/>
              </a:defRPr>
            </a:lvl4pPr>
            <a:lvl5pPr>
              <a:defRPr sz="1875">
                <a:solidFill>
                  <a:srgbClr val="172B3A"/>
                </a:solidFill>
                <a:latin typeface="Arial"/>
                <a:ea typeface="Arial"/>
                <a:cs typeface="Arial"/>
              </a:defRPr>
            </a:lvl5pPr>
            <a:lvl6pPr>
              <a:defRPr sz="1875">
                <a:solidFill>
                  <a:srgbClr val="172B3A"/>
                </a:solidFill>
                <a:latin typeface="Arial"/>
                <a:ea typeface="Arial"/>
                <a:cs typeface="Arial"/>
              </a:defRPr>
            </a:lvl6pPr>
            <a:lvl7pPr>
              <a:defRPr sz="1875">
                <a:solidFill>
                  <a:srgbClr val="172B3A"/>
                </a:solidFill>
                <a:latin typeface="Arial"/>
                <a:ea typeface="Arial"/>
                <a:cs typeface="Arial"/>
              </a:defRPr>
            </a:lvl7pPr>
            <a:lvl8pPr>
              <a:defRPr sz="1875">
                <a:solidFill>
                  <a:srgbClr val="172B3A"/>
                </a:solidFill>
                <a:latin typeface="Arial"/>
                <a:ea typeface="Arial"/>
                <a:cs typeface="Arial"/>
              </a:defRPr>
            </a:lvl8pPr>
            <a:lvl9pPr>
              <a:defRPr sz="1875">
                <a:solidFill>
                  <a:srgbClr val="172B3A"/>
                </a:solidFill>
                <a:latin typeface="Arial"/>
                <a:ea typeface="Arial"/>
                <a:cs typeface="Arial"/>
              </a:defRPr>
            </a:lvl9pPr>
          </a:lstStyle>
          <a:p xmlns:a="http://schemas.openxmlformats.org/drawingml/2006/main">
            <a:pPr>
              <a:defRPr sz="1875">
                <a:solidFill>
                  <a:srgbClr val="172B3A"/>
                </a:solidFill>
                <a:latin typeface="Arial"/>
                <a:ea typeface="Arial"/>
                <a:cs typeface="Arial"/>
              </a:defRPr>
            </a:pPr>
            <a:r>
              <a:rPr sz="1875">
                <a:solidFill>
                  <a:srgbClr val="172B3A"/>
                </a:solidFill>
                <a:latin typeface="Arial"/>
                <a:ea typeface="Arial"/>
                <a:cs typeface="Arial"/>
              </a:rPr>
              <a:t>All three survive Holm correction. Two-run comparisons remain inconclusive.</a:t>
            </a:r>
          </a:p>
        </p:txBody>
      </p:sp>
    </p:spTree>
    <p:extLst>
      <p:ext uri="{BB962C8B-B14F-4D97-AF65-F5344CB8AC3E}">
        <p14:creationId xmlns:p14="http://schemas.microsoft.com/office/powerpoint/2010/main" val="33319328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1D4124E-C818-4439-BF1D-3ECC3289E4C6}"/>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All splits and both budgets</a:t>
            </a:r>
          </a:p>
        </p:txBody>
      </p:sp>
      <p:sp>
        <p:nvSpPr>
          <p:cNvPr id="3" name="">
            <a:extLst xmlns:a="http://schemas.openxmlformats.org/drawingml/2006/main">
              <a:ext uri="{FF2B5EF4-FFF2-40B4-BE49-F238E27FC236}">
                <a16:creationId xmlns:a16="http://schemas.microsoft.com/office/drawing/2014/main" id="{07D37D8D-91D1-4BEF-AC89-3280AD505136}"/>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8</a:t>
            </a:r>
          </a:p>
        </p:txBody>
      </p:sp>
      <p:graphicFrame>
        <p:nvGraphicFramePr>
          <p:cNvPr id="4" name="Chart">
            <a:extLst xmlns:a="http://schemas.openxmlformats.org/drawingml/2006/main">
              <a:ext uri="{FF2B5EF4-FFF2-40B4-BE49-F238E27FC236}">
                <a16:creationId xmlns:a16="http://schemas.microsoft.com/office/drawing/2014/main" id="{DF756103-FE00-4D27-90BF-2D19C05D43CD}"/>
              </a:ext>
            </a:extLst>
          </p:cNvPr>
          <p:cNvGraphicFramePr/>
          <p:nvPr/>
        </p:nvGraphicFramePr>
        <p:xfrm>
          <a:off xmlns:a="http://schemas.openxmlformats.org/drawingml/2006/main" x="428625" y="1476375"/>
          <a:ext xmlns:a="http://schemas.openxmlformats.org/drawingml/2006/main" cx="11239500" cy="3905250"/>
        </p:xfrm>
        <a:graphic xmlns:a="http://schemas.openxmlformats.org/drawingml/2006/main">
          <a:graphicData uri="http://schemas.openxmlformats.org/drawingml/2006/chart">
            <c:chart xmlns:r="http://schemas.openxmlformats.org/officeDocument/2006/relationships" xmlns:c="http://schemas.openxmlformats.org/drawingml/2006/chart" r:id="Rf2693dfbece44fc2"/>
          </a:graphicData>
        </a:graphic>
      </p:graphicFrame>
      <p:sp>
        <p:nvSpPr>
          <p:cNvPr id="5" name="">
            <a:extLst xmlns:a="http://schemas.openxmlformats.org/drawingml/2006/main">
              <a:ext uri="{FF2B5EF4-FFF2-40B4-BE49-F238E27FC236}">
                <a16:creationId xmlns:a16="http://schemas.microsoft.com/office/drawing/2014/main" id="{16121F55-663B-4AD5-AB30-1782E12D5273}"/>
              </a:ext>
            </a:extLst>
          </p:cNvPr>
          <p:cNvSpPr>
            <a:spLocks xmlns:a="http://schemas.openxmlformats.org/drawingml/2006/main" noGrp="1"/>
          </p:cNvSpPr>
          <p:nvPr/>
        </p:nvSpPr>
        <p:spPr>
          <a:xfrm xmlns:a="http://schemas.openxmlformats.org/drawingml/2006/main">
            <a:off x="666750" y="5619750"/>
            <a:ext cx="10858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5F96"/>
                </a:solidFill>
                <a:latin typeface="Arial"/>
                <a:ea typeface="Arial"/>
                <a:cs typeface="Arial"/>
              </a:defRPr>
            </a:defPPr>
            <a:lvl1pPr>
              <a:defRPr sz="2175">
                <a:solidFill>
                  <a:srgbClr val="175F96"/>
                </a:solidFill>
                <a:latin typeface="Arial"/>
                <a:ea typeface="Arial"/>
                <a:cs typeface="Arial"/>
              </a:defRPr>
            </a:lvl1pPr>
            <a:lvl2pPr>
              <a:defRPr sz="2175">
                <a:solidFill>
                  <a:srgbClr val="175F96"/>
                </a:solidFill>
                <a:latin typeface="Arial"/>
                <a:ea typeface="Arial"/>
                <a:cs typeface="Arial"/>
              </a:defRPr>
            </a:lvl2pPr>
            <a:lvl3pPr>
              <a:defRPr sz="2175">
                <a:solidFill>
                  <a:srgbClr val="175F96"/>
                </a:solidFill>
                <a:latin typeface="Arial"/>
                <a:ea typeface="Arial"/>
                <a:cs typeface="Arial"/>
              </a:defRPr>
            </a:lvl3pPr>
            <a:lvl4pPr>
              <a:defRPr sz="2175">
                <a:solidFill>
                  <a:srgbClr val="175F96"/>
                </a:solidFill>
                <a:latin typeface="Arial"/>
                <a:ea typeface="Arial"/>
                <a:cs typeface="Arial"/>
              </a:defRPr>
            </a:lvl4pPr>
            <a:lvl5pPr>
              <a:defRPr sz="2175">
                <a:solidFill>
                  <a:srgbClr val="175F96"/>
                </a:solidFill>
                <a:latin typeface="Arial"/>
                <a:ea typeface="Arial"/>
                <a:cs typeface="Arial"/>
              </a:defRPr>
            </a:lvl5pPr>
            <a:lvl6pPr>
              <a:defRPr sz="2175">
                <a:solidFill>
                  <a:srgbClr val="175F96"/>
                </a:solidFill>
                <a:latin typeface="Arial"/>
                <a:ea typeface="Arial"/>
                <a:cs typeface="Arial"/>
              </a:defRPr>
            </a:lvl6pPr>
            <a:lvl7pPr>
              <a:defRPr sz="2175">
                <a:solidFill>
                  <a:srgbClr val="175F96"/>
                </a:solidFill>
                <a:latin typeface="Arial"/>
                <a:ea typeface="Arial"/>
                <a:cs typeface="Arial"/>
              </a:defRPr>
            </a:lvl7pPr>
            <a:lvl8pPr>
              <a:defRPr sz="2175">
                <a:solidFill>
                  <a:srgbClr val="175F96"/>
                </a:solidFill>
                <a:latin typeface="Arial"/>
                <a:ea typeface="Arial"/>
                <a:cs typeface="Arial"/>
              </a:defRPr>
            </a:lvl8pPr>
            <a:lvl9pPr>
              <a:defRPr sz="2175">
                <a:solidFill>
                  <a:srgbClr val="175F96"/>
                </a:solidFill>
                <a:latin typeface="Arial"/>
                <a:ea typeface="Arial"/>
                <a:cs typeface="Arial"/>
              </a:defRPr>
            </a:lvl9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At 12k, only split 2 detects a four-versus-one difference after correction.</a:t>
            </a:r>
          </a:p>
        </p:txBody>
      </p:sp>
    </p:spTree>
    <p:extLst>
      <p:ext uri="{BB962C8B-B14F-4D97-AF65-F5344CB8AC3E}">
        <p14:creationId xmlns:p14="http://schemas.microsoft.com/office/powerpoint/2010/main" val="211902931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0B50AD5-16CB-4563-B54E-D591B979A676}"/>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First confirmation and a longer window</a:t>
            </a:r>
          </a:p>
        </p:txBody>
      </p:sp>
      <p:sp>
        <p:nvSpPr>
          <p:cNvPr id="3" name="">
            <a:extLst xmlns:a="http://schemas.openxmlformats.org/drawingml/2006/main">
              <a:ext uri="{FF2B5EF4-FFF2-40B4-BE49-F238E27FC236}">
                <a16:creationId xmlns:a16="http://schemas.microsoft.com/office/drawing/2014/main" id="{05AFB8DE-A798-4F5D-A9AF-42431DDA9FCC}"/>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9</a:t>
            </a:r>
          </a:p>
        </p:txBody>
      </p:sp>
      <p:graphicFrame>
        <p:nvGraphicFramePr>
          <p:cNvPr id="4" name="Chart">
            <a:extLst xmlns:a="http://schemas.openxmlformats.org/drawingml/2006/main">
              <a:ext uri="{FF2B5EF4-FFF2-40B4-BE49-F238E27FC236}">
                <a16:creationId xmlns:a16="http://schemas.microsoft.com/office/drawing/2014/main" id="{598D41FF-3451-44EC-9688-E6B45E1A0D63}"/>
              </a:ext>
            </a:extLst>
          </p:cNvPr>
          <p:cNvGraphicFramePr/>
          <p:nvPr/>
        </p:nvGraphicFramePr>
        <p:xfrm>
          <a:off xmlns:a="http://schemas.openxmlformats.org/drawingml/2006/main" x="428625" y="1476375"/>
          <a:ext xmlns:a="http://schemas.openxmlformats.org/drawingml/2006/main" cx="11239500" cy="3905250"/>
        </p:xfrm>
        <a:graphic xmlns:a="http://schemas.openxmlformats.org/drawingml/2006/main">
          <a:graphicData uri="http://schemas.openxmlformats.org/drawingml/2006/chart">
            <c:chart xmlns:r="http://schemas.openxmlformats.org/officeDocument/2006/relationships" xmlns:c="http://schemas.openxmlformats.org/drawingml/2006/chart" r:id="R0a905c90619c49c5"/>
          </a:graphicData>
        </a:graphic>
      </p:graphicFrame>
      <p:sp>
        <p:nvSpPr>
          <p:cNvPr id="5" name="">
            <a:extLst xmlns:a="http://schemas.openxmlformats.org/drawingml/2006/main">
              <a:ext uri="{FF2B5EF4-FFF2-40B4-BE49-F238E27FC236}">
                <a16:creationId xmlns:a16="http://schemas.microsoft.com/office/drawing/2014/main" id="{249E1987-7883-4A55-B515-9E2256DCE676}"/>
              </a:ext>
            </a:extLst>
          </p:cNvPr>
          <p:cNvSpPr>
            <a:spLocks xmlns:a="http://schemas.openxmlformats.org/drawingml/2006/main" noGrp="1"/>
          </p:cNvSpPr>
          <p:nvPr/>
        </p:nvSpPr>
        <p:spPr>
          <a:xfrm xmlns:a="http://schemas.openxmlformats.org/drawingml/2006/main">
            <a:off x="666750" y="5591175"/>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a:solidFill>
                  <a:srgbClr val="175F96"/>
                </a:solidFill>
                <a:latin typeface="Arial"/>
                <a:ea typeface="Arial"/>
                <a:cs typeface="Arial"/>
              </a:defRPr>
            </a:defPPr>
            <a:lvl1pPr>
              <a:defRPr sz="2175">
                <a:solidFill>
                  <a:srgbClr val="175F96"/>
                </a:solidFill>
                <a:latin typeface="Arial"/>
                <a:ea typeface="Arial"/>
                <a:cs typeface="Arial"/>
              </a:defRPr>
            </a:lvl1pPr>
            <a:lvl2pPr>
              <a:defRPr sz="2175">
                <a:solidFill>
                  <a:srgbClr val="175F96"/>
                </a:solidFill>
                <a:latin typeface="Arial"/>
                <a:ea typeface="Arial"/>
                <a:cs typeface="Arial"/>
              </a:defRPr>
            </a:lvl2pPr>
            <a:lvl3pPr>
              <a:defRPr sz="2175">
                <a:solidFill>
                  <a:srgbClr val="175F96"/>
                </a:solidFill>
                <a:latin typeface="Arial"/>
                <a:ea typeface="Arial"/>
                <a:cs typeface="Arial"/>
              </a:defRPr>
            </a:lvl3pPr>
            <a:lvl4pPr>
              <a:defRPr sz="2175">
                <a:solidFill>
                  <a:srgbClr val="175F96"/>
                </a:solidFill>
                <a:latin typeface="Arial"/>
                <a:ea typeface="Arial"/>
                <a:cs typeface="Arial"/>
              </a:defRPr>
            </a:lvl4pPr>
            <a:lvl5pPr>
              <a:defRPr sz="2175">
                <a:solidFill>
                  <a:srgbClr val="175F96"/>
                </a:solidFill>
                <a:latin typeface="Arial"/>
                <a:ea typeface="Arial"/>
                <a:cs typeface="Arial"/>
              </a:defRPr>
            </a:lvl5pPr>
            <a:lvl6pPr>
              <a:defRPr sz="2175">
                <a:solidFill>
                  <a:srgbClr val="175F96"/>
                </a:solidFill>
                <a:latin typeface="Arial"/>
                <a:ea typeface="Arial"/>
                <a:cs typeface="Arial"/>
              </a:defRPr>
            </a:lvl6pPr>
            <a:lvl7pPr>
              <a:defRPr sz="2175">
                <a:solidFill>
                  <a:srgbClr val="175F96"/>
                </a:solidFill>
                <a:latin typeface="Arial"/>
                <a:ea typeface="Arial"/>
                <a:cs typeface="Arial"/>
              </a:defRPr>
            </a:lvl7pPr>
            <a:lvl8pPr>
              <a:defRPr sz="2175">
                <a:solidFill>
                  <a:srgbClr val="175F96"/>
                </a:solidFill>
                <a:latin typeface="Arial"/>
                <a:ea typeface="Arial"/>
                <a:cs typeface="Arial"/>
              </a:defRPr>
            </a:lvl8pPr>
            <a:lvl9pPr>
              <a:defRPr sz="2175">
                <a:solidFill>
                  <a:srgbClr val="175F96"/>
                </a:solidFill>
                <a:latin typeface="Arial"/>
                <a:ea typeface="Arial"/>
                <a:cs typeface="Arial"/>
              </a:defRPr>
            </a:lvl9pPr>
          </a:lstStyle>
          <a:p xmlns:a="http://schemas.openxmlformats.org/drawingml/2006/main">
            <a:pPr>
              <a:defRPr sz="2175">
                <a:solidFill>
                  <a:srgbClr val="175F96"/>
                </a:solidFill>
                <a:latin typeface="Arial"/>
                <a:ea typeface="Arial"/>
                <a:cs typeface="Arial"/>
              </a:defRPr>
            </a:pPr>
            <a:r>
              <a:rPr sz="2175">
                <a:solidFill>
                  <a:srgbClr val="175F96"/>
                </a:solidFill>
                <a:latin typeface="Arial"/>
                <a:ea typeface="Arial"/>
                <a:cs typeface="Arial"/>
              </a:rPr>
              <a:t>Four starts: 12 first confirmations, only 4 longer-window confirmations.</a:t>
            </a:r>
          </a:p>
        </p:txBody>
      </p:sp>
      <p:sp>
        <p:nvSpPr>
          <p:cNvPr id="6" name="">
            <a:extLst xmlns:a="http://schemas.openxmlformats.org/drawingml/2006/main">
              <a:ext uri="{FF2B5EF4-FFF2-40B4-BE49-F238E27FC236}">
                <a16:creationId xmlns:a16="http://schemas.microsoft.com/office/drawing/2014/main" id="{353C76AC-13ED-4FA0-B650-7929B532A976}"/>
              </a:ext>
            </a:extLst>
          </p:cNvPr>
          <p:cNvSpPr>
            <a:spLocks xmlns:a="http://schemas.openxmlformats.org/drawingml/2006/main" noGrp="1"/>
          </p:cNvSpPr>
          <p:nvPr/>
        </p:nvSpPr>
        <p:spPr>
          <a:xfrm xmlns:a="http://schemas.openxmlformats.org/drawingml/2006/main">
            <a:off x="666750" y="6086475"/>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a:solidFill>
                  <a:srgbClr val="172B3A"/>
                </a:solidFill>
                <a:latin typeface="Arial"/>
                <a:ea typeface="Arial"/>
                <a:cs typeface="Arial"/>
              </a:defRPr>
            </a:defPPr>
            <a:lvl1pPr>
              <a:defRPr sz="1800">
                <a:solidFill>
                  <a:srgbClr val="172B3A"/>
                </a:solidFill>
                <a:latin typeface="Arial"/>
                <a:ea typeface="Arial"/>
                <a:cs typeface="Arial"/>
              </a:defRPr>
            </a:lvl1pPr>
            <a:lvl2pPr>
              <a:defRPr sz="1800">
                <a:solidFill>
                  <a:srgbClr val="172B3A"/>
                </a:solidFill>
                <a:latin typeface="Arial"/>
                <a:ea typeface="Arial"/>
                <a:cs typeface="Arial"/>
              </a:defRPr>
            </a:lvl2pPr>
            <a:lvl3pPr>
              <a:defRPr sz="1800">
                <a:solidFill>
                  <a:srgbClr val="172B3A"/>
                </a:solidFill>
                <a:latin typeface="Arial"/>
                <a:ea typeface="Arial"/>
                <a:cs typeface="Arial"/>
              </a:defRPr>
            </a:lvl3pPr>
            <a:lvl4pPr>
              <a:defRPr sz="1800">
                <a:solidFill>
                  <a:srgbClr val="172B3A"/>
                </a:solidFill>
                <a:latin typeface="Arial"/>
                <a:ea typeface="Arial"/>
                <a:cs typeface="Arial"/>
              </a:defRPr>
            </a:lvl4pPr>
            <a:lvl5pPr>
              <a:defRPr sz="1800">
                <a:solidFill>
                  <a:srgbClr val="172B3A"/>
                </a:solidFill>
                <a:latin typeface="Arial"/>
                <a:ea typeface="Arial"/>
                <a:cs typeface="Arial"/>
              </a:defRPr>
            </a:lvl5pPr>
            <a:lvl6pPr>
              <a:defRPr sz="1800">
                <a:solidFill>
                  <a:srgbClr val="172B3A"/>
                </a:solidFill>
                <a:latin typeface="Arial"/>
                <a:ea typeface="Arial"/>
                <a:cs typeface="Arial"/>
              </a:defRPr>
            </a:lvl6pPr>
            <a:lvl7pPr>
              <a:defRPr sz="1800">
                <a:solidFill>
                  <a:srgbClr val="172B3A"/>
                </a:solidFill>
                <a:latin typeface="Arial"/>
                <a:ea typeface="Arial"/>
                <a:cs typeface="Arial"/>
              </a:defRPr>
            </a:lvl7pPr>
            <a:lvl8pPr>
              <a:defRPr sz="1800">
                <a:solidFill>
                  <a:srgbClr val="172B3A"/>
                </a:solidFill>
                <a:latin typeface="Arial"/>
                <a:ea typeface="Arial"/>
                <a:cs typeface="Arial"/>
              </a:defRPr>
            </a:lvl8pPr>
            <a:lvl9pPr>
              <a:defRPr sz="1800">
                <a:solidFill>
                  <a:srgbClr val="172B3A"/>
                </a:solidFill>
                <a:latin typeface="Arial"/>
                <a:ea typeface="Arial"/>
                <a:cs typeface="Arial"/>
              </a:defRPr>
            </a:lvl9pPr>
          </a:lstStyle>
          <a:p xmlns:a="http://schemas.openxmlformats.org/drawingml/2006/main">
            <a:pPr>
              <a:defRPr sz="1800">
                <a:solidFill>
                  <a:srgbClr val="172B3A"/>
                </a:solidFill>
                <a:latin typeface="Arial"/>
                <a:ea typeface="Arial"/>
                <a:cs typeface="Arial"/>
              </a:defRPr>
            </a:pPr>
            <a:r>
              <a:rPr sz="1800">
                <a:solidFill>
                  <a:srgbClr val="172B3A"/>
                </a:solidFill>
                <a:latin typeface="Arial"/>
                <a:ea typeface="Arial"/>
                <a:cs typeface="Arial"/>
              </a:rPr>
              <a:t>Finite window. Same budget. Future work: more tasks, splits and longer checks.</a:t>
            </a:r>
          </a:p>
        </p:txBody>
      </p:sp>
    </p:spTree>
    <p:extLst>
      <p:ext uri="{BB962C8B-B14F-4D97-AF65-F5344CB8AC3E}">
        <p14:creationId xmlns:p14="http://schemas.microsoft.com/office/powerpoint/2010/main" val="17959506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C25822B-0F23-4C69-83BE-84DE0D2B8E60}"/>
              </a:ext>
            </a:extLst>
          </p:cNvPr>
          <p:cNvSpPr>
            <a:spLocks xmlns:a="http://schemas.openxmlformats.org/drawingml/2006/main" noGrp="1"/>
          </p:cNvSpPr>
          <p:nvPr/>
        </p:nvSpPr>
        <p:spPr>
          <a:xfrm xmlns:a="http://schemas.openxmlformats.org/drawingml/2006/main">
            <a:off x="666750" y="3810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150" b="1">
                <a:solidFill>
                  <a:srgbClr val="172B3A"/>
                </a:solidFill>
                <a:latin typeface="Arial"/>
                <a:ea typeface="Arial"/>
                <a:cs typeface="Arial"/>
              </a:defRPr>
            </a:defPPr>
            <a:lvl1pPr>
              <a:defRPr sz="3150" b="1">
                <a:solidFill>
                  <a:srgbClr val="172B3A"/>
                </a:solidFill>
                <a:latin typeface="Arial"/>
                <a:ea typeface="Arial"/>
                <a:cs typeface="Arial"/>
              </a:defRPr>
            </a:lvl1pPr>
            <a:lvl2pPr>
              <a:defRPr sz="3150" b="1">
                <a:solidFill>
                  <a:srgbClr val="172B3A"/>
                </a:solidFill>
                <a:latin typeface="Arial"/>
                <a:ea typeface="Arial"/>
                <a:cs typeface="Arial"/>
              </a:defRPr>
            </a:lvl2pPr>
            <a:lvl3pPr>
              <a:defRPr sz="3150" b="1">
                <a:solidFill>
                  <a:srgbClr val="172B3A"/>
                </a:solidFill>
                <a:latin typeface="Arial"/>
                <a:ea typeface="Arial"/>
                <a:cs typeface="Arial"/>
              </a:defRPr>
            </a:lvl3pPr>
            <a:lvl4pPr>
              <a:defRPr sz="3150" b="1">
                <a:solidFill>
                  <a:srgbClr val="172B3A"/>
                </a:solidFill>
                <a:latin typeface="Arial"/>
                <a:ea typeface="Arial"/>
                <a:cs typeface="Arial"/>
              </a:defRPr>
            </a:lvl4pPr>
            <a:lvl5pPr>
              <a:defRPr sz="3150" b="1">
                <a:solidFill>
                  <a:srgbClr val="172B3A"/>
                </a:solidFill>
                <a:latin typeface="Arial"/>
                <a:ea typeface="Arial"/>
                <a:cs typeface="Arial"/>
              </a:defRPr>
            </a:lvl5pPr>
            <a:lvl6pPr>
              <a:defRPr sz="3150" b="1">
                <a:solidFill>
                  <a:srgbClr val="172B3A"/>
                </a:solidFill>
                <a:latin typeface="Arial"/>
                <a:ea typeface="Arial"/>
                <a:cs typeface="Arial"/>
              </a:defRPr>
            </a:lvl6pPr>
            <a:lvl7pPr>
              <a:defRPr sz="3150" b="1">
                <a:solidFill>
                  <a:srgbClr val="172B3A"/>
                </a:solidFill>
                <a:latin typeface="Arial"/>
                <a:ea typeface="Arial"/>
                <a:cs typeface="Arial"/>
              </a:defRPr>
            </a:lvl7pPr>
            <a:lvl8pPr>
              <a:defRPr sz="3150" b="1">
                <a:solidFill>
                  <a:srgbClr val="172B3A"/>
                </a:solidFill>
                <a:latin typeface="Arial"/>
                <a:ea typeface="Arial"/>
                <a:cs typeface="Arial"/>
              </a:defRPr>
            </a:lvl8pPr>
            <a:lvl9pPr>
              <a:defRPr sz="3150" b="1">
                <a:solidFill>
                  <a:srgbClr val="172B3A"/>
                </a:solidFill>
                <a:latin typeface="Arial"/>
                <a:ea typeface="Arial"/>
                <a:cs typeface="Arial"/>
              </a:defRPr>
            </a:lvl9pPr>
          </a:lstStyle>
          <a:p xmlns:a="http://schemas.openxmlformats.org/drawingml/2006/main">
            <a:pPr>
              <a:defRPr sz="3150" b="1">
                <a:solidFill>
                  <a:srgbClr val="172B3A"/>
                </a:solidFill>
                <a:latin typeface="Arial"/>
                <a:ea typeface="Arial"/>
                <a:cs typeface="Arial"/>
              </a:defRPr>
            </a:pPr>
            <a:r>
              <a:rPr sz="3150" b="1">
                <a:solidFill>
                  <a:srgbClr val="172B3A"/>
                </a:solidFill>
                <a:latin typeface="Arial"/>
                <a:ea typeface="Arial"/>
                <a:cs typeface="Arial"/>
              </a:rPr>
              <a:t>One long run was more reliable at 8k</a:t>
            </a:r>
          </a:p>
        </p:txBody>
      </p:sp>
      <p:sp>
        <p:nvSpPr>
          <p:cNvPr id="3" name="">
            <a:extLst xmlns:a="http://schemas.openxmlformats.org/drawingml/2006/main">
              <a:ext uri="{FF2B5EF4-FFF2-40B4-BE49-F238E27FC236}">
                <a16:creationId xmlns:a16="http://schemas.microsoft.com/office/drawing/2014/main" id="{65750EFE-40C1-407C-9AC5-FF5A6B102A85}"/>
              </a:ext>
            </a:extLst>
          </p:cNvPr>
          <p:cNvSpPr>
            <a:spLocks xmlns:a="http://schemas.openxmlformats.org/drawingml/2006/main" noGrp="1"/>
          </p:cNvSpPr>
          <p:nvPr/>
        </p:nvSpPr>
        <p:spPr>
          <a:xfrm xmlns:a="http://schemas.openxmlformats.org/drawingml/2006/main">
            <a:off x="666750" y="6486525"/>
            <a:ext cx="10858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350">
                <a:solidFill>
                  <a:srgbClr val="637E8E"/>
                </a:solidFill>
                <a:latin typeface="Arial"/>
                <a:ea typeface="Arial"/>
                <a:cs typeface="Arial"/>
              </a:defRPr>
            </a:defPPr>
            <a:lvl1pPr>
              <a:defRPr sz="1350">
                <a:solidFill>
                  <a:srgbClr val="637E8E"/>
                </a:solidFill>
                <a:latin typeface="Arial"/>
                <a:ea typeface="Arial"/>
                <a:cs typeface="Arial"/>
              </a:defRPr>
            </a:lvl1pPr>
            <a:lvl2pPr>
              <a:defRPr sz="1350">
                <a:solidFill>
                  <a:srgbClr val="637E8E"/>
                </a:solidFill>
                <a:latin typeface="Arial"/>
                <a:ea typeface="Arial"/>
                <a:cs typeface="Arial"/>
              </a:defRPr>
            </a:lvl2pPr>
            <a:lvl3pPr>
              <a:defRPr sz="1350">
                <a:solidFill>
                  <a:srgbClr val="637E8E"/>
                </a:solidFill>
                <a:latin typeface="Arial"/>
                <a:ea typeface="Arial"/>
                <a:cs typeface="Arial"/>
              </a:defRPr>
            </a:lvl3pPr>
            <a:lvl4pPr>
              <a:defRPr sz="1350">
                <a:solidFill>
                  <a:srgbClr val="637E8E"/>
                </a:solidFill>
                <a:latin typeface="Arial"/>
                <a:ea typeface="Arial"/>
                <a:cs typeface="Arial"/>
              </a:defRPr>
            </a:lvl4pPr>
            <a:lvl5pPr>
              <a:defRPr sz="1350">
                <a:solidFill>
                  <a:srgbClr val="637E8E"/>
                </a:solidFill>
                <a:latin typeface="Arial"/>
                <a:ea typeface="Arial"/>
                <a:cs typeface="Arial"/>
              </a:defRPr>
            </a:lvl5pPr>
            <a:lvl6pPr>
              <a:defRPr sz="1350">
                <a:solidFill>
                  <a:srgbClr val="637E8E"/>
                </a:solidFill>
                <a:latin typeface="Arial"/>
                <a:ea typeface="Arial"/>
                <a:cs typeface="Arial"/>
              </a:defRPr>
            </a:lvl6pPr>
            <a:lvl7pPr>
              <a:defRPr sz="1350">
                <a:solidFill>
                  <a:srgbClr val="637E8E"/>
                </a:solidFill>
                <a:latin typeface="Arial"/>
                <a:ea typeface="Arial"/>
                <a:cs typeface="Arial"/>
              </a:defRPr>
            </a:lvl7pPr>
            <a:lvl8pPr>
              <a:defRPr sz="1350">
                <a:solidFill>
                  <a:srgbClr val="637E8E"/>
                </a:solidFill>
                <a:latin typeface="Arial"/>
                <a:ea typeface="Arial"/>
                <a:cs typeface="Arial"/>
              </a:defRPr>
            </a:lvl8pPr>
            <a:lvl9pPr>
              <a:defRPr sz="1350">
                <a:solidFill>
                  <a:srgbClr val="637E8E"/>
                </a:solidFill>
                <a:latin typeface="Arial"/>
                <a:ea typeface="Arial"/>
                <a:cs typeface="Arial"/>
              </a:defRPr>
            </a:lvl9pPr>
          </a:lstStyle>
          <a:p xmlns:a="http://schemas.openxmlformats.org/drawingml/2006/main">
            <a:pPr>
              <a:defRPr sz="1350">
                <a:solidFill>
                  <a:srgbClr val="637E8E"/>
                </a:solidFill>
                <a:latin typeface="Arial"/>
                <a:ea typeface="Arial"/>
                <a:cs typeface="Arial"/>
              </a:defRPr>
            </a:pPr>
            <a:r>
              <a:rPr sz="1350">
                <a:solidFill>
                  <a:srgbClr val="637E8E"/>
                </a:solidFill>
                <a:latin typeface="Arial"/>
                <a:ea typeface="Arial"/>
                <a:cs typeface="Arial"/>
              </a:rPr>
              <a:t>Assessment 10 / 10</a:t>
            </a:r>
          </a:p>
        </p:txBody>
      </p:sp>
      <p:sp>
        <p:nvSpPr>
          <p:cNvPr id="4" name="">
            <a:extLst xmlns:a="http://schemas.openxmlformats.org/drawingml/2006/main">
              <a:ext uri="{FF2B5EF4-FFF2-40B4-BE49-F238E27FC236}">
                <a16:creationId xmlns:a16="http://schemas.microsoft.com/office/drawing/2014/main" id="{E0D748D3-8F7B-4580-A402-5F3BDB32182E}"/>
              </a:ext>
            </a:extLst>
          </p:cNvPr>
          <p:cNvSpPr>
            <a:spLocks xmlns:a="http://schemas.openxmlformats.org/drawingml/2006/main" noGrp="1"/>
          </p:cNvSpPr>
          <p:nvPr/>
        </p:nvSpPr>
        <p:spPr>
          <a:xfrm xmlns:a="http://schemas.openxmlformats.org/drawingml/2006/main">
            <a:off x="666750" y="1552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a:solidFill>
                  <a:srgbClr val="175F96"/>
                </a:solidFill>
                <a:latin typeface="Arial"/>
                <a:ea typeface="Arial"/>
                <a:cs typeface="Arial"/>
              </a:defRPr>
            </a:defPPr>
            <a:lvl1pPr>
              <a:defRPr sz="2325">
                <a:solidFill>
                  <a:srgbClr val="175F96"/>
                </a:solidFill>
                <a:latin typeface="Arial"/>
                <a:ea typeface="Arial"/>
                <a:cs typeface="Arial"/>
              </a:defRPr>
            </a:lvl1pPr>
            <a:lvl2pPr>
              <a:defRPr sz="2325">
                <a:solidFill>
                  <a:srgbClr val="175F96"/>
                </a:solidFill>
                <a:latin typeface="Arial"/>
                <a:ea typeface="Arial"/>
                <a:cs typeface="Arial"/>
              </a:defRPr>
            </a:lvl2pPr>
            <a:lvl3pPr>
              <a:defRPr sz="2325">
                <a:solidFill>
                  <a:srgbClr val="175F96"/>
                </a:solidFill>
                <a:latin typeface="Arial"/>
                <a:ea typeface="Arial"/>
                <a:cs typeface="Arial"/>
              </a:defRPr>
            </a:lvl3pPr>
            <a:lvl4pPr>
              <a:defRPr sz="2325">
                <a:solidFill>
                  <a:srgbClr val="175F96"/>
                </a:solidFill>
                <a:latin typeface="Arial"/>
                <a:ea typeface="Arial"/>
                <a:cs typeface="Arial"/>
              </a:defRPr>
            </a:lvl4pPr>
            <a:lvl5pPr>
              <a:defRPr sz="2325">
                <a:solidFill>
                  <a:srgbClr val="175F96"/>
                </a:solidFill>
                <a:latin typeface="Arial"/>
                <a:ea typeface="Arial"/>
                <a:cs typeface="Arial"/>
              </a:defRPr>
            </a:lvl5pPr>
            <a:lvl6pPr>
              <a:defRPr sz="2325">
                <a:solidFill>
                  <a:srgbClr val="175F96"/>
                </a:solidFill>
                <a:latin typeface="Arial"/>
                <a:ea typeface="Arial"/>
                <a:cs typeface="Arial"/>
              </a:defRPr>
            </a:lvl6pPr>
            <a:lvl7pPr>
              <a:defRPr sz="2325">
                <a:solidFill>
                  <a:srgbClr val="175F96"/>
                </a:solidFill>
                <a:latin typeface="Arial"/>
                <a:ea typeface="Arial"/>
                <a:cs typeface="Arial"/>
              </a:defRPr>
            </a:lvl7pPr>
            <a:lvl8pPr>
              <a:defRPr sz="2325">
                <a:solidFill>
                  <a:srgbClr val="175F96"/>
                </a:solidFill>
                <a:latin typeface="Arial"/>
                <a:ea typeface="Arial"/>
                <a:cs typeface="Arial"/>
              </a:defRPr>
            </a:lvl8pPr>
            <a:lvl9pPr>
              <a:defRPr sz="2325">
                <a:solidFill>
                  <a:srgbClr val="175F96"/>
                </a:solidFill>
                <a:latin typeface="Arial"/>
                <a:ea typeface="Arial"/>
                <a:cs typeface="Arial"/>
              </a:defRPr>
            </a:lvl9pPr>
          </a:lstStyle>
          <a:p xmlns:a="http://schemas.openxmlformats.org/drawingml/2006/main">
            <a:pPr>
              <a:defRPr sz="2325">
                <a:solidFill>
                  <a:srgbClr val="175F96"/>
                </a:solidFill>
                <a:latin typeface="Arial"/>
                <a:ea typeface="Arial"/>
                <a:cs typeface="Arial"/>
              </a:defRPr>
            </a:pPr>
            <a:r>
              <a:rPr sz="2325">
                <a:solidFill>
                  <a:srgbClr val="175F96"/>
                </a:solidFill>
                <a:latin typeface="Arial"/>
                <a:ea typeface="Arial"/>
                <a:cs typeface="Arial"/>
              </a:rPr>
              <a:t>Chance difference (percentage points): 4 runs minus 1</a:t>
            </a:r>
          </a:p>
        </p:txBody>
      </p:sp>
      <p:sp>
        <p:nvSpPr>
          <p:cNvPr id="5" name="">
            <a:extLst xmlns:a="http://schemas.openxmlformats.org/drawingml/2006/main">
              <a:ext uri="{FF2B5EF4-FFF2-40B4-BE49-F238E27FC236}">
                <a16:creationId xmlns:a16="http://schemas.microsoft.com/office/drawing/2014/main" id="{7C5A2CEC-EDF0-4275-8FCA-0E6639AD308D}"/>
              </a:ext>
            </a:extLst>
          </p:cNvPr>
          <p:cNvSpPr>
            <a:spLocks xmlns:a="http://schemas.openxmlformats.org/drawingml/2006/main" noGrp="1"/>
          </p:cNvSpPr>
          <p:nvPr/>
        </p:nvSpPr>
        <p:spPr>
          <a:xfrm xmlns:a="http://schemas.openxmlformats.org/drawingml/2006/main">
            <a:off x="9683750" y="2238375"/>
            <a:ext cx="953" cy="2762250"/>
          </a:xfrm>
          <a:custGeom xmlns:a="http://schemas.openxmlformats.org/drawingml/2006/main">
            <a:pathLst>
              <a:path w="953" h="2762250">
                <a:moveTo>
                  <a:pt x="0" y="0"/>
                </a:moveTo>
                <a:lnTo>
                  <a:pt x="0" y="2762250"/>
                </a:lnTo>
              </a:path>
            </a:pathLst>
          </a:custGeom>
          <a:noFill xmlns:a="http://schemas.openxmlformats.org/drawingml/2006/main"/>
          <a:ln xmlns:a="http://schemas.openxmlformats.org/drawingml/2006/main" w="14288">
            <a:solidFill>
              <a:srgbClr val="B4BDC5"/>
            </a:solidFill>
          </a:ln>
        </p:spPr>
      </p:sp>
      <p:sp>
        <p:nvSpPr>
          <p:cNvPr id="6" name="">
            <a:extLst xmlns:a="http://schemas.openxmlformats.org/drawingml/2006/main">
              <a:ext uri="{FF2B5EF4-FFF2-40B4-BE49-F238E27FC236}">
                <a16:creationId xmlns:a16="http://schemas.microsoft.com/office/drawing/2014/main" id="{5E907CF1-FC7F-4837-A507-34C64320B634}"/>
              </a:ext>
            </a:extLst>
          </p:cNvPr>
          <p:cNvSpPr>
            <a:spLocks xmlns:a="http://schemas.openxmlformats.org/drawingml/2006/main" noGrp="1"/>
          </p:cNvSpPr>
          <p:nvPr/>
        </p:nvSpPr>
        <p:spPr>
          <a:xfrm xmlns:a="http://schemas.openxmlformats.org/drawingml/2006/main">
            <a:off x="762000" y="25241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Split 1</a:t>
            </a:r>
          </a:p>
        </p:txBody>
      </p:sp>
      <p:sp>
        <p:nvSpPr>
          <p:cNvPr id="7" name="">
            <a:extLst xmlns:a="http://schemas.openxmlformats.org/drawingml/2006/main">
              <a:ext uri="{FF2B5EF4-FFF2-40B4-BE49-F238E27FC236}">
                <a16:creationId xmlns:a16="http://schemas.microsoft.com/office/drawing/2014/main" id="{E9D6A414-C18B-4B2F-BFD8-6B3C401D7692}"/>
              </a:ext>
            </a:extLst>
          </p:cNvPr>
          <p:cNvSpPr>
            <a:spLocks xmlns:a="http://schemas.openxmlformats.org/drawingml/2006/main" noGrp="1"/>
          </p:cNvSpPr>
          <p:nvPr/>
        </p:nvSpPr>
        <p:spPr>
          <a:xfrm xmlns:a="http://schemas.openxmlformats.org/drawingml/2006/main">
            <a:off x="4684137" y="2714625"/>
            <a:ext cx="4129728" cy="953"/>
          </a:xfrm>
          <a:custGeom xmlns:a="http://schemas.openxmlformats.org/drawingml/2006/main">
            <a:pathLst>
              <a:path w="4129728" h="953">
                <a:moveTo>
                  <a:pt x="0" y="0"/>
                </a:moveTo>
                <a:lnTo>
                  <a:pt x="4129728" y="0"/>
                </a:lnTo>
              </a:path>
            </a:pathLst>
          </a:custGeom>
          <a:noFill xmlns:a="http://schemas.openxmlformats.org/drawingml/2006/main"/>
          <a:ln xmlns:a="http://schemas.openxmlformats.org/drawingml/2006/main" w="38100">
            <a:solidFill>
              <a:srgbClr val="175F96"/>
            </a:solidFill>
          </a:ln>
        </p:spPr>
      </p:sp>
      <p:sp>
        <p:nvSpPr>
          <p:cNvPr id="8" name="">
            <a:extLst xmlns:a="http://schemas.openxmlformats.org/drawingml/2006/main">
              <a:ext uri="{FF2B5EF4-FFF2-40B4-BE49-F238E27FC236}">
                <a16:creationId xmlns:a16="http://schemas.microsoft.com/office/drawing/2014/main" id="{F813B935-BE8C-48B6-8351-486A8B8E983F}"/>
              </a:ext>
            </a:extLst>
          </p:cNvPr>
          <p:cNvSpPr>
            <a:spLocks xmlns:a="http://schemas.openxmlformats.org/drawingml/2006/main" noGrp="1"/>
          </p:cNvSpPr>
          <p:nvPr/>
        </p:nvSpPr>
        <p:spPr>
          <a:xfrm xmlns:a="http://schemas.openxmlformats.org/drawingml/2006/main">
            <a:off x="6230408" y="2647950"/>
            <a:ext cx="133350" cy="1333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5959A345-5977-44D5-8C1F-30E20B716643}"/>
              </a:ext>
            </a:extLst>
          </p:cNvPr>
          <p:cNvSpPr>
            <a:spLocks xmlns:a="http://schemas.openxmlformats.org/drawingml/2006/main" noGrp="1"/>
          </p:cNvSpPr>
          <p:nvPr/>
        </p:nvSpPr>
        <p:spPr>
          <a:xfrm xmlns:a="http://schemas.openxmlformats.org/drawingml/2006/main">
            <a:off x="5677958" y="2247900"/>
            <a:ext cx="142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75F96"/>
                </a:solidFill>
                <a:latin typeface="Arial"/>
                <a:ea typeface="Arial"/>
                <a:cs typeface="Arial"/>
              </a:defRPr>
            </a:defPPr>
            <a:lvl1pPr>
              <a:defRPr sz="2025" b="1">
                <a:solidFill>
                  <a:srgbClr val="175F96"/>
                </a:solidFill>
                <a:latin typeface="Arial"/>
                <a:ea typeface="Arial"/>
                <a:cs typeface="Arial"/>
              </a:defRPr>
            </a:lvl1pPr>
            <a:lvl2pPr>
              <a:defRPr sz="2025" b="1">
                <a:solidFill>
                  <a:srgbClr val="175F96"/>
                </a:solidFill>
                <a:latin typeface="Arial"/>
                <a:ea typeface="Arial"/>
                <a:cs typeface="Arial"/>
              </a:defRPr>
            </a:lvl2pPr>
            <a:lvl3pPr>
              <a:defRPr sz="2025" b="1">
                <a:solidFill>
                  <a:srgbClr val="175F96"/>
                </a:solidFill>
                <a:latin typeface="Arial"/>
                <a:ea typeface="Arial"/>
                <a:cs typeface="Arial"/>
              </a:defRPr>
            </a:lvl3pPr>
            <a:lvl4pPr>
              <a:defRPr sz="2025" b="1">
                <a:solidFill>
                  <a:srgbClr val="175F96"/>
                </a:solidFill>
                <a:latin typeface="Arial"/>
                <a:ea typeface="Arial"/>
                <a:cs typeface="Arial"/>
              </a:defRPr>
            </a:lvl4pPr>
            <a:lvl5pPr>
              <a:defRPr sz="2025" b="1">
                <a:solidFill>
                  <a:srgbClr val="175F96"/>
                </a:solidFill>
                <a:latin typeface="Arial"/>
                <a:ea typeface="Arial"/>
                <a:cs typeface="Arial"/>
              </a:defRPr>
            </a:lvl5pPr>
            <a:lvl6pPr>
              <a:defRPr sz="2025" b="1">
                <a:solidFill>
                  <a:srgbClr val="175F96"/>
                </a:solidFill>
                <a:latin typeface="Arial"/>
                <a:ea typeface="Arial"/>
                <a:cs typeface="Arial"/>
              </a:defRPr>
            </a:lvl6pPr>
            <a:lvl7pPr>
              <a:defRPr sz="2025" b="1">
                <a:solidFill>
                  <a:srgbClr val="175F96"/>
                </a:solidFill>
                <a:latin typeface="Arial"/>
                <a:ea typeface="Arial"/>
                <a:cs typeface="Arial"/>
              </a:defRPr>
            </a:lvl7pPr>
            <a:lvl8pPr>
              <a:defRPr sz="2025" b="1">
                <a:solidFill>
                  <a:srgbClr val="175F96"/>
                </a:solidFill>
                <a:latin typeface="Arial"/>
                <a:ea typeface="Arial"/>
                <a:cs typeface="Arial"/>
              </a:defRPr>
            </a:lvl8pPr>
            <a:lvl9pPr>
              <a:defRPr sz="2025" b="1">
                <a:solidFill>
                  <a:srgbClr val="175F96"/>
                </a:solidFill>
                <a:latin typeface="Arial"/>
                <a:ea typeface="Arial"/>
                <a:cs typeface="Arial"/>
              </a:defRPr>
            </a:lvl9pPr>
          </a:lstStyle>
          <a:p xmlns:a="http://schemas.openxmlformats.org/drawingml/2006/main">
            <a:pPr>
              <a:defRPr sz="2025" b="1">
                <a:solidFill>
                  <a:srgbClr val="175F96"/>
                </a:solidFill>
                <a:latin typeface="Arial"/>
                <a:ea typeface="Arial"/>
                <a:cs typeface="Arial"/>
              </a:defRPr>
            </a:pPr>
            <a:r>
              <a:rPr sz="2025" b="1">
                <a:solidFill>
                  <a:srgbClr val="175F96"/>
                </a:solidFill>
                <a:latin typeface="Arial"/>
                <a:ea typeface="Arial"/>
                <a:cs typeface="Arial"/>
              </a:rPr>
              <a:t>-53.3 pp</a:t>
            </a:r>
          </a:p>
        </p:txBody>
      </p:sp>
      <p:sp>
        <p:nvSpPr>
          <p:cNvPr id="10" name="">
            <a:extLst xmlns:a="http://schemas.openxmlformats.org/drawingml/2006/main">
              <a:ext uri="{FF2B5EF4-FFF2-40B4-BE49-F238E27FC236}">
                <a16:creationId xmlns:a16="http://schemas.microsoft.com/office/drawing/2014/main" id="{15182053-9E05-452B-85B1-C90B51268731}"/>
              </a:ext>
            </a:extLst>
          </p:cNvPr>
          <p:cNvSpPr>
            <a:spLocks xmlns:a="http://schemas.openxmlformats.org/drawingml/2006/main" noGrp="1"/>
          </p:cNvSpPr>
          <p:nvPr/>
        </p:nvSpPr>
        <p:spPr>
          <a:xfrm xmlns:a="http://schemas.openxmlformats.org/drawingml/2006/main">
            <a:off x="762000" y="34766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Split 2</a:t>
            </a:r>
          </a:p>
        </p:txBody>
      </p:sp>
      <p:sp>
        <p:nvSpPr>
          <p:cNvPr id="11" name="">
            <a:extLst xmlns:a="http://schemas.openxmlformats.org/drawingml/2006/main">
              <a:ext uri="{FF2B5EF4-FFF2-40B4-BE49-F238E27FC236}">
                <a16:creationId xmlns:a16="http://schemas.microsoft.com/office/drawing/2014/main" id="{2C645F12-27DA-439F-836C-EA76DC1B8779}"/>
              </a:ext>
            </a:extLst>
          </p:cNvPr>
          <p:cNvSpPr>
            <a:spLocks xmlns:a="http://schemas.openxmlformats.org/drawingml/2006/main" noGrp="1"/>
          </p:cNvSpPr>
          <p:nvPr/>
        </p:nvSpPr>
        <p:spPr>
          <a:xfrm xmlns:a="http://schemas.openxmlformats.org/drawingml/2006/main">
            <a:off x="4204944" y="3667125"/>
            <a:ext cx="3981675" cy="953"/>
          </a:xfrm>
          <a:custGeom xmlns:a="http://schemas.openxmlformats.org/drawingml/2006/main">
            <a:pathLst>
              <a:path w="3981675" h="953">
                <a:moveTo>
                  <a:pt x="0" y="0"/>
                </a:moveTo>
                <a:lnTo>
                  <a:pt x="3981675" y="0"/>
                </a:lnTo>
              </a:path>
            </a:pathLst>
          </a:custGeom>
          <a:noFill xmlns:a="http://schemas.openxmlformats.org/drawingml/2006/main"/>
          <a:ln xmlns:a="http://schemas.openxmlformats.org/drawingml/2006/main" w="38100">
            <a:solidFill>
              <a:srgbClr val="175F96"/>
            </a:solidFill>
          </a:ln>
        </p:spPr>
      </p:sp>
      <p:sp>
        <p:nvSpPr>
          <p:cNvPr id="12" name="">
            <a:extLst xmlns:a="http://schemas.openxmlformats.org/drawingml/2006/main">
              <a:ext uri="{FF2B5EF4-FFF2-40B4-BE49-F238E27FC236}">
                <a16:creationId xmlns:a16="http://schemas.microsoft.com/office/drawing/2014/main" id="{3EFCBEC7-909B-433E-8CC3-A06C4F1FAE88}"/>
              </a:ext>
            </a:extLst>
          </p:cNvPr>
          <p:cNvSpPr>
            <a:spLocks xmlns:a="http://schemas.openxmlformats.org/drawingml/2006/main" noGrp="1"/>
          </p:cNvSpPr>
          <p:nvPr/>
        </p:nvSpPr>
        <p:spPr>
          <a:xfrm xmlns:a="http://schemas.openxmlformats.org/drawingml/2006/main">
            <a:off x="5595408" y="3600450"/>
            <a:ext cx="133350" cy="1333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F42723E-6F5C-473D-9271-39C8103A7043}"/>
              </a:ext>
            </a:extLst>
          </p:cNvPr>
          <p:cNvSpPr>
            <a:spLocks xmlns:a="http://schemas.openxmlformats.org/drawingml/2006/main" noGrp="1"/>
          </p:cNvSpPr>
          <p:nvPr/>
        </p:nvSpPr>
        <p:spPr>
          <a:xfrm xmlns:a="http://schemas.openxmlformats.org/drawingml/2006/main">
            <a:off x="5042958" y="3200400"/>
            <a:ext cx="142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75F96"/>
                </a:solidFill>
                <a:latin typeface="Arial"/>
                <a:ea typeface="Arial"/>
                <a:cs typeface="Arial"/>
              </a:defRPr>
            </a:defPPr>
            <a:lvl1pPr>
              <a:defRPr sz="2025" b="1">
                <a:solidFill>
                  <a:srgbClr val="175F96"/>
                </a:solidFill>
                <a:latin typeface="Arial"/>
                <a:ea typeface="Arial"/>
                <a:cs typeface="Arial"/>
              </a:defRPr>
            </a:lvl1pPr>
            <a:lvl2pPr>
              <a:defRPr sz="2025" b="1">
                <a:solidFill>
                  <a:srgbClr val="175F96"/>
                </a:solidFill>
                <a:latin typeface="Arial"/>
                <a:ea typeface="Arial"/>
                <a:cs typeface="Arial"/>
              </a:defRPr>
            </a:lvl2pPr>
            <a:lvl3pPr>
              <a:defRPr sz="2025" b="1">
                <a:solidFill>
                  <a:srgbClr val="175F96"/>
                </a:solidFill>
                <a:latin typeface="Arial"/>
                <a:ea typeface="Arial"/>
                <a:cs typeface="Arial"/>
              </a:defRPr>
            </a:lvl3pPr>
            <a:lvl4pPr>
              <a:defRPr sz="2025" b="1">
                <a:solidFill>
                  <a:srgbClr val="175F96"/>
                </a:solidFill>
                <a:latin typeface="Arial"/>
                <a:ea typeface="Arial"/>
                <a:cs typeface="Arial"/>
              </a:defRPr>
            </a:lvl4pPr>
            <a:lvl5pPr>
              <a:defRPr sz="2025" b="1">
                <a:solidFill>
                  <a:srgbClr val="175F96"/>
                </a:solidFill>
                <a:latin typeface="Arial"/>
                <a:ea typeface="Arial"/>
                <a:cs typeface="Arial"/>
              </a:defRPr>
            </a:lvl5pPr>
            <a:lvl6pPr>
              <a:defRPr sz="2025" b="1">
                <a:solidFill>
                  <a:srgbClr val="175F96"/>
                </a:solidFill>
                <a:latin typeface="Arial"/>
                <a:ea typeface="Arial"/>
                <a:cs typeface="Arial"/>
              </a:defRPr>
            </a:lvl6pPr>
            <a:lvl7pPr>
              <a:defRPr sz="2025" b="1">
                <a:solidFill>
                  <a:srgbClr val="175F96"/>
                </a:solidFill>
                <a:latin typeface="Arial"/>
                <a:ea typeface="Arial"/>
                <a:cs typeface="Arial"/>
              </a:defRPr>
            </a:lvl7pPr>
            <a:lvl8pPr>
              <a:defRPr sz="2025" b="1">
                <a:solidFill>
                  <a:srgbClr val="175F96"/>
                </a:solidFill>
                <a:latin typeface="Arial"/>
                <a:ea typeface="Arial"/>
                <a:cs typeface="Arial"/>
              </a:defRPr>
            </a:lvl8pPr>
            <a:lvl9pPr>
              <a:defRPr sz="2025" b="1">
                <a:solidFill>
                  <a:srgbClr val="175F96"/>
                </a:solidFill>
                <a:latin typeface="Arial"/>
                <a:ea typeface="Arial"/>
                <a:cs typeface="Arial"/>
              </a:defRPr>
            </a:lvl9pPr>
          </a:lstStyle>
          <a:p xmlns:a="http://schemas.openxmlformats.org/drawingml/2006/main">
            <a:pPr>
              <a:defRPr sz="2025" b="1">
                <a:solidFill>
                  <a:srgbClr val="175F96"/>
                </a:solidFill>
                <a:latin typeface="Arial"/>
                <a:ea typeface="Arial"/>
                <a:cs typeface="Arial"/>
              </a:defRPr>
            </a:pPr>
            <a:r>
              <a:rPr sz="2025" b="1">
                <a:solidFill>
                  <a:srgbClr val="175F96"/>
                </a:solidFill>
                <a:latin typeface="Arial"/>
                <a:ea typeface="Arial"/>
                <a:cs typeface="Arial"/>
              </a:rPr>
              <a:t>-63.3 pp</a:t>
            </a:r>
          </a:p>
        </p:txBody>
      </p:sp>
      <p:sp>
        <p:nvSpPr>
          <p:cNvPr id="14" name="">
            <a:extLst xmlns:a="http://schemas.openxmlformats.org/drawingml/2006/main">
              <a:ext uri="{FF2B5EF4-FFF2-40B4-BE49-F238E27FC236}">
                <a16:creationId xmlns:a16="http://schemas.microsoft.com/office/drawing/2014/main" id="{4CC2C48E-B199-4531-832C-9194A8A9A294}"/>
              </a:ext>
            </a:extLst>
          </p:cNvPr>
          <p:cNvSpPr>
            <a:spLocks xmlns:a="http://schemas.openxmlformats.org/drawingml/2006/main" noGrp="1"/>
          </p:cNvSpPr>
          <p:nvPr/>
        </p:nvSpPr>
        <p:spPr>
          <a:xfrm xmlns:a="http://schemas.openxmlformats.org/drawingml/2006/main">
            <a:off x="762000" y="4429125"/>
            <a:ext cx="228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172B3A"/>
                </a:solidFill>
                <a:latin typeface="Arial"/>
                <a:ea typeface="Arial"/>
                <a:cs typeface="Arial"/>
              </a:defRPr>
            </a:defPPr>
            <a:lvl1pPr>
              <a:defRPr sz="2325" b="1">
                <a:solidFill>
                  <a:srgbClr val="172B3A"/>
                </a:solidFill>
                <a:latin typeface="Arial"/>
                <a:ea typeface="Arial"/>
                <a:cs typeface="Arial"/>
              </a:defRPr>
            </a:lvl1pPr>
            <a:lvl2pPr>
              <a:defRPr sz="2325" b="1">
                <a:solidFill>
                  <a:srgbClr val="172B3A"/>
                </a:solidFill>
                <a:latin typeface="Arial"/>
                <a:ea typeface="Arial"/>
                <a:cs typeface="Arial"/>
              </a:defRPr>
            </a:lvl2pPr>
            <a:lvl3pPr>
              <a:defRPr sz="2325" b="1">
                <a:solidFill>
                  <a:srgbClr val="172B3A"/>
                </a:solidFill>
                <a:latin typeface="Arial"/>
                <a:ea typeface="Arial"/>
                <a:cs typeface="Arial"/>
              </a:defRPr>
            </a:lvl3pPr>
            <a:lvl4pPr>
              <a:defRPr sz="2325" b="1">
                <a:solidFill>
                  <a:srgbClr val="172B3A"/>
                </a:solidFill>
                <a:latin typeface="Arial"/>
                <a:ea typeface="Arial"/>
                <a:cs typeface="Arial"/>
              </a:defRPr>
            </a:lvl4pPr>
            <a:lvl5pPr>
              <a:defRPr sz="2325" b="1">
                <a:solidFill>
                  <a:srgbClr val="172B3A"/>
                </a:solidFill>
                <a:latin typeface="Arial"/>
                <a:ea typeface="Arial"/>
                <a:cs typeface="Arial"/>
              </a:defRPr>
            </a:lvl5pPr>
            <a:lvl6pPr>
              <a:defRPr sz="2325" b="1">
                <a:solidFill>
                  <a:srgbClr val="172B3A"/>
                </a:solidFill>
                <a:latin typeface="Arial"/>
                <a:ea typeface="Arial"/>
                <a:cs typeface="Arial"/>
              </a:defRPr>
            </a:lvl6pPr>
            <a:lvl7pPr>
              <a:defRPr sz="2325" b="1">
                <a:solidFill>
                  <a:srgbClr val="172B3A"/>
                </a:solidFill>
                <a:latin typeface="Arial"/>
                <a:ea typeface="Arial"/>
                <a:cs typeface="Arial"/>
              </a:defRPr>
            </a:lvl7pPr>
            <a:lvl8pPr>
              <a:defRPr sz="2325" b="1">
                <a:solidFill>
                  <a:srgbClr val="172B3A"/>
                </a:solidFill>
                <a:latin typeface="Arial"/>
                <a:ea typeface="Arial"/>
                <a:cs typeface="Arial"/>
              </a:defRPr>
            </a:lvl8pPr>
            <a:lvl9pPr>
              <a:defRPr sz="2325" b="1">
                <a:solidFill>
                  <a:srgbClr val="172B3A"/>
                </a:solidFill>
                <a:latin typeface="Arial"/>
                <a:ea typeface="Arial"/>
                <a:cs typeface="Arial"/>
              </a:defRPr>
            </a:lvl9pPr>
          </a:lstStyle>
          <a:p xmlns:a="http://schemas.openxmlformats.org/drawingml/2006/main">
            <a:pPr>
              <a:defRPr sz="2325" b="1">
                <a:solidFill>
                  <a:srgbClr val="172B3A"/>
                </a:solidFill>
                <a:latin typeface="Arial"/>
                <a:ea typeface="Arial"/>
                <a:cs typeface="Arial"/>
              </a:defRPr>
            </a:pPr>
            <a:r>
              <a:rPr sz="2325" b="1">
                <a:solidFill>
                  <a:srgbClr val="172B3A"/>
                </a:solidFill>
                <a:latin typeface="Arial"/>
                <a:ea typeface="Arial"/>
                <a:cs typeface="Arial"/>
              </a:rPr>
              <a:t>Split 3</a:t>
            </a:r>
          </a:p>
        </p:txBody>
      </p:sp>
      <p:sp>
        <p:nvSpPr>
          <p:cNvPr id="15" name="">
            <a:extLst xmlns:a="http://schemas.openxmlformats.org/drawingml/2006/main">
              <a:ext uri="{FF2B5EF4-FFF2-40B4-BE49-F238E27FC236}">
                <a16:creationId xmlns:a16="http://schemas.microsoft.com/office/drawing/2014/main" id="{76E9AD49-A05A-4E13-8908-839AA697AB91}"/>
              </a:ext>
            </a:extLst>
          </p:cNvPr>
          <p:cNvSpPr>
            <a:spLocks xmlns:a="http://schemas.openxmlformats.org/drawingml/2006/main" noGrp="1"/>
          </p:cNvSpPr>
          <p:nvPr/>
        </p:nvSpPr>
        <p:spPr>
          <a:xfrm xmlns:a="http://schemas.openxmlformats.org/drawingml/2006/main">
            <a:off x="4518338" y="4619625"/>
            <a:ext cx="4092223" cy="953"/>
          </a:xfrm>
          <a:custGeom xmlns:a="http://schemas.openxmlformats.org/drawingml/2006/main">
            <a:pathLst>
              <a:path w="4092223" h="953">
                <a:moveTo>
                  <a:pt x="0" y="0"/>
                </a:moveTo>
                <a:lnTo>
                  <a:pt x="4092223" y="0"/>
                </a:lnTo>
              </a:path>
            </a:pathLst>
          </a:custGeom>
          <a:noFill xmlns:a="http://schemas.openxmlformats.org/drawingml/2006/main"/>
          <a:ln xmlns:a="http://schemas.openxmlformats.org/drawingml/2006/main" w="38100">
            <a:solidFill>
              <a:srgbClr val="175F96"/>
            </a:solidFill>
          </a:ln>
        </p:spPr>
      </p:sp>
      <p:sp>
        <p:nvSpPr>
          <p:cNvPr id="16" name="">
            <a:extLst xmlns:a="http://schemas.openxmlformats.org/drawingml/2006/main">
              <a:ext uri="{FF2B5EF4-FFF2-40B4-BE49-F238E27FC236}">
                <a16:creationId xmlns:a16="http://schemas.microsoft.com/office/drawing/2014/main" id="{05A8144F-2D9D-47C0-8AB5-30DA015D5A6F}"/>
              </a:ext>
            </a:extLst>
          </p:cNvPr>
          <p:cNvSpPr>
            <a:spLocks xmlns:a="http://schemas.openxmlformats.org/drawingml/2006/main" noGrp="1"/>
          </p:cNvSpPr>
          <p:nvPr/>
        </p:nvSpPr>
        <p:spPr>
          <a:xfrm xmlns:a="http://schemas.openxmlformats.org/drawingml/2006/main">
            <a:off x="6018742" y="4552950"/>
            <a:ext cx="133350" cy="133350"/>
          </a:xfrm>
          <a:prstGeom xmlns:a="http://schemas.openxmlformats.org/drawingml/2006/main" prst="ellipse">
            <a:avLst/>
          </a:prstGeom>
          <a:solidFill xmlns:a="http://schemas.openxmlformats.org/drawingml/2006/main">
            <a:srgbClr val="175F96"/>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910C803-5E1D-4854-A4CC-3B101C82AFAD}"/>
              </a:ext>
            </a:extLst>
          </p:cNvPr>
          <p:cNvSpPr>
            <a:spLocks xmlns:a="http://schemas.openxmlformats.org/drawingml/2006/main" noGrp="1"/>
          </p:cNvSpPr>
          <p:nvPr/>
        </p:nvSpPr>
        <p:spPr>
          <a:xfrm xmlns:a="http://schemas.openxmlformats.org/drawingml/2006/main">
            <a:off x="5466292" y="4152900"/>
            <a:ext cx="1428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75F96"/>
                </a:solidFill>
                <a:latin typeface="Arial"/>
                <a:ea typeface="Arial"/>
                <a:cs typeface="Arial"/>
              </a:defRPr>
            </a:defPPr>
            <a:lvl1pPr>
              <a:defRPr sz="2025" b="1">
                <a:solidFill>
                  <a:srgbClr val="175F96"/>
                </a:solidFill>
                <a:latin typeface="Arial"/>
                <a:ea typeface="Arial"/>
                <a:cs typeface="Arial"/>
              </a:defRPr>
            </a:lvl1pPr>
            <a:lvl2pPr>
              <a:defRPr sz="2025" b="1">
                <a:solidFill>
                  <a:srgbClr val="175F96"/>
                </a:solidFill>
                <a:latin typeface="Arial"/>
                <a:ea typeface="Arial"/>
                <a:cs typeface="Arial"/>
              </a:defRPr>
            </a:lvl2pPr>
            <a:lvl3pPr>
              <a:defRPr sz="2025" b="1">
                <a:solidFill>
                  <a:srgbClr val="175F96"/>
                </a:solidFill>
                <a:latin typeface="Arial"/>
                <a:ea typeface="Arial"/>
                <a:cs typeface="Arial"/>
              </a:defRPr>
            </a:lvl3pPr>
            <a:lvl4pPr>
              <a:defRPr sz="2025" b="1">
                <a:solidFill>
                  <a:srgbClr val="175F96"/>
                </a:solidFill>
                <a:latin typeface="Arial"/>
                <a:ea typeface="Arial"/>
                <a:cs typeface="Arial"/>
              </a:defRPr>
            </a:lvl4pPr>
            <a:lvl5pPr>
              <a:defRPr sz="2025" b="1">
                <a:solidFill>
                  <a:srgbClr val="175F96"/>
                </a:solidFill>
                <a:latin typeface="Arial"/>
                <a:ea typeface="Arial"/>
                <a:cs typeface="Arial"/>
              </a:defRPr>
            </a:lvl5pPr>
            <a:lvl6pPr>
              <a:defRPr sz="2025" b="1">
                <a:solidFill>
                  <a:srgbClr val="175F96"/>
                </a:solidFill>
                <a:latin typeface="Arial"/>
                <a:ea typeface="Arial"/>
                <a:cs typeface="Arial"/>
              </a:defRPr>
            </a:lvl6pPr>
            <a:lvl7pPr>
              <a:defRPr sz="2025" b="1">
                <a:solidFill>
                  <a:srgbClr val="175F96"/>
                </a:solidFill>
                <a:latin typeface="Arial"/>
                <a:ea typeface="Arial"/>
                <a:cs typeface="Arial"/>
              </a:defRPr>
            </a:lvl7pPr>
            <a:lvl8pPr>
              <a:defRPr sz="2025" b="1">
                <a:solidFill>
                  <a:srgbClr val="175F96"/>
                </a:solidFill>
                <a:latin typeface="Arial"/>
                <a:ea typeface="Arial"/>
                <a:cs typeface="Arial"/>
              </a:defRPr>
            </a:lvl8pPr>
            <a:lvl9pPr>
              <a:defRPr sz="2025" b="1">
                <a:solidFill>
                  <a:srgbClr val="175F96"/>
                </a:solidFill>
                <a:latin typeface="Arial"/>
                <a:ea typeface="Arial"/>
                <a:cs typeface="Arial"/>
              </a:defRPr>
            </a:lvl9pPr>
          </a:lstStyle>
          <a:p xmlns:a="http://schemas.openxmlformats.org/drawingml/2006/main">
            <a:pPr>
              <a:defRPr sz="2025" b="1">
                <a:solidFill>
                  <a:srgbClr val="175F96"/>
                </a:solidFill>
                <a:latin typeface="Arial"/>
                <a:ea typeface="Arial"/>
                <a:cs typeface="Arial"/>
              </a:defRPr>
            </a:pPr>
            <a:r>
              <a:rPr sz="2025" b="1">
                <a:solidFill>
                  <a:srgbClr val="175F96"/>
                </a:solidFill>
                <a:latin typeface="Arial"/>
                <a:ea typeface="Arial"/>
                <a:cs typeface="Arial"/>
              </a:rPr>
              <a:t>-56.7 pp</a:t>
            </a:r>
          </a:p>
        </p:txBody>
      </p:sp>
      <p:sp>
        <p:nvSpPr>
          <p:cNvPr id="18" name="">
            <a:extLst xmlns:a="http://schemas.openxmlformats.org/drawingml/2006/main">
              <a:ext uri="{FF2B5EF4-FFF2-40B4-BE49-F238E27FC236}">
                <a16:creationId xmlns:a16="http://schemas.microsoft.com/office/drawing/2014/main" id="{9CE27A4E-DBD9-4EA4-9FED-5A183C3485DA}"/>
              </a:ext>
            </a:extLst>
          </p:cNvPr>
          <p:cNvSpPr>
            <a:spLocks xmlns:a="http://schemas.openxmlformats.org/drawingml/2006/main" noGrp="1"/>
          </p:cNvSpPr>
          <p:nvPr/>
        </p:nvSpPr>
        <p:spPr>
          <a:xfrm xmlns:a="http://schemas.openxmlformats.org/drawingml/2006/main">
            <a:off x="3333750" y="5095875"/>
            <a:ext cx="7620000" cy="953"/>
          </a:xfrm>
          <a:custGeom xmlns:a="http://schemas.openxmlformats.org/drawingml/2006/main">
            <a:pathLst>
              <a:path w="7620000" h="953">
                <a:moveTo>
                  <a:pt x="0" y="0"/>
                </a:moveTo>
                <a:lnTo>
                  <a:pt x="7620000" y="0"/>
                </a:lnTo>
              </a:path>
            </a:pathLst>
          </a:custGeom>
          <a:noFill xmlns:a="http://schemas.openxmlformats.org/drawingml/2006/main"/>
          <a:ln xmlns:a="http://schemas.openxmlformats.org/drawingml/2006/main" w="14288">
            <a:solidFill>
              <a:srgbClr val="637E8E"/>
            </a:solidFill>
          </a:ln>
        </p:spPr>
      </p:sp>
      <p:sp>
        <p:nvSpPr>
          <p:cNvPr id="19" name="">
            <a:extLst xmlns:a="http://schemas.openxmlformats.org/drawingml/2006/main">
              <a:ext uri="{FF2B5EF4-FFF2-40B4-BE49-F238E27FC236}">
                <a16:creationId xmlns:a16="http://schemas.microsoft.com/office/drawing/2014/main" id="{E7E8B76E-643B-4E62-858F-CBC0CB572CF3}"/>
              </a:ext>
            </a:extLst>
          </p:cNvPr>
          <p:cNvSpPr>
            <a:spLocks xmlns:a="http://schemas.openxmlformats.org/drawingml/2006/main" noGrp="1"/>
          </p:cNvSpPr>
          <p:nvPr/>
        </p:nvSpPr>
        <p:spPr>
          <a:xfrm xmlns:a="http://schemas.openxmlformats.org/drawingml/2006/main">
            <a:off x="3333750" y="50958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9525">
            <a:solidFill>
              <a:srgbClr val="637E8E"/>
            </a:solidFill>
          </a:ln>
        </p:spPr>
      </p:sp>
      <p:sp>
        <p:nvSpPr>
          <p:cNvPr id="20" name="">
            <a:extLst xmlns:a="http://schemas.openxmlformats.org/drawingml/2006/main">
              <a:ext uri="{FF2B5EF4-FFF2-40B4-BE49-F238E27FC236}">
                <a16:creationId xmlns:a16="http://schemas.microsoft.com/office/drawing/2014/main" id="{0AD755BD-1FD7-4A74-B09A-80803A642525}"/>
              </a:ext>
            </a:extLst>
          </p:cNvPr>
          <p:cNvSpPr>
            <a:spLocks xmlns:a="http://schemas.openxmlformats.org/drawingml/2006/main" noGrp="1"/>
          </p:cNvSpPr>
          <p:nvPr/>
        </p:nvSpPr>
        <p:spPr>
          <a:xfrm xmlns:a="http://schemas.openxmlformats.org/drawingml/2006/main">
            <a:off x="3028950" y="52482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725">
                <a:solidFill>
                  <a:srgbClr val="172B3A"/>
                </a:solidFill>
                <a:latin typeface="Arial"/>
                <a:ea typeface="Arial"/>
                <a:cs typeface="Arial"/>
              </a:defRPr>
            </a:defPPr>
            <a:lvl1pPr algn="ctr">
              <a:defRPr sz="1725">
                <a:solidFill>
                  <a:srgbClr val="172B3A"/>
                </a:solidFill>
                <a:latin typeface="Arial"/>
                <a:ea typeface="Arial"/>
                <a:cs typeface="Arial"/>
              </a:defRPr>
            </a:lvl1pPr>
            <a:lvl2pPr algn="ctr">
              <a:defRPr sz="1725">
                <a:solidFill>
                  <a:srgbClr val="172B3A"/>
                </a:solidFill>
                <a:latin typeface="Arial"/>
                <a:ea typeface="Arial"/>
                <a:cs typeface="Arial"/>
              </a:defRPr>
            </a:lvl2pPr>
            <a:lvl3pPr algn="ctr">
              <a:defRPr sz="1725">
                <a:solidFill>
                  <a:srgbClr val="172B3A"/>
                </a:solidFill>
                <a:latin typeface="Arial"/>
                <a:ea typeface="Arial"/>
                <a:cs typeface="Arial"/>
              </a:defRPr>
            </a:lvl3pPr>
            <a:lvl4pPr algn="ctr">
              <a:defRPr sz="1725">
                <a:solidFill>
                  <a:srgbClr val="172B3A"/>
                </a:solidFill>
                <a:latin typeface="Arial"/>
                <a:ea typeface="Arial"/>
                <a:cs typeface="Arial"/>
              </a:defRPr>
            </a:lvl4pPr>
            <a:lvl5pPr algn="ctr">
              <a:defRPr sz="1725">
                <a:solidFill>
                  <a:srgbClr val="172B3A"/>
                </a:solidFill>
                <a:latin typeface="Arial"/>
                <a:ea typeface="Arial"/>
                <a:cs typeface="Arial"/>
              </a:defRPr>
            </a:lvl5pPr>
            <a:lvl6pPr algn="ctr">
              <a:defRPr sz="1725">
                <a:solidFill>
                  <a:srgbClr val="172B3A"/>
                </a:solidFill>
                <a:latin typeface="Arial"/>
                <a:ea typeface="Arial"/>
                <a:cs typeface="Arial"/>
              </a:defRPr>
            </a:lvl6pPr>
            <a:lvl7pPr algn="ctr">
              <a:defRPr sz="1725">
                <a:solidFill>
                  <a:srgbClr val="172B3A"/>
                </a:solidFill>
                <a:latin typeface="Arial"/>
                <a:ea typeface="Arial"/>
                <a:cs typeface="Arial"/>
              </a:defRPr>
            </a:lvl7pPr>
            <a:lvl8pPr algn="ctr">
              <a:defRPr sz="1725">
                <a:solidFill>
                  <a:srgbClr val="172B3A"/>
                </a:solidFill>
                <a:latin typeface="Arial"/>
                <a:ea typeface="Arial"/>
                <a:cs typeface="Arial"/>
              </a:defRPr>
            </a:lvl8pPr>
            <a:lvl9pPr algn="ctr">
              <a:defRPr sz="1725">
                <a:solidFill>
                  <a:srgbClr val="172B3A"/>
                </a:solidFill>
                <a:latin typeface="Arial"/>
                <a:ea typeface="Arial"/>
                <a:cs typeface="Arial"/>
              </a:defRPr>
            </a:lvl9pPr>
          </a:lstStyle>
          <a:p xmlns:a="http://schemas.openxmlformats.org/drawingml/2006/main">
            <a:pPr algn="ctr">
              <a:defRPr sz="1725">
                <a:solidFill>
                  <a:srgbClr val="172B3A"/>
                </a:solidFill>
                <a:latin typeface="Arial"/>
                <a:ea typeface="Arial"/>
                <a:cs typeface="Arial"/>
              </a:defRPr>
            </a:pPr>
            <a:r>
              <a:rPr sz="1725">
                <a:solidFill>
                  <a:srgbClr val="172B3A"/>
                </a:solidFill>
                <a:latin typeface="Arial"/>
                <a:ea typeface="Arial"/>
                <a:cs typeface="Arial"/>
              </a:rPr>
              <a:t>-100</a:t>
            </a:r>
          </a:p>
        </p:txBody>
      </p:sp>
      <p:sp>
        <p:nvSpPr>
          <p:cNvPr id="21" name="">
            <a:extLst xmlns:a="http://schemas.openxmlformats.org/drawingml/2006/main">
              <a:ext uri="{FF2B5EF4-FFF2-40B4-BE49-F238E27FC236}">
                <a16:creationId xmlns:a16="http://schemas.microsoft.com/office/drawing/2014/main" id="{F96EEA8A-8B11-4718-96FF-D727C0C1AF1E}"/>
              </a:ext>
            </a:extLst>
          </p:cNvPr>
          <p:cNvSpPr>
            <a:spLocks xmlns:a="http://schemas.openxmlformats.org/drawingml/2006/main" noGrp="1"/>
          </p:cNvSpPr>
          <p:nvPr/>
        </p:nvSpPr>
        <p:spPr>
          <a:xfrm xmlns:a="http://schemas.openxmlformats.org/drawingml/2006/main">
            <a:off x="4921250" y="50958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9525">
            <a:solidFill>
              <a:srgbClr val="637E8E"/>
            </a:solidFill>
          </a:ln>
        </p:spPr>
      </p:sp>
      <p:sp>
        <p:nvSpPr>
          <p:cNvPr id="22" name="">
            <a:extLst xmlns:a="http://schemas.openxmlformats.org/drawingml/2006/main">
              <a:ext uri="{FF2B5EF4-FFF2-40B4-BE49-F238E27FC236}">
                <a16:creationId xmlns:a16="http://schemas.microsoft.com/office/drawing/2014/main" id="{2AC40591-E326-4BA5-BC03-3B24A6369E65}"/>
              </a:ext>
            </a:extLst>
          </p:cNvPr>
          <p:cNvSpPr>
            <a:spLocks xmlns:a="http://schemas.openxmlformats.org/drawingml/2006/main" noGrp="1"/>
          </p:cNvSpPr>
          <p:nvPr/>
        </p:nvSpPr>
        <p:spPr>
          <a:xfrm xmlns:a="http://schemas.openxmlformats.org/drawingml/2006/main">
            <a:off x="4616450" y="52482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725">
                <a:solidFill>
                  <a:srgbClr val="172B3A"/>
                </a:solidFill>
                <a:latin typeface="Arial"/>
                <a:ea typeface="Arial"/>
                <a:cs typeface="Arial"/>
              </a:defRPr>
            </a:defPPr>
            <a:lvl1pPr algn="ctr">
              <a:defRPr sz="1725">
                <a:solidFill>
                  <a:srgbClr val="172B3A"/>
                </a:solidFill>
                <a:latin typeface="Arial"/>
                <a:ea typeface="Arial"/>
                <a:cs typeface="Arial"/>
              </a:defRPr>
            </a:lvl1pPr>
            <a:lvl2pPr algn="ctr">
              <a:defRPr sz="1725">
                <a:solidFill>
                  <a:srgbClr val="172B3A"/>
                </a:solidFill>
                <a:latin typeface="Arial"/>
                <a:ea typeface="Arial"/>
                <a:cs typeface="Arial"/>
              </a:defRPr>
            </a:lvl2pPr>
            <a:lvl3pPr algn="ctr">
              <a:defRPr sz="1725">
                <a:solidFill>
                  <a:srgbClr val="172B3A"/>
                </a:solidFill>
                <a:latin typeface="Arial"/>
                <a:ea typeface="Arial"/>
                <a:cs typeface="Arial"/>
              </a:defRPr>
            </a:lvl3pPr>
            <a:lvl4pPr algn="ctr">
              <a:defRPr sz="1725">
                <a:solidFill>
                  <a:srgbClr val="172B3A"/>
                </a:solidFill>
                <a:latin typeface="Arial"/>
                <a:ea typeface="Arial"/>
                <a:cs typeface="Arial"/>
              </a:defRPr>
            </a:lvl4pPr>
            <a:lvl5pPr algn="ctr">
              <a:defRPr sz="1725">
                <a:solidFill>
                  <a:srgbClr val="172B3A"/>
                </a:solidFill>
                <a:latin typeface="Arial"/>
                <a:ea typeface="Arial"/>
                <a:cs typeface="Arial"/>
              </a:defRPr>
            </a:lvl5pPr>
            <a:lvl6pPr algn="ctr">
              <a:defRPr sz="1725">
                <a:solidFill>
                  <a:srgbClr val="172B3A"/>
                </a:solidFill>
                <a:latin typeface="Arial"/>
                <a:ea typeface="Arial"/>
                <a:cs typeface="Arial"/>
              </a:defRPr>
            </a:lvl6pPr>
            <a:lvl7pPr algn="ctr">
              <a:defRPr sz="1725">
                <a:solidFill>
                  <a:srgbClr val="172B3A"/>
                </a:solidFill>
                <a:latin typeface="Arial"/>
                <a:ea typeface="Arial"/>
                <a:cs typeface="Arial"/>
              </a:defRPr>
            </a:lvl7pPr>
            <a:lvl8pPr algn="ctr">
              <a:defRPr sz="1725">
                <a:solidFill>
                  <a:srgbClr val="172B3A"/>
                </a:solidFill>
                <a:latin typeface="Arial"/>
                <a:ea typeface="Arial"/>
                <a:cs typeface="Arial"/>
              </a:defRPr>
            </a:lvl8pPr>
            <a:lvl9pPr algn="ctr">
              <a:defRPr sz="1725">
                <a:solidFill>
                  <a:srgbClr val="172B3A"/>
                </a:solidFill>
                <a:latin typeface="Arial"/>
                <a:ea typeface="Arial"/>
                <a:cs typeface="Arial"/>
              </a:defRPr>
            </a:lvl9pPr>
          </a:lstStyle>
          <a:p xmlns:a="http://schemas.openxmlformats.org/drawingml/2006/main">
            <a:pPr algn="ctr">
              <a:defRPr sz="1725">
                <a:solidFill>
                  <a:srgbClr val="172B3A"/>
                </a:solidFill>
                <a:latin typeface="Arial"/>
                <a:ea typeface="Arial"/>
                <a:cs typeface="Arial"/>
              </a:defRPr>
            </a:pPr>
            <a:r>
              <a:rPr sz="1725">
                <a:solidFill>
                  <a:srgbClr val="172B3A"/>
                </a:solidFill>
                <a:latin typeface="Arial"/>
                <a:ea typeface="Arial"/>
                <a:cs typeface="Arial"/>
              </a:rPr>
              <a:t>-75</a:t>
            </a:r>
          </a:p>
        </p:txBody>
      </p:sp>
      <p:sp>
        <p:nvSpPr>
          <p:cNvPr id="23" name="">
            <a:extLst xmlns:a="http://schemas.openxmlformats.org/drawingml/2006/main">
              <a:ext uri="{FF2B5EF4-FFF2-40B4-BE49-F238E27FC236}">
                <a16:creationId xmlns:a16="http://schemas.microsoft.com/office/drawing/2014/main" id="{1E40318F-B125-4118-9CF9-9152A9697199}"/>
              </a:ext>
            </a:extLst>
          </p:cNvPr>
          <p:cNvSpPr>
            <a:spLocks xmlns:a="http://schemas.openxmlformats.org/drawingml/2006/main" noGrp="1"/>
          </p:cNvSpPr>
          <p:nvPr/>
        </p:nvSpPr>
        <p:spPr>
          <a:xfrm xmlns:a="http://schemas.openxmlformats.org/drawingml/2006/main">
            <a:off x="6508750" y="50958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9525">
            <a:solidFill>
              <a:srgbClr val="637E8E"/>
            </a:solidFill>
          </a:ln>
        </p:spPr>
      </p:sp>
      <p:sp>
        <p:nvSpPr>
          <p:cNvPr id="24" name="">
            <a:extLst xmlns:a="http://schemas.openxmlformats.org/drawingml/2006/main">
              <a:ext uri="{FF2B5EF4-FFF2-40B4-BE49-F238E27FC236}">
                <a16:creationId xmlns:a16="http://schemas.microsoft.com/office/drawing/2014/main" id="{905227F7-A7B8-4A26-A778-D664F139B1CE}"/>
              </a:ext>
            </a:extLst>
          </p:cNvPr>
          <p:cNvSpPr>
            <a:spLocks xmlns:a="http://schemas.openxmlformats.org/drawingml/2006/main" noGrp="1"/>
          </p:cNvSpPr>
          <p:nvPr/>
        </p:nvSpPr>
        <p:spPr>
          <a:xfrm xmlns:a="http://schemas.openxmlformats.org/drawingml/2006/main">
            <a:off x="6203950" y="52482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725">
                <a:solidFill>
                  <a:srgbClr val="172B3A"/>
                </a:solidFill>
                <a:latin typeface="Arial"/>
                <a:ea typeface="Arial"/>
                <a:cs typeface="Arial"/>
              </a:defRPr>
            </a:defPPr>
            <a:lvl1pPr algn="ctr">
              <a:defRPr sz="1725">
                <a:solidFill>
                  <a:srgbClr val="172B3A"/>
                </a:solidFill>
                <a:latin typeface="Arial"/>
                <a:ea typeface="Arial"/>
                <a:cs typeface="Arial"/>
              </a:defRPr>
            </a:lvl1pPr>
            <a:lvl2pPr algn="ctr">
              <a:defRPr sz="1725">
                <a:solidFill>
                  <a:srgbClr val="172B3A"/>
                </a:solidFill>
                <a:latin typeface="Arial"/>
                <a:ea typeface="Arial"/>
                <a:cs typeface="Arial"/>
              </a:defRPr>
            </a:lvl2pPr>
            <a:lvl3pPr algn="ctr">
              <a:defRPr sz="1725">
                <a:solidFill>
                  <a:srgbClr val="172B3A"/>
                </a:solidFill>
                <a:latin typeface="Arial"/>
                <a:ea typeface="Arial"/>
                <a:cs typeface="Arial"/>
              </a:defRPr>
            </a:lvl3pPr>
            <a:lvl4pPr algn="ctr">
              <a:defRPr sz="1725">
                <a:solidFill>
                  <a:srgbClr val="172B3A"/>
                </a:solidFill>
                <a:latin typeface="Arial"/>
                <a:ea typeface="Arial"/>
                <a:cs typeface="Arial"/>
              </a:defRPr>
            </a:lvl4pPr>
            <a:lvl5pPr algn="ctr">
              <a:defRPr sz="1725">
                <a:solidFill>
                  <a:srgbClr val="172B3A"/>
                </a:solidFill>
                <a:latin typeface="Arial"/>
                <a:ea typeface="Arial"/>
                <a:cs typeface="Arial"/>
              </a:defRPr>
            </a:lvl5pPr>
            <a:lvl6pPr algn="ctr">
              <a:defRPr sz="1725">
                <a:solidFill>
                  <a:srgbClr val="172B3A"/>
                </a:solidFill>
                <a:latin typeface="Arial"/>
                <a:ea typeface="Arial"/>
                <a:cs typeface="Arial"/>
              </a:defRPr>
            </a:lvl6pPr>
            <a:lvl7pPr algn="ctr">
              <a:defRPr sz="1725">
                <a:solidFill>
                  <a:srgbClr val="172B3A"/>
                </a:solidFill>
                <a:latin typeface="Arial"/>
                <a:ea typeface="Arial"/>
                <a:cs typeface="Arial"/>
              </a:defRPr>
            </a:lvl7pPr>
            <a:lvl8pPr algn="ctr">
              <a:defRPr sz="1725">
                <a:solidFill>
                  <a:srgbClr val="172B3A"/>
                </a:solidFill>
                <a:latin typeface="Arial"/>
                <a:ea typeface="Arial"/>
                <a:cs typeface="Arial"/>
              </a:defRPr>
            </a:lvl8pPr>
            <a:lvl9pPr algn="ctr">
              <a:defRPr sz="1725">
                <a:solidFill>
                  <a:srgbClr val="172B3A"/>
                </a:solidFill>
                <a:latin typeface="Arial"/>
                <a:ea typeface="Arial"/>
                <a:cs typeface="Arial"/>
              </a:defRPr>
            </a:lvl9pPr>
          </a:lstStyle>
          <a:p xmlns:a="http://schemas.openxmlformats.org/drawingml/2006/main">
            <a:pPr algn="ctr">
              <a:defRPr sz="1725">
                <a:solidFill>
                  <a:srgbClr val="172B3A"/>
                </a:solidFill>
                <a:latin typeface="Arial"/>
                <a:ea typeface="Arial"/>
                <a:cs typeface="Arial"/>
              </a:defRPr>
            </a:pPr>
            <a:r>
              <a:rPr sz="1725">
                <a:solidFill>
                  <a:srgbClr val="172B3A"/>
                </a:solidFill>
                <a:latin typeface="Arial"/>
                <a:ea typeface="Arial"/>
                <a:cs typeface="Arial"/>
              </a:rPr>
              <a:t>-50</a:t>
            </a:r>
          </a:p>
        </p:txBody>
      </p:sp>
      <p:sp>
        <p:nvSpPr>
          <p:cNvPr id="25" name="">
            <a:extLst xmlns:a="http://schemas.openxmlformats.org/drawingml/2006/main">
              <a:ext uri="{FF2B5EF4-FFF2-40B4-BE49-F238E27FC236}">
                <a16:creationId xmlns:a16="http://schemas.microsoft.com/office/drawing/2014/main" id="{FE063C70-F398-4458-9471-C9F04FFCFC1C}"/>
              </a:ext>
            </a:extLst>
          </p:cNvPr>
          <p:cNvSpPr>
            <a:spLocks xmlns:a="http://schemas.openxmlformats.org/drawingml/2006/main" noGrp="1"/>
          </p:cNvSpPr>
          <p:nvPr/>
        </p:nvSpPr>
        <p:spPr>
          <a:xfrm xmlns:a="http://schemas.openxmlformats.org/drawingml/2006/main">
            <a:off x="8096250" y="50958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9525">
            <a:solidFill>
              <a:srgbClr val="637E8E"/>
            </a:solidFill>
          </a:ln>
        </p:spPr>
      </p:sp>
      <p:sp>
        <p:nvSpPr>
          <p:cNvPr id="26" name="">
            <a:extLst xmlns:a="http://schemas.openxmlformats.org/drawingml/2006/main">
              <a:ext uri="{FF2B5EF4-FFF2-40B4-BE49-F238E27FC236}">
                <a16:creationId xmlns:a16="http://schemas.microsoft.com/office/drawing/2014/main" id="{A20F7C44-A444-4894-BBF2-38DD4956A662}"/>
              </a:ext>
            </a:extLst>
          </p:cNvPr>
          <p:cNvSpPr>
            <a:spLocks xmlns:a="http://schemas.openxmlformats.org/drawingml/2006/main" noGrp="1"/>
          </p:cNvSpPr>
          <p:nvPr/>
        </p:nvSpPr>
        <p:spPr>
          <a:xfrm xmlns:a="http://schemas.openxmlformats.org/drawingml/2006/main">
            <a:off x="7791450" y="52482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725">
                <a:solidFill>
                  <a:srgbClr val="172B3A"/>
                </a:solidFill>
                <a:latin typeface="Arial"/>
                <a:ea typeface="Arial"/>
                <a:cs typeface="Arial"/>
              </a:defRPr>
            </a:defPPr>
            <a:lvl1pPr algn="ctr">
              <a:defRPr sz="1725">
                <a:solidFill>
                  <a:srgbClr val="172B3A"/>
                </a:solidFill>
                <a:latin typeface="Arial"/>
                <a:ea typeface="Arial"/>
                <a:cs typeface="Arial"/>
              </a:defRPr>
            </a:lvl1pPr>
            <a:lvl2pPr algn="ctr">
              <a:defRPr sz="1725">
                <a:solidFill>
                  <a:srgbClr val="172B3A"/>
                </a:solidFill>
                <a:latin typeface="Arial"/>
                <a:ea typeface="Arial"/>
                <a:cs typeface="Arial"/>
              </a:defRPr>
            </a:lvl2pPr>
            <a:lvl3pPr algn="ctr">
              <a:defRPr sz="1725">
                <a:solidFill>
                  <a:srgbClr val="172B3A"/>
                </a:solidFill>
                <a:latin typeface="Arial"/>
                <a:ea typeface="Arial"/>
                <a:cs typeface="Arial"/>
              </a:defRPr>
            </a:lvl3pPr>
            <a:lvl4pPr algn="ctr">
              <a:defRPr sz="1725">
                <a:solidFill>
                  <a:srgbClr val="172B3A"/>
                </a:solidFill>
                <a:latin typeface="Arial"/>
                <a:ea typeface="Arial"/>
                <a:cs typeface="Arial"/>
              </a:defRPr>
            </a:lvl4pPr>
            <a:lvl5pPr algn="ctr">
              <a:defRPr sz="1725">
                <a:solidFill>
                  <a:srgbClr val="172B3A"/>
                </a:solidFill>
                <a:latin typeface="Arial"/>
                <a:ea typeface="Arial"/>
                <a:cs typeface="Arial"/>
              </a:defRPr>
            </a:lvl5pPr>
            <a:lvl6pPr algn="ctr">
              <a:defRPr sz="1725">
                <a:solidFill>
                  <a:srgbClr val="172B3A"/>
                </a:solidFill>
                <a:latin typeface="Arial"/>
                <a:ea typeface="Arial"/>
                <a:cs typeface="Arial"/>
              </a:defRPr>
            </a:lvl6pPr>
            <a:lvl7pPr algn="ctr">
              <a:defRPr sz="1725">
                <a:solidFill>
                  <a:srgbClr val="172B3A"/>
                </a:solidFill>
                <a:latin typeface="Arial"/>
                <a:ea typeface="Arial"/>
                <a:cs typeface="Arial"/>
              </a:defRPr>
            </a:lvl7pPr>
            <a:lvl8pPr algn="ctr">
              <a:defRPr sz="1725">
                <a:solidFill>
                  <a:srgbClr val="172B3A"/>
                </a:solidFill>
                <a:latin typeface="Arial"/>
                <a:ea typeface="Arial"/>
                <a:cs typeface="Arial"/>
              </a:defRPr>
            </a:lvl8pPr>
            <a:lvl9pPr algn="ctr">
              <a:defRPr sz="1725">
                <a:solidFill>
                  <a:srgbClr val="172B3A"/>
                </a:solidFill>
                <a:latin typeface="Arial"/>
                <a:ea typeface="Arial"/>
                <a:cs typeface="Arial"/>
              </a:defRPr>
            </a:lvl9pPr>
          </a:lstStyle>
          <a:p xmlns:a="http://schemas.openxmlformats.org/drawingml/2006/main">
            <a:pPr algn="ctr">
              <a:defRPr sz="1725">
                <a:solidFill>
                  <a:srgbClr val="172B3A"/>
                </a:solidFill>
                <a:latin typeface="Arial"/>
                <a:ea typeface="Arial"/>
                <a:cs typeface="Arial"/>
              </a:defRPr>
            </a:pPr>
            <a:r>
              <a:rPr sz="1725">
                <a:solidFill>
                  <a:srgbClr val="172B3A"/>
                </a:solidFill>
                <a:latin typeface="Arial"/>
                <a:ea typeface="Arial"/>
                <a:cs typeface="Arial"/>
              </a:rPr>
              <a:t>-25</a:t>
            </a:r>
          </a:p>
        </p:txBody>
      </p:sp>
      <p:sp>
        <p:nvSpPr>
          <p:cNvPr id="27" name="">
            <a:extLst xmlns:a="http://schemas.openxmlformats.org/drawingml/2006/main">
              <a:ext uri="{FF2B5EF4-FFF2-40B4-BE49-F238E27FC236}">
                <a16:creationId xmlns:a16="http://schemas.microsoft.com/office/drawing/2014/main" id="{B16E50FD-6133-41AD-BD9E-C6D09506F314}"/>
              </a:ext>
            </a:extLst>
          </p:cNvPr>
          <p:cNvSpPr>
            <a:spLocks xmlns:a="http://schemas.openxmlformats.org/drawingml/2006/main" noGrp="1"/>
          </p:cNvSpPr>
          <p:nvPr/>
        </p:nvSpPr>
        <p:spPr>
          <a:xfrm xmlns:a="http://schemas.openxmlformats.org/drawingml/2006/main">
            <a:off x="9683750" y="50958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9525">
            <a:solidFill>
              <a:srgbClr val="637E8E"/>
            </a:solidFill>
          </a:ln>
        </p:spPr>
      </p:sp>
      <p:sp>
        <p:nvSpPr>
          <p:cNvPr id="28" name="">
            <a:extLst xmlns:a="http://schemas.openxmlformats.org/drawingml/2006/main">
              <a:ext uri="{FF2B5EF4-FFF2-40B4-BE49-F238E27FC236}">
                <a16:creationId xmlns:a16="http://schemas.microsoft.com/office/drawing/2014/main" id="{E009F195-8908-4324-907F-EE069EBA14E8}"/>
              </a:ext>
            </a:extLst>
          </p:cNvPr>
          <p:cNvSpPr>
            <a:spLocks xmlns:a="http://schemas.openxmlformats.org/drawingml/2006/main" noGrp="1"/>
          </p:cNvSpPr>
          <p:nvPr/>
        </p:nvSpPr>
        <p:spPr>
          <a:xfrm xmlns:a="http://schemas.openxmlformats.org/drawingml/2006/main">
            <a:off x="9378950" y="52482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725">
                <a:solidFill>
                  <a:srgbClr val="172B3A"/>
                </a:solidFill>
                <a:latin typeface="Arial"/>
                <a:ea typeface="Arial"/>
                <a:cs typeface="Arial"/>
              </a:defRPr>
            </a:defPPr>
            <a:lvl1pPr algn="ctr">
              <a:defRPr sz="1725">
                <a:solidFill>
                  <a:srgbClr val="172B3A"/>
                </a:solidFill>
                <a:latin typeface="Arial"/>
                <a:ea typeface="Arial"/>
                <a:cs typeface="Arial"/>
              </a:defRPr>
            </a:lvl1pPr>
            <a:lvl2pPr algn="ctr">
              <a:defRPr sz="1725">
                <a:solidFill>
                  <a:srgbClr val="172B3A"/>
                </a:solidFill>
                <a:latin typeface="Arial"/>
                <a:ea typeface="Arial"/>
                <a:cs typeface="Arial"/>
              </a:defRPr>
            </a:lvl2pPr>
            <a:lvl3pPr algn="ctr">
              <a:defRPr sz="1725">
                <a:solidFill>
                  <a:srgbClr val="172B3A"/>
                </a:solidFill>
                <a:latin typeface="Arial"/>
                <a:ea typeface="Arial"/>
                <a:cs typeface="Arial"/>
              </a:defRPr>
            </a:lvl3pPr>
            <a:lvl4pPr algn="ctr">
              <a:defRPr sz="1725">
                <a:solidFill>
                  <a:srgbClr val="172B3A"/>
                </a:solidFill>
                <a:latin typeface="Arial"/>
                <a:ea typeface="Arial"/>
                <a:cs typeface="Arial"/>
              </a:defRPr>
            </a:lvl4pPr>
            <a:lvl5pPr algn="ctr">
              <a:defRPr sz="1725">
                <a:solidFill>
                  <a:srgbClr val="172B3A"/>
                </a:solidFill>
                <a:latin typeface="Arial"/>
                <a:ea typeface="Arial"/>
                <a:cs typeface="Arial"/>
              </a:defRPr>
            </a:lvl5pPr>
            <a:lvl6pPr algn="ctr">
              <a:defRPr sz="1725">
                <a:solidFill>
                  <a:srgbClr val="172B3A"/>
                </a:solidFill>
                <a:latin typeface="Arial"/>
                <a:ea typeface="Arial"/>
                <a:cs typeface="Arial"/>
              </a:defRPr>
            </a:lvl6pPr>
            <a:lvl7pPr algn="ctr">
              <a:defRPr sz="1725">
                <a:solidFill>
                  <a:srgbClr val="172B3A"/>
                </a:solidFill>
                <a:latin typeface="Arial"/>
                <a:ea typeface="Arial"/>
                <a:cs typeface="Arial"/>
              </a:defRPr>
            </a:lvl7pPr>
            <a:lvl8pPr algn="ctr">
              <a:defRPr sz="1725">
                <a:solidFill>
                  <a:srgbClr val="172B3A"/>
                </a:solidFill>
                <a:latin typeface="Arial"/>
                <a:ea typeface="Arial"/>
                <a:cs typeface="Arial"/>
              </a:defRPr>
            </a:lvl8pPr>
            <a:lvl9pPr algn="ctr">
              <a:defRPr sz="1725">
                <a:solidFill>
                  <a:srgbClr val="172B3A"/>
                </a:solidFill>
                <a:latin typeface="Arial"/>
                <a:ea typeface="Arial"/>
                <a:cs typeface="Arial"/>
              </a:defRPr>
            </a:lvl9pPr>
          </a:lstStyle>
          <a:p xmlns:a="http://schemas.openxmlformats.org/drawingml/2006/main">
            <a:pPr algn="ctr">
              <a:defRPr sz="1725">
                <a:solidFill>
                  <a:srgbClr val="172B3A"/>
                </a:solidFill>
                <a:latin typeface="Arial"/>
                <a:ea typeface="Arial"/>
                <a:cs typeface="Arial"/>
              </a:defRPr>
            </a:pPr>
            <a:r>
              <a:rPr sz="1725">
                <a:solidFill>
                  <a:srgbClr val="172B3A"/>
                </a:solidFill>
                <a:latin typeface="Arial"/>
                <a:ea typeface="Arial"/>
                <a:cs typeface="Arial"/>
              </a:rPr>
              <a:t>0</a:t>
            </a:r>
          </a:p>
        </p:txBody>
      </p:sp>
      <p:sp>
        <p:nvSpPr>
          <p:cNvPr id="29" name="">
            <a:extLst xmlns:a="http://schemas.openxmlformats.org/drawingml/2006/main">
              <a:ext uri="{FF2B5EF4-FFF2-40B4-BE49-F238E27FC236}">
                <a16:creationId xmlns:a16="http://schemas.microsoft.com/office/drawing/2014/main" id="{F208C040-FD8B-4EC3-B4AB-EE13308CE9BB}"/>
              </a:ext>
            </a:extLst>
          </p:cNvPr>
          <p:cNvSpPr>
            <a:spLocks xmlns:a="http://schemas.openxmlformats.org/drawingml/2006/main" noGrp="1"/>
          </p:cNvSpPr>
          <p:nvPr/>
        </p:nvSpPr>
        <p:spPr>
          <a:xfrm xmlns:a="http://schemas.openxmlformats.org/drawingml/2006/main">
            <a:off x="10953750" y="5095875"/>
            <a:ext cx="953" cy="85725"/>
          </a:xfrm>
          <a:custGeom xmlns:a="http://schemas.openxmlformats.org/drawingml/2006/main">
            <a:pathLst>
              <a:path w="953" h="85725">
                <a:moveTo>
                  <a:pt x="0" y="0"/>
                </a:moveTo>
                <a:lnTo>
                  <a:pt x="0" y="85725"/>
                </a:lnTo>
              </a:path>
            </a:pathLst>
          </a:custGeom>
          <a:noFill xmlns:a="http://schemas.openxmlformats.org/drawingml/2006/main"/>
          <a:ln xmlns:a="http://schemas.openxmlformats.org/drawingml/2006/main" w="9525">
            <a:solidFill>
              <a:srgbClr val="637E8E"/>
            </a:solidFill>
          </a:ln>
        </p:spPr>
      </p:sp>
      <p:sp>
        <p:nvSpPr>
          <p:cNvPr id="30" name="">
            <a:extLst xmlns:a="http://schemas.openxmlformats.org/drawingml/2006/main">
              <a:ext uri="{FF2B5EF4-FFF2-40B4-BE49-F238E27FC236}">
                <a16:creationId xmlns:a16="http://schemas.microsoft.com/office/drawing/2014/main" id="{E6C76323-7ECB-4ECF-B946-15EFCB2403CD}"/>
              </a:ext>
            </a:extLst>
          </p:cNvPr>
          <p:cNvSpPr>
            <a:spLocks xmlns:a="http://schemas.openxmlformats.org/drawingml/2006/main" noGrp="1"/>
          </p:cNvSpPr>
          <p:nvPr/>
        </p:nvSpPr>
        <p:spPr>
          <a:xfrm xmlns:a="http://schemas.openxmlformats.org/drawingml/2006/main">
            <a:off x="10648950" y="5248275"/>
            <a:ext cx="619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lgn="ctr">
              <a:defRPr sz="1725">
                <a:solidFill>
                  <a:srgbClr val="172B3A"/>
                </a:solidFill>
                <a:latin typeface="Arial"/>
                <a:ea typeface="Arial"/>
                <a:cs typeface="Arial"/>
              </a:defRPr>
            </a:defPPr>
            <a:lvl1pPr algn="ctr">
              <a:defRPr sz="1725">
                <a:solidFill>
                  <a:srgbClr val="172B3A"/>
                </a:solidFill>
                <a:latin typeface="Arial"/>
                <a:ea typeface="Arial"/>
                <a:cs typeface="Arial"/>
              </a:defRPr>
            </a:lvl1pPr>
            <a:lvl2pPr algn="ctr">
              <a:defRPr sz="1725">
                <a:solidFill>
                  <a:srgbClr val="172B3A"/>
                </a:solidFill>
                <a:latin typeface="Arial"/>
                <a:ea typeface="Arial"/>
                <a:cs typeface="Arial"/>
              </a:defRPr>
            </a:lvl2pPr>
            <a:lvl3pPr algn="ctr">
              <a:defRPr sz="1725">
                <a:solidFill>
                  <a:srgbClr val="172B3A"/>
                </a:solidFill>
                <a:latin typeface="Arial"/>
                <a:ea typeface="Arial"/>
                <a:cs typeface="Arial"/>
              </a:defRPr>
            </a:lvl3pPr>
            <a:lvl4pPr algn="ctr">
              <a:defRPr sz="1725">
                <a:solidFill>
                  <a:srgbClr val="172B3A"/>
                </a:solidFill>
                <a:latin typeface="Arial"/>
                <a:ea typeface="Arial"/>
                <a:cs typeface="Arial"/>
              </a:defRPr>
            </a:lvl4pPr>
            <a:lvl5pPr algn="ctr">
              <a:defRPr sz="1725">
                <a:solidFill>
                  <a:srgbClr val="172B3A"/>
                </a:solidFill>
                <a:latin typeface="Arial"/>
                <a:ea typeface="Arial"/>
                <a:cs typeface="Arial"/>
              </a:defRPr>
            </a:lvl5pPr>
            <a:lvl6pPr algn="ctr">
              <a:defRPr sz="1725">
                <a:solidFill>
                  <a:srgbClr val="172B3A"/>
                </a:solidFill>
                <a:latin typeface="Arial"/>
                <a:ea typeface="Arial"/>
                <a:cs typeface="Arial"/>
              </a:defRPr>
            </a:lvl6pPr>
            <a:lvl7pPr algn="ctr">
              <a:defRPr sz="1725">
                <a:solidFill>
                  <a:srgbClr val="172B3A"/>
                </a:solidFill>
                <a:latin typeface="Arial"/>
                <a:ea typeface="Arial"/>
                <a:cs typeface="Arial"/>
              </a:defRPr>
            </a:lvl7pPr>
            <a:lvl8pPr algn="ctr">
              <a:defRPr sz="1725">
                <a:solidFill>
                  <a:srgbClr val="172B3A"/>
                </a:solidFill>
                <a:latin typeface="Arial"/>
                <a:ea typeface="Arial"/>
                <a:cs typeface="Arial"/>
              </a:defRPr>
            </a:lvl8pPr>
            <a:lvl9pPr algn="ctr">
              <a:defRPr sz="1725">
                <a:solidFill>
                  <a:srgbClr val="172B3A"/>
                </a:solidFill>
                <a:latin typeface="Arial"/>
                <a:ea typeface="Arial"/>
                <a:cs typeface="Arial"/>
              </a:defRPr>
            </a:lvl9pPr>
          </a:lstStyle>
          <a:p xmlns:a="http://schemas.openxmlformats.org/drawingml/2006/main">
            <a:pPr algn="ctr">
              <a:defRPr sz="1725">
                <a:solidFill>
                  <a:srgbClr val="172B3A"/>
                </a:solidFill>
                <a:latin typeface="Arial"/>
                <a:ea typeface="Arial"/>
                <a:cs typeface="Arial"/>
              </a:defRPr>
            </a:pPr>
            <a:r>
              <a:rPr sz="1725">
                <a:solidFill>
                  <a:srgbClr val="172B3A"/>
                </a:solidFill>
                <a:latin typeface="Arial"/>
                <a:ea typeface="Arial"/>
                <a:cs typeface="Arial"/>
              </a:rPr>
              <a:t>20</a:t>
            </a:r>
          </a:p>
        </p:txBody>
      </p:sp>
      <p:sp>
        <p:nvSpPr>
          <p:cNvPr id="31" name="">
            <a:extLst xmlns:a="http://schemas.openxmlformats.org/drawingml/2006/main">
              <a:ext uri="{FF2B5EF4-FFF2-40B4-BE49-F238E27FC236}">
                <a16:creationId xmlns:a16="http://schemas.microsoft.com/office/drawing/2014/main" id="{6EDC84B9-E848-4206-9212-8424D7572FFE}"/>
              </a:ext>
            </a:extLst>
          </p:cNvPr>
          <p:cNvSpPr>
            <a:spLocks xmlns:a="http://schemas.openxmlformats.org/drawingml/2006/main" noGrp="1"/>
          </p:cNvSpPr>
          <p:nvPr/>
        </p:nvSpPr>
        <p:spPr>
          <a:xfrm xmlns:a="http://schemas.openxmlformats.org/drawingml/2006/main">
            <a:off x="666750" y="572452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175F96"/>
                </a:solidFill>
                <a:latin typeface="Arial"/>
                <a:ea typeface="Arial"/>
                <a:cs typeface="Arial"/>
              </a:defRPr>
            </a:defPPr>
            <a:lvl1pPr>
              <a:defRPr sz="2250" b="1">
                <a:solidFill>
                  <a:srgbClr val="175F96"/>
                </a:solidFill>
                <a:latin typeface="Arial"/>
                <a:ea typeface="Arial"/>
                <a:cs typeface="Arial"/>
              </a:defRPr>
            </a:lvl1pPr>
            <a:lvl2pPr>
              <a:defRPr sz="2250" b="1">
                <a:solidFill>
                  <a:srgbClr val="175F96"/>
                </a:solidFill>
                <a:latin typeface="Arial"/>
                <a:ea typeface="Arial"/>
                <a:cs typeface="Arial"/>
              </a:defRPr>
            </a:lvl2pPr>
            <a:lvl3pPr>
              <a:defRPr sz="2250" b="1">
                <a:solidFill>
                  <a:srgbClr val="175F96"/>
                </a:solidFill>
                <a:latin typeface="Arial"/>
                <a:ea typeface="Arial"/>
                <a:cs typeface="Arial"/>
              </a:defRPr>
            </a:lvl3pPr>
            <a:lvl4pPr>
              <a:defRPr sz="2250" b="1">
                <a:solidFill>
                  <a:srgbClr val="175F96"/>
                </a:solidFill>
                <a:latin typeface="Arial"/>
                <a:ea typeface="Arial"/>
                <a:cs typeface="Arial"/>
              </a:defRPr>
            </a:lvl4pPr>
            <a:lvl5pPr>
              <a:defRPr sz="2250" b="1">
                <a:solidFill>
                  <a:srgbClr val="175F96"/>
                </a:solidFill>
                <a:latin typeface="Arial"/>
                <a:ea typeface="Arial"/>
                <a:cs typeface="Arial"/>
              </a:defRPr>
            </a:lvl5pPr>
            <a:lvl6pPr>
              <a:defRPr sz="2250" b="1">
                <a:solidFill>
                  <a:srgbClr val="175F96"/>
                </a:solidFill>
                <a:latin typeface="Arial"/>
                <a:ea typeface="Arial"/>
                <a:cs typeface="Arial"/>
              </a:defRPr>
            </a:lvl6pPr>
            <a:lvl7pPr>
              <a:defRPr sz="2250" b="1">
                <a:solidFill>
                  <a:srgbClr val="175F96"/>
                </a:solidFill>
                <a:latin typeface="Arial"/>
                <a:ea typeface="Arial"/>
                <a:cs typeface="Arial"/>
              </a:defRPr>
            </a:lvl7pPr>
            <a:lvl8pPr>
              <a:defRPr sz="2250" b="1">
                <a:solidFill>
                  <a:srgbClr val="175F96"/>
                </a:solidFill>
                <a:latin typeface="Arial"/>
                <a:ea typeface="Arial"/>
                <a:cs typeface="Arial"/>
              </a:defRPr>
            </a:lvl8pPr>
            <a:lvl9pPr>
              <a:defRPr sz="2250" b="1">
                <a:solidFill>
                  <a:srgbClr val="175F96"/>
                </a:solidFill>
                <a:latin typeface="Arial"/>
                <a:ea typeface="Arial"/>
                <a:cs typeface="Arial"/>
              </a:defRPr>
            </a:lvl9pPr>
          </a:lstStyle>
          <a:p xmlns:a="http://schemas.openxmlformats.org/drawingml/2006/main">
            <a:pPr>
              <a:defRPr sz="2250" b="1">
                <a:solidFill>
                  <a:srgbClr val="175F96"/>
                </a:solidFill>
                <a:latin typeface="Arial"/>
                <a:ea typeface="Arial"/>
                <a:cs typeface="Arial"/>
              </a:defRPr>
            </a:pPr>
            <a:r>
              <a:rPr sz="2250" b="1">
                <a:solidFill>
                  <a:srgbClr val="175F96"/>
                </a:solidFill>
                <a:latin typeface="Arial"/>
                <a:ea typeface="Arial"/>
                <a:cs typeface="Arial"/>
              </a:rPr>
              <a:t>Negative differences favour one long run.</a:t>
            </a:r>
          </a:p>
        </p:txBody>
      </p:sp>
      <p:sp>
        <p:nvSpPr>
          <p:cNvPr id="32" name="">
            <a:extLst xmlns:a="http://schemas.openxmlformats.org/drawingml/2006/main">
              <a:ext uri="{FF2B5EF4-FFF2-40B4-BE49-F238E27FC236}">
                <a16:creationId xmlns:a16="http://schemas.microsoft.com/office/drawing/2014/main" id="{02C7FBFC-8DA1-4A3B-B042-E2B75265FB99}"/>
              </a:ext>
            </a:extLst>
          </p:cNvPr>
          <p:cNvSpPr>
            <a:spLocks xmlns:a="http://schemas.openxmlformats.org/drawingml/2006/main" noGrp="1"/>
          </p:cNvSpPr>
          <p:nvPr/>
        </p:nvSpPr>
        <p:spPr>
          <a:xfrm xmlns:a="http://schemas.openxmlformats.org/drawingml/2006/main">
            <a:off x="666750" y="6143625"/>
            <a:ext cx="1085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a:solidFill>
                  <a:srgbClr val="172B3A"/>
                </a:solidFill>
                <a:latin typeface="Arial"/>
                <a:ea typeface="Arial"/>
                <a:cs typeface="Arial"/>
              </a:defRPr>
            </a:defPPr>
            <a:lvl1pPr>
              <a:defRPr sz="1725">
                <a:solidFill>
                  <a:srgbClr val="172B3A"/>
                </a:solidFill>
                <a:latin typeface="Arial"/>
                <a:ea typeface="Arial"/>
                <a:cs typeface="Arial"/>
              </a:defRPr>
            </a:lvl1pPr>
            <a:lvl2pPr>
              <a:defRPr sz="1725">
                <a:solidFill>
                  <a:srgbClr val="172B3A"/>
                </a:solidFill>
                <a:latin typeface="Arial"/>
                <a:ea typeface="Arial"/>
                <a:cs typeface="Arial"/>
              </a:defRPr>
            </a:lvl2pPr>
            <a:lvl3pPr>
              <a:defRPr sz="1725">
                <a:solidFill>
                  <a:srgbClr val="172B3A"/>
                </a:solidFill>
                <a:latin typeface="Arial"/>
                <a:ea typeface="Arial"/>
                <a:cs typeface="Arial"/>
              </a:defRPr>
            </a:lvl3pPr>
            <a:lvl4pPr>
              <a:defRPr sz="1725">
                <a:solidFill>
                  <a:srgbClr val="172B3A"/>
                </a:solidFill>
                <a:latin typeface="Arial"/>
                <a:ea typeface="Arial"/>
                <a:cs typeface="Arial"/>
              </a:defRPr>
            </a:lvl4pPr>
            <a:lvl5pPr>
              <a:defRPr sz="1725">
                <a:solidFill>
                  <a:srgbClr val="172B3A"/>
                </a:solidFill>
                <a:latin typeface="Arial"/>
                <a:ea typeface="Arial"/>
                <a:cs typeface="Arial"/>
              </a:defRPr>
            </a:lvl5pPr>
            <a:lvl6pPr>
              <a:defRPr sz="1725">
                <a:solidFill>
                  <a:srgbClr val="172B3A"/>
                </a:solidFill>
                <a:latin typeface="Arial"/>
                <a:ea typeface="Arial"/>
                <a:cs typeface="Arial"/>
              </a:defRPr>
            </a:lvl6pPr>
            <a:lvl7pPr>
              <a:defRPr sz="1725">
                <a:solidFill>
                  <a:srgbClr val="172B3A"/>
                </a:solidFill>
                <a:latin typeface="Arial"/>
                <a:ea typeface="Arial"/>
                <a:cs typeface="Arial"/>
              </a:defRPr>
            </a:lvl7pPr>
            <a:lvl8pPr>
              <a:defRPr sz="1725">
                <a:solidFill>
                  <a:srgbClr val="172B3A"/>
                </a:solidFill>
                <a:latin typeface="Arial"/>
                <a:ea typeface="Arial"/>
                <a:cs typeface="Arial"/>
              </a:defRPr>
            </a:lvl8pPr>
            <a:lvl9pPr>
              <a:defRPr sz="1725">
                <a:solidFill>
                  <a:srgbClr val="172B3A"/>
                </a:solidFill>
                <a:latin typeface="Arial"/>
                <a:ea typeface="Arial"/>
                <a:cs typeface="Arial"/>
              </a:defRPr>
            </a:lvl9pPr>
          </a:lstStyle>
          <a:p xmlns:a="http://schemas.openxmlformats.org/drawingml/2006/main">
            <a:pPr>
              <a:defRPr sz="1725">
                <a:solidFill>
                  <a:srgbClr val="172B3A"/>
                </a:solidFill>
                <a:latin typeface="Arial"/>
                <a:ea typeface="Arial"/>
                <a:cs typeface="Arial"/>
              </a:defRPr>
            </a:pPr>
            <a:r>
              <a:rPr sz="1725">
                <a:solidFill>
                  <a:srgbClr val="172B3A"/>
                </a:solidFill>
                <a:latin typeface="Arial"/>
                <a:ea typeface="Arial"/>
                <a:cs typeface="Arial"/>
              </a:rPr>
              <a:t>Conservative pointwise 95% intervals. Two-run comparisons remain inconclusive.</a:t>
            </a:r>
          </a:p>
        </p:txBody>
      </p:sp>
    </p:spTree>
    <p:extLst>
      <p:ext uri="{BB962C8B-B14F-4D97-AF65-F5344CB8AC3E}">
        <p14:creationId xmlns:p14="http://schemas.microsoft.com/office/powerpoint/2010/main" val="14182344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2026-10-22T06:03:27.7670000Z</dcterms:created>
  <dcterms:modified xsi:type="dcterms:W3CDTF">2026-10-22T06:03:27.7670000Z</dcterms:modified>
</coreProperties>
</file>