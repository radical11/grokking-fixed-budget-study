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a342bef4d344959" /><Relationship Type="http://schemas.openxmlformats.org/officeDocument/2006/relationships/extended-properties" Target="/docProps/app.xml" Id="Rb48296f742bf4e17" /><Relationship Type="http://schemas.openxmlformats.org/officeDocument/2006/relationships/officeDocument" Target="/ppt/presentation.xml" Id="Rfaf752be9f854352" /></Relationships>
</file>

<file path=ppt/presentation.xml><?xml version="1.0" encoding="utf-8"?>
<p:presentation xmlns:p="http://schemas.openxmlformats.org/presentationml/2006/main">
  <p:sldMasterIdLst>
    <p:sldMasterId xmlns:r="http://schemas.openxmlformats.org/officeDocument/2006/relationships" id="2147483648" r:id="R7231033e5bf145c2"/>
  </p:sldMasterIdLst>
  <p:notesMasterIdLst>
    <p:notesMasterId xmlns:r="http://schemas.openxmlformats.org/officeDocument/2006/relationships" r:id="Rbe9025acab334b37"/>
  </p:notesMasterIdLst>
  <p:sldIdLst>
    <p:sldId xmlns:r="http://schemas.openxmlformats.org/officeDocument/2006/relationships" id="256" r:id="Rf80af5e6c4ce4f4f"/>
    <p:sldId xmlns:r="http://schemas.openxmlformats.org/officeDocument/2006/relationships" id="257" r:id="Rd800904d82624875"/>
    <p:sldId xmlns:r="http://schemas.openxmlformats.org/officeDocument/2006/relationships" id="258" r:id="Rd8708b2805924e18"/>
    <p:sldId xmlns:r="http://schemas.openxmlformats.org/officeDocument/2006/relationships" id="259" r:id="R5d7d4c4aa6274fc8"/>
    <p:sldId xmlns:r="http://schemas.openxmlformats.org/officeDocument/2006/relationships" id="260" r:id="Ra98fea940b9e49c3"/>
    <p:sldId xmlns:r="http://schemas.openxmlformats.org/officeDocument/2006/relationships" id="261" r:id="R2d356c58370c47b1"/>
    <p:sldId xmlns:r="http://schemas.openxmlformats.org/officeDocument/2006/relationships" id="262" r:id="Rd12a6dde97ef411c"/>
    <p:sldId xmlns:r="http://schemas.openxmlformats.org/officeDocument/2006/relationships" id="263" r:id="R67a7ed2e7a4649c9"/>
    <p:sldId xmlns:r="http://schemas.openxmlformats.org/officeDocument/2006/relationships" id="264" r:id="R62c6c41f1f264ab6"/>
    <p:sldId xmlns:r="http://schemas.openxmlformats.org/officeDocument/2006/relationships" id="265" r:id="R557acd46205d4d9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35501f589dd4314" /><Relationship Type="http://schemas.openxmlformats.org/officeDocument/2006/relationships/slideMaster" Target="/ppt/slideMasters/slideMaster1.xml" Id="R7231033e5bf145c2" /><Relationship Type="http://schemas.openxmlformats.org/officeDocument/2006/relationships/notesMaster" Target="/ppt/notesMasters/notesMaster1.xml" Id="Rbe9025acab334b37" /><Relationship Type="http://schemas.openxmlformats.org/officeDocument/2006/relationships/presProps" Target="/ppt/presProps.xml" Id="Rb9b8262fa11e4780" /><Relationship Type="http://schemas.openxmlformats.org/officeDocument/2006/relationships/tableStyles" Target="/ppt/tableStyles.xml" Id="R295583f09156406f" /><Relationship Type="http://schemas.openxmlformats.org/officeDocument/2006/relationships/slide" Target="/ppt/slides/slide1.xml" Id="Rf80af5e6c4ce4f4f" /><Relationship Type="http://schemas.openxmlformats.org/officeDocument/2006/relationships/slide" Target="/ppt/slides/slide2.xml" Id="Rd800904d82624875" /><Relationship Type="http://schemas.openxmlformats.org/officeDocument/2006/relationships/slide" Target="/ppt/slides/slide3.xml" Id="Rd8708b2805924e18" /><Relationship Type="http://schemas.openxmlformats.org/officeDocument/2006/relationships/slide" Target="/ppt/slides/slide4.xml" Id="R5d7d4c4aa6274fc8" /><Relationship Type="http://schemas.openxmlformats.org/officeDocument/2006/relationships/slide" Target="/ppt/slides/slide5.xml" Id="Ra98fea940b9e49c3" /><Relationship Type="http://schemas.openxmlformats.org/officeDocument/2006/relationships/slide" Target="/ppt/slides/slide6.xml" Id="R2d356c58370c47b1" /><Relationship Type="http://schemas.openxmlformats.org/officeDocument/2006/relationships/slide" Target="/ppt/slides/slide7.xml" Id="Rd12a6dde97ef411c" /><Relationship Type="http://schemas.openxmlformats.org/officeDocument/2006/relationships/slide" Target="/ppt/slides/slide8.xml" Id="R67a7ed2e7a4649c9" /><Relationship Type="http://schemas.openxmlformats.org/officeDocument/2006/relationships/slide" Target="/ppt/slides/slide9.xml" Id="R62c6c41f1f264ab6" /><Relationship Type="http://schemas.openxmlformats.org/officeDocument/2006/relationships/slide" Target="/ppt/slides/slide10.xml" Id="R557acd46205d4d9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254a3aadf9498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43310dd1c04a3d" /><Relationship Type="http://schemas.openxmlformats.org/officeDocument/2006/relationships/notesMaster" Target="/ppt/notesMasters/notesMaster1.xml" Id="R83075a09382b48f2"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d64b7af59c4ab7" /><Relationship Type="http://schemas.openxmlformats.org/officeDocument/2006/relationships/notesMaster" Target="/ppt/notesMasters/notesMaster1.xml" Id="R4d759822e9e9457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209991e17eb488b" /><Relationship Type="http://schemas.openxmlformats.org/officeDocument/2006/relationships/notesMaster" Target="/ppt/notesMasters/notesMaster1.xml" Id="R6bf20d5db0674374" /></Relationships>
</file>

<file path=ppt/notesSlides/_rels/notesSlide4.xml.rels>&#65279;<?xml version="1.0" encoding="utf-8"?><Relationships xmlns="http://schemas.openxmlformats.org/package/2006/relationships"><Relationship Type="http://schemas.openxmlformats.org/officeDocument/2006/relationships/slide" Target="/ppt/slides/slide4.xml" Id="R172c9e1767cb493a" /><Relationship Type="http://schemas.openxmlformats.org/officeDocument/2006/relationships/notesMaster" Target="/ppt/notesMasters/notesMaster1.xml" Id="Re35d3aafe50f4527" /></Relationships>
</file>

<file path=ppt/notesSlides/_rels/notesSlide5.xml.rels>&#65279;<?xml version="1.0" encoding="utf-8"?><Relationships xmlns="http://schemas.openxmlformats.org/package/2006/relationships"><Relationship Type="http://schemas.openxmlformats.org/officeDocument/2006/relationships/slide" Target="/ppt/slides/slide5.xml" Id="R9815f38dc0d04570" /><Relationship Type="http://schemas.openxmlformats.org/officeDocument/2006/relationships/notesMaster" Target="/ppt/notesMasters/notesMaster1.xml" Id="R54093fd77ca3415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ce58e6069924109" /><Relationship Type="http://schemas.openxmlformats.org/officeDocument/2006/relationships/notesMaster" Target="/ppt/notesMasters/notesMaster1.xml" Id="R7753b43f8c4b47c6" /></Relationships>
</file>

<file path=ppt/notesSlides/_rels/notesSlide7.xml.rels>&#65279;<?xml version="1.0" encoding="utf-8"?><Relationships xmlns="http://schemas.openxmlformats.org/package/2006/relationships"><Relationship Type="http://schemas.openxmlformats.org/officeDocument/2006/relationships/slide" Target="/ppt/slides/slide7.xml" Id="R556507e499054340" /><Relationship Type="http://schemas.openxmlformats.org/officeDocument/2006/relationships/notesMaster" Target="/ppt/notesMasters/notesMaster1.xml" Id="R193e361b479d49f1" /></Relationships>
</file>

<file path=ppt/notesSlides/_rels/notesSlide8.xml.rels>&#65279;<?xml version="1.0" encoding="utf-8"?><Relationships xmlns="http://schemas.openxmlformats.org/package/2006/relationships"><Relationship Type="http://schemas.openxmlformats.org/officeDocument/2006/relationships/slide" Target="/ppt/slides/slide8.xml" Id="R920acae9d5b544db" /><Relationship Type="http://schemas.openxmlformats.org/officeDocument/2006/relationships/notesMaster" Target="/ppt/notesMasters/notesMaster1.xml" Id="R946db1c976ee40a1" /></Relationships>
</file>

<file path=ppt/notesSlides/_rels/notesSlide9.xml.rels>&#65279;<?xml version="1.0" encoding="utf-8"?><Relationships xmlns="http://schemas.openxmlformats.org/package/2006/relationships"><Relationship Type="http://schemas.openxmlformats.org/officeDocument/2006/relationships/slide" Target="/ppt/slides/slide9.xml" Id="R07a7a118ed2c4a85" /><Relationship Type="http://schemas.openxmlformats.org/officeDocument/2006/relationships/notesMaster" Target="/ppt/notesMasters/notesMaster1.xml" Id="R7778e739ad934dc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55e861d57c84ccf" /><Relationship Type="http://schemas.openxmlformats.org/officeDocument/2006/relationships/notesMaster" Target="/ppt/notesMasters/notesMaster1.xml" Id="Rf4be356c54ba4f6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30 seconds.</a:t>
            </a:r>
          </a:p>
          <a:p xmlns:a="http://schemas.openxmlformats.org/drawingml/2006/main">
            <a:r>
              <a:t/>
            </a:r>
          </a:p>
          <a:p xmlns:a="http://schemas.openxmlformats.org/drawingml/2006/main">
            <a:r>
              <a:t>The two bars show the same total update budget. Each short segment is a new independently initialized model. One update is one training step.</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65 seconds.</a:t>
            </a:r>
          </a:p>
          <a:p xmlns:a="http://schemas.openxmlformats.org/drawingml/2006/main">
            <a:r>
              <a:t/>
            </a:r>
          </a:p>
          <a:p xmlns:a="http://schemas.openxmlformats.org/drawingml/2006/main">
            <a:r>
              <a:t>The learning curve is the actual original-split run closest to the calibration median. The example underneath shows how modulo arithmetic works.</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60 seconds.</a:t>
            </a:r>
          </a:p>
          <a:p xmlns:a="http://schemas.openxmlformats.org/drawingml/2006/main">
            <a:r>
              <a:t/>
            </a:r>
          </a:p>
          <a:p xmlns:a="http://schemas.openxmlformats.org/drawingml/2006/main">
            <a:r>
              <a:t>The blue and grey areas represent 576 practice and 385 held-out pairs. Ninety calibration observations include twenty reused original runs and seventy new ones. There are five hundred and forty fresh policy attempts, each independent within its condition. We use three fixed dataset partitions. A seed chooses repeatable starting weights. The follow-up holds weight decay at one, which gently shrinks those weights.</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60 seconds.</a:t>
            </a:r>
          </a:p>
          <a:p xmlns:a="http://schemas.openxmlformats.org/drawingml/2006/main">
            <a:r>
              <a:t/>
            </a:r>
          </a:p>
          <a:p xmlns:a="http://schemas.openxmlformats.org/drawingml/2006/main">
            <a:r>
              <a:t>Follow the arrows from Python to CSV records and then R. The model is a small transformer with 36,992 parameters. The saved checkpoint includes the optimizer and random state. There are at most three CPU workers, each with four threads.</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65 seconds.</a:t>
            </a:r>
          </a:p>
          <a:p xmlns:a="http://schemas.openxmlformats.org/drawingml/2006/main">
            <a:r>
              <a:t/>
            </a:r>
          </a:p>
          <a:p xmlns:a="http://schemas.openxmlformats.org/drawingml/2006/main">
            <a:r>
              <a:t>The three checks span 50 updates from the first qualifying check to the last. The 21 checks span 500 updates. These are relative timelines: the first actual evaluation is at update 25, and update zero cannot begin a streak. We record the last required check. Both training and held-out thresholds must pass at every check. If a run does not qualify by its cap, eventual T stays unknown; U=min(T,C) is a separate capped outcome.</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70 seconds.</a:t>
            </a:r>
          </a:p>
          <a:p xmlns:a="http://schemas.openxmlformats.org/drawingml/2006/main">
            <a:r>
              <a:t/>
            </a:r>
          </a:p>
          <a:p xmlns:a="http://schemas.openxmlformats.org/drawingml/2006/main">
            <a:r>
              <a:t>Each row spends B=8,000 updates. One run gets 8,000, two get 4,000 each, and four get 2,000 each. For independent starts, the chance all fail is [1-F(B/k)] to the power k. Subtracting from one gives the chance at least one succeeds. F comes from 30 calibration runs for that split. A Bernoulli variable records one attempt as success or failure; a binomial variable counts successes among independent attempts. Exact intervals describe sampling uncertainty. Calibration predictions were frozen before validation.</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65 seconds.</a:t>
            </a:r>
          </a:p>
          <a:p xmlns:a="http://schemas.openxmlformats.org/drawingml/2006/main">
            <a:r>
              <a:t/>
            </a:r>
          </a:p>
          <a:p xmlns:a="http://schemas.openxmlformats.org/drawingml/2006/main">
            <a:r>
              <a:t>Bar heights are counts out of 30 fresh attempts, not percentages or constituent-run counts. One run gives 28 on each split, while four give 12, 9 and 11. Each of these three four-versus-one differences survives the joint Holm correction across twelve planned Fisher tests. No two-run comparison passes the corrected threshold.</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a:t>
            </a:r>
          </a:p>
          <a:p xmlns:a="http://schemas.openxmlformats.org/drawingml/2006/main">
            <a:r>
              <a:t/>
            </a:r>
          </a:p>
          <a:p xmlns:a="http://schemas.openxmlformats.org/drawingml/2006/main">
            <a:r>
              <a:t>All eighteen policy cells are visible. At 12,000 updates, one run gives 30 on each split, two give 30, 30 and 29, and four give 24, 20 and 23. Only the split-2 four-versus-one difference survives correction at this budget. In total four of twelve planned primary tests are detected. This does not establish equality in the other cases. For scale, the exact 95% interval for 28 successes in 30 attempts is 77.9% to 99.2%.</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a:t>
            </a:r>
          </a:p>
          <a:p xmlns:a="http://schemas.openxmlformats.org/drawingml/2006/main">
            <a:r>
              <a:t/>
            </a:r>
          </a:p>
          <a:p xmlns:a="http://schemas.openxmlformats.org/drawingml/2006/main">
            <a:r>
              <a:t>Both outcomes use the same attempts. On split 1 at 8,000 updates, four starts produce 12 first confirmations but only 4 confirmations of the 500-update window. The longer window must finish inside the same constituent budget. These secondary outcomes are descriptive and do not prove permanent generalization. Future research can study other tasks, more splits and longer windows.</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40 seconds.</a:t>
            </a:r>
          </a:p>
          <a:p xmlns:a="http://schemas.openxmlformats.org/drawingml/2006/main">
            <a:r>
              <a:t/>
            </a:r>
          </a:p>
          <a:p xmlns:a="http://schemas.openxmlformats.org/drawingml/2006/main">
            <a:r>
              <a:t>The lines are conservative pointwise 95% uncertainty bounds for four-run probability minus one-run probability, expressed in percentage points. All three intervals at 8,000 updates lie below zero. The separately Holm-adjusted tests also detect all three contrasts. The intervals themselves are not simultaneous multiplicity-adjusted intervals. The conclusion is conditional on this task, small model and three fixed splits. Two-run comparisons remain unresolved. Established grokking and restart ideas are credited; this project contributes the recorded empirical comparison.</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95df8d78488478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77115eb5be4489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e7abfbae614460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82b11bc45394fc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663c050e6ff430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388498b76cd45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ADCC71-BF95-4D4C-B5FC-70663CF670A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B4B3211-B4A8-420E-A764-44AE234A2DD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6CF6482-9B7D-48C0-B41C-10EC9C31B20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E4420F-0D4D-423A-95DB-7108FAB254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F75247C-C5D0-44F3-9733-DD25B109A18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779789E-BE51-454D-BC5D-AD74B1034F9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D1B5E2E-43FE-453B-A206-2797640DAD5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F096034-64ED-4F79-81F0-1C845289E02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EED99A-ED67-496F-8803-31DA07F3788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80ABE51-840D-48C5-A1B5-5E351888197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de23b2df414e1f" /><Relationship Type="http://schemas.openxmlformats.org/officeDocument/2006/relationships/slideLayout" Target="/ppt/slideLayouts/slideLayout1.xml" Id="R5ae76657f5ee411e" /><Relationship Type="http://schemas.openxmlformats.org/officeDocument/2006/relationships/slideLayout" Target="/ppt/slideLayouts/slideLayout2.xml" Id="Ra40d5baaa6984673" /><Relationship Type="http://schemas.openxmlformats.org/officeDocument/2006/relationships/slideLayout" Target="/ppt/slideLayouts/slideLayout3.xml" Id="Rdd637034123c4bbe" /><Relationship Type="http://schemas.openxmlformats.org/officeDocument/2006/relationships/slideLayout" Target="/ppt/slideLayouts/slideLayout4.xml" Id="R2f903530a0e14200" /><Relationship Type="http://schemas.openxmlformats.org/officeDocument/2006/relationships/slideLayout" Target="/ppt/slideLayouts/slideLayout5.xml" Id="Rb3dfdb48cd7447db" /><Relationship Type="http://schemas.openxmlformats.org/officeDocument/2006/relationships/slideLayout" Target="/ppt/slideLayouts/slideLayout6.xml" Id="R8d26d4ddba66489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ae76657f5ee411e"/>
    <p:sldLayoutId xmlns:r="http://schemas.openxmlformats.org/officeDocument/2006/relationships" id="2147483650" r:id="Ra40d5baaa6984673"/>
    <p:sldLayoutId xmlns:r="http://schemas.openxmlformats.org/officeDocument/2006/relationships" id="2147483651" r:id="Rdd637034123c4bbe"/>
    <p:sldLayoutId xmlns:r="http://schemas.openxmlformats.org/officeDocument/2006/relationships" id="2147483652" r:id="R2f903530a0e14200"/>
    <p:sldLayoutId xmlns:r="http://schemas.openxmlformats.org/officeDocument/2006/relationships" id="2147483653" r:id="Rb3dfdb48cd7447db"/>
    <p:sldLayoutId xmlns:r="http://schemas.openxmlformats.org/officeDocument/2006/relationships" id="2147483654" r:id="R8d26d4ddba66489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7d96f31b854464e" /><Relationship Type="http://schemas.openxmlformats.org/officeDocument/2006/relationships/notesSlide" Target="/ppt/notesSlides/notesSlide1.xml" Id="R84829e7b6ad7411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6539788fcb74d0c" /><Relationship Type="http://schemas.openxmlformats.org/officeDocument/2006/relationships/chart" Target="/ppt/slides/charts/chart1.xml" Id="R10ee0229b96e43d4" /><Relationship Type="http://schemas.openxmlformats.org/officeDocument/2006/relationships/notesSlide" Target="/ppt/notesSlides/notesSlide2.xml" Id="R2b3cdea562ac41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cf11eed27694306" /><Relationship Type="http://schemas.openxmlformats.org/officeDocument/2006/relationships/notesSlide" Target="/ppt/notesSlides/notesSlide3.xml" Id="Rc7d3ce9f78ea41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5cdb312a48542d4" /><Relationship Type="http://schemas.openxmlformats.org/officeDocument/2006/relationships/notesSlide" Target="/ppt/notesSlides/notesSlide4.xml" Id="Rc07a298f1490477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de4f49df40c4203" /><Relationship Type="http://schemas.openxmlformats.org/officeDocument/2006/relationships/notesSlide" Target="/ppt/notesSlides/notesSlide5.xml" Id="R6cd74d0fb62b43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e302732fb034de0" /><Relationship Type="http://schemas.openxmlformats.org/officeDocument/2006/relationships/notesSlide" Target="/ppt/notesSlides/notesSlide6.xml" Id="Re08c8c69f96f4b9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9a3c37ee24d4a7b" /><Relationship Type="http://schemas.openxmlformats.org/officeDocument/2006/relationships/chart" Target="/ppt/slides/charts/chart2.xml" Id="Rf8cb105fa01442e4" /><Relationship Type="http://schemas.openxmlformats.org/officeDocument/2006/relationships/notesSlide" Target="/ppt/notesSlides/notesSlide7.xml" Id="Rf39e702d3ba246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36f9c8a08b344a7" /><Relationship Type="http://schemas.openxmlformats.org/officeDocument/2006/relationships/chart" Target="/ppt/slides/charts/chart3.xml" Id="R4c0fab6798484916" /><Relationship Type="http://schemas.openxmlformats.org/officeDocument/2006/relationships/notesSlide" Target="/ppt/notesSlides/notesSlide8.xml" Id="R0f281b9dca864d6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c00abc2b5e3469b" /><Relationship Type="http://schemas.openxmlformats.org/officeDocument/2006/relationships/chart" Target="/ppt/slides/charts/chart4.xml" Id="Re294b5b4157d4a8b" /><Relationship Type="http://schemas.openxmlformats.org/officeDocument/2006/relationships/notesSlide" Target="/ppt/notesSlides/notesSlide9.xml" Id="Rbf13856020c8403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b59f27b8f5e496c" /><Relationship Type="http://schemas.openxmlformats.org/officeDocument/2006/relationships/notesSlide" Target="/ppt/notesSlides/notesSlide10.xml" Id="R793c5f5288af48e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Actual run nearest the original-split median</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plotArea>
      <c:scatterChart>
        <c:scatterStyle val="line"/>
        <c:varyColors val="0"/>
        <c:ser>
          <c:idx val="0"/>
          <c:order val="0"/>
          <c:tx>
            <c:v>Practice pairs</c:v>
          </c:tx>
          <c:spPr>
            <a:ln xmlns:a="http://schemas.openxmlformats.org/drawingml/2006/main" w="28575">
              <a:solidFill>
                <a:srgbClr val="175F96"/>
              </a:solidFill>
            </a:ln>
          </c:spPr>
          <c:marker>
            <c:symbol val="none"/>
          </c:marker>
          <c:xVal>
            <c:numRef>
              <c:f>'Chart Data'!$A$2:$A$282</c:f>
              <c:numCache>
                <c:formatCode>General</c:formatCode>
                <c:ptCount val="281"/>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pt idx="24">
                  <c:v>600</c:v>
                </c:pt>
                <c:pt idx="25">
                  <c:v>625</c:v>
                </c:pt>
                <c:pt idx="26">
                  <c:v>650</c:v>
                </c:pt>
                <c:pt idx="27">
                  <c:v>675</c:v>
                </c:pt>
                <c:pt idx="28">
                  <c:v>700</c:v>
                </c:pt>
                <c:pt idx="29">
                  <c:v>725</c:v>
                </c:pt>
                <c:pt idx="30">
                  <c:v>750</c:v>
                </c:pt>
                <c:pt idx="31">
                  <c:v>775</c:v>
                </c:pt>
                <c:pt idx="32">
                  <c:v>800</c:v>
                </c:pt>
                <c:pt idx="33">
                  <c:v>825</c:v>
                </c:pt>
                <c:pt idx="34">
                  <c:v>850</c:v>
                </c:pt>
                <c:pt idx="35">
                  <c:v>875</c:v>
                </c:pt>
                <c:pt idx="36">
                  <c:v>900</c:v>
                </c:pt>
                <c:pt idx="37">
                  <c:v>925</c:v>
                </c:pt>
                <c:pt idx="38">
                  <c:v>950</c:v>
                </c:pt>
                <c:pt idx="39">
                  <c:v>975</c:v>
                </c:pt>
                <c:pt idx="40">
                  <c:v>1000</c:v>
                </c:pt>
                <c:pt idx="41">
                  <c:v>1025</c:v>
                </c:pt>
                <c:pt idx="42">
                  <c:v>1050</c:v>
                </c:pt>
                <c:pt idx="43">
                  <c:v>1075</c:v>
                </c:pt>
                <c:pt idx="44">
                  <c:v>1100</c:v>
                </c:pt>
                <c:pt idx="45">
                  <c:v>1125</c:v>
                </c:pt>
                <c:pt idx="46">
                  <c:v>1150</c:v>
                </c:pt>
                <c:pt idx="47">
                  <c:v>1175</c:v>
                </c:pt>
                <c:pt idx="48">
                  <c:v>1200</c:v>
                </c:pt>
                <c:pt idx="49">
                  <c:v>1225</c:v>
                </c:pt>
                <c:pt idx="50">
                  <c:v>1250</c:v>
                </c:pt>
                <c:pt idx="51">
                  <c:v>1275</c:v>
                </c:pt>
                <c:pt idx="52">
                  <c:v>1300</c:v>
                </c:pt>
                <c:pt idx="53">
                  <c:v>1325</c:v>
                </c:pt>
                <c:pt idx="54">
                  <c:v>1350</c:v>
                </c:pt>
                <c:pt idx="55">
                  <c:v>1375</c:v>
                </c:pt>
                <c:pt idx="56">
                  <c:v>1400</c:v>
                </c:pt>
                <c:pt idx="57">
                  <c:v>1425</c:v>
                </c:pt>
                <c:pt idx="58">
                  <c:v>1450</c:v>
                </c:pt>
                <c:pt idx="59">
                  <c:v>1475</c:v>
                </c:pt>
                <c:pt idx="60">
                  <c:v>1500</c:v>
                </c:pt>
                <c:pt idx="61">
                  <c:v>1525</c:v>
                </c:pt>
                <c:pt idx="62">
                  <c:v>1550</c:v>
                </c:pt>
                <c:pt idx="63">
                  <c:v>1575</c:v>
                </c:pt>
                <c:pt idx="64">
                  <c:v>1600</c:v>
                </c:pt>
                <c:pt idx="65">
                  <c:v>1625</c:v>
                </c:pt>
                <c:pt idx="66">
                  <c:v>1650</c:v>
                </c:pt>
                <c:pt idx="67">
                  <c:v>1675</c:v>
                </c:pt>
                <c:pt idx="68">
                  <c:v>1700</c:v>
                </c:pt>
                <c:pt idx="69">
                  <c:v>1725</c:v>
                </c:pt>
                <c:pt idx="70">
                  <c:v>1750</c:v>
                </c:pt>
                <c:pt idx="71">
                  <c:v>1775</c:v>
                </c:pt>
                <c:pt idx="72">
                  <c:v>1800</c:v>
                </c:pt>
                <c:pt idx="73">
                  <c:v>1825</c:v>
                </c:pt>
                <c:pt idx="74">
                  <c:v>1850</c:v>
                </c:pt>
                <c:pt idx="75">
                  <c:v>1875</c:v>
                </c:pt>
                <c:pt idx="76">
                  <c:v>1900</c:v>
                </c:pt>
                <c:pt idx="77">
                  <c:v>1925</c:v>
                </c:pt>
                <c:pt idx="78">
                  <c:v>1950</c:v>
                </c:pt>
                <c:pt idx="79">
                  <c:v>1975</c:v>
                </c:pt>
                <c:pt idx="80">
                  <c:v>2000</c:v>
                </c:pt>
                <c:pt idx="81">
                  <c:v>2025</c:v>
                </c:pt>
                <c:pt idx="82">
                  <c:v>2050</c:v>
                </c:pt>
                <c:pt idx="83">
                  <c:v>2075</c:v>
                </c:pt>
                <c:pt idx="84">
                  <c:v>2100</c:v>
                </c:pt>
                <c:pt idx="85">
                  <c:v>2125</c:v>
                </c:pt>
                <c:pt idx="86">
                  <c:v>2150</c:v>
                </c:pt>
                <c:pt idx="87">
                  <c:v>2175</c:v>
                </c:pt>
                <c:pt idx="88">
                  <c:v>2200</c:v>
                </c:pt>
                <c:pt idx="89">
                  <c:v>2225</c:v>
                </c:pt>
                <c:pt idx="90">
                  <c:v>2250</c:v>
                </c:pt>
                <c:pt idx="91">
                  <c:v>2275</c:v>
                </c:pt>
                <c:pt idx="92">
                  <c:v>2300</c:v>
                </c:pt>
                <c:pt idx="93">
                  <c:v>2325</c:v>
                </c:pt>
                <c:pt idx="94">
                  <c:v>2350</c:v>
                </c:pt>
                <c:pt idx="95">
                  <c:v>2375</c:v>
                </c:pt>
                <c:pt idx="96">
                  <c:v>2400</c:v>
                </c:pt>
                <c:pt idx="97">
                  <c:v>2425</c:v>
                </c:pt>
                <c:pt idx="98">
                  <c:v>2450</c:v>
                </c:pt>
                <c:pt idx="99">
                  <c:v>2475</c:v>
                </c:pt>
                <c:pt idx="100">
                  <c:v>2500</c:v>
                </c:pt>
                <c:pt idx="101">
                  <c:v>2525</c:v>
                </c:pt>
                <c:pt idx="102">
                  <c:v>2550</c:v>
                </c:pt>
                <c:pt idx="103">
                  <c:v>2575</c:v>
                </c:pt>
                <c:pt idx="104">
                  <c:v>2600</c:v>
                </c:pt>
                <c:pt idx="105">
                  <c:v>2625</c:v>
                </c:pt>
                <c:pt idx="106">
                  <c:v>2650</c:v>
                </c:pt>
                <c:pt idx="107">
                  <c:v>2675</c:v>
                </c:pt>
                <c:pt idx="108">
                  <c:v>2700</c:v>
                </c:pt>
                <c:pt idx="109">
                  <c:v>2725</c:v>
                </c:pt>
                <c:pt idx="110">
                  <c:v>2750</c:v>
                </c:pt>
                <c:pt idx="111">
                  <c:v>2775</c:v>
                </c:pt>
                <c:pt idx="112">
                  <c:v>2800</c:v>
                </c:pt>
                <c:pt idx="113">
                  <c:v>2825</c:v>
                </c:pt>
                <c:pt idx="114">
                  <c:v>2850</c:v>
                </c:pt>
                <c:pt idx="115">
                  <c:v>2875</c:v>
                </c:pt>
                <c:pt idx="116">
                  <c:v>2900</c:v>
                </c:pt>
                <c:pt idx="117">
                  <c:v>2925</c:v>
                </c:pt>
                <c:pt idx="118">
                  <c:v>2950</c:v>
                </c:pt>
                <c:pt idx="119">
                  <c:v>2975</c:v>
                </c:pt>
                <c:pt idx="120">
                  <c:v>3000</c:v>
                </c:pt>
                <c:pt idx="121">
                  <c:v>3025</c:v>
                </c:pt>
                <c:pt idx="122">
                  <c:v>3050</c:v>
                </c:pt>
                <c:pt idx="123">
                  <c:v>3075</c:v>
                </c:pt>
                <c:pt idx="124">
                  <c:v>3100</c:v>
                </c:pt>
                <c:pt idx="125">
                  <c:v>3125</c:v>
                </c:pt>
                <c:pt idx="126">
                  <c:v>3150</c:v>
                </c:pt>
                <c:pt idx="127">
                  <c:v>3175</c:v>
                </c:pt>
                <c:pt idx="128">
                  <c:v>3200</c:v>
                </c:pt>
                <c:pt idx="129">
                  <c:v>3225</c:v>
                </c:pt>
                <c:pt idx="130">
                  <c:v>3250</c:v>
                </c:pt>
                <c:pt idx="131">
                  <c:v>3275</c:v>
                </c:pt>
                <c:pt idx="132">
                  <c:v>3300</c:v>
                </c:pt>
                <c:pt idx="133">
                  <c:v>3325</c:v>
                </c:pt>
                <c:pt idx="134">
                  <c:v>3350</c:v>
                </c:pt>
                <c:pt idx="135">
                  <c:v>3375</c:v>
                </c:pt>
                <c:pt idx="136">
                  <c:v>3400</c:v>
                </c:pt>
                <c:pt idx="137">
                  <c:v>3425</c:v>
                </c:pt>
                <c:pt idx="138">
                  <c:v>3450</c:v>
                </c:pt>
                <c:pt idx="139">
                  <c:v>3475</c:v>
                </c:pt>
                <c:pt idx="140">
                  <c:v>3500</c:v>
                </c:pt>
                <c:pt idx="141">
                  <c:v>3525</c:v>
                </c:pt>
                <c:pt idx="142">
                  <c:v>3550</c:v>
                </c:pt>
                <c:pt idx="143">
                  <c:v>3575</c:v>
                </c:pt>
                <c:pt idx="144">
                  <c:v>3600</c:v>
                </c:pt>
                <c:pt idx="145">
                  <c:v>3625</c:v>
                </c:pt>
                <c:pt idx="146">
                  <c:v>3650</c:v>
                </c:pt>
                <c:pt idx="147">
                  <c:v>3675</c:v>
                </c:pt>
                <c:pt idx="148">
                  <c:v>3700</c:v>
                </c:pt>
                <c:pt idx="149">
                  <c:v>3725</c:v>
                </c:pt>
                <c:pt idx="150">
                  <c:v>3750</c:v>
                </c:pt>
                <c:pt idx="151">
                  <c:v>3775</c:v>
                </c:pt>
                <c:pt idx="152">
                  <c:v>3800</c:v>
                </c:pt>
                <c:pt idx="153">
                  <c:v>3825</c:v>
                </c:pt>
                <c:pt idx="154">
                  <c:v>3850</c:v>
                </c:pt>
                <c:pt idx="155">
                  <c:v>3875</c:v>
                </c:pt>
                <c:pt idx="156">
                  <c:v>3900</c:v>
                </c:pt>
                <c:pt idx="157">
                  <c:v>3925</c:v>
                </c:pt>
                <c:pt idx="158">
                  <c:v>3950</c:v>
                </c:pt>
                <c:pt idx="159">
                  <c:v>3975</c:v>
                </c:pt>
                <c:pt idx="160">
                  <c:v>4000</c:v>
                </c:pt>
                <c:pt idx="161">
                  <c:v>4025</c:v>
                </c:pt>
                <c:pt idx="162">
                  <c:v>4050</c:v>
                </c:pt>
                <c:pt idx="163">
                  <c:v>4075</c:v>
                </c:pt>
                <c:pt idx="164">
                  <c:v>4100</c:v>
                </c:pt>
                <c:pt idx="165">
                  <c:v>4125</c:v>
                </c:pt>
                <c:pt idx="166">
                  <c:v>4150</c:v>
                </c:pt>
                <c:pt idx="167">
                  <c:v>4175</c:v>
                </c:pt>
                <c:pt idx="168">
                  <c:v>4200</c:v>
                </c:pt>
                <c:pt idx="169">
                  <c:v>4225</c:v>
                </c:pt>
                <c:pt idx="170">
                  <c:v>4250</c:v>
                </c:pt>
                <c:pt idx="171">
                  <c:v>4275</c:v>
                </c:pt>
                <c:pt idx="172">
                  <c:v>4300</c:v>
                </c:pt>
                <c:pt idx="173">
                  <c:v>4325</c:v>
                </c:pt>
                <c:pt idx="174">
                  <c:v>4350</c:v>
                </c:pt>
                <c:pt idx="175">
                  <c:v>4375</c:v>
                </c:pt>
                <c:pt idx="176">
                  <c:v>4400</c:v>
                </c:pt>
                <c:pt idx="177">
                  <c:v>4425</c:v>
                </c:pt>
                <c:pt idx="178">
                  <c:v>4450</c:v>
                </c:pt>
                <c:pt idx="179">
                  <c:v>4475</c:v>
                </c:pt>
                <c:pt idx="180">
                  <c:v>4500</c:v>
                </c:pt>
                <c:pt idx="181">
                  <c:v>4525</c:v>
                </c:pt>
                <c:pt idx="182">
                  <c:v>4550</c:v>
                </c:pt>
                <c:pt idx="183">
                  <c:v>4575</c:v>
                </c:pt>
                <c:pt idx="184">
                  <c:v>4600</c:v>
                </c:pt>
                <c:pt idx="185">
                  <c:v>4625</c:v>
                </c:pt>
                <c:pt idx="186">
                  <c:v>4650</c:v>
                </c:pt>
                <c:pt idx="187">
                  <c:v>4675</c:v>
                </c:pt>
                <c:pt idx="188">
                  <c:v>4700</c:v>
                </c:pt>
                <c:pt idx="189">
                  <c:v>4725</c:v>
                </c:pt>
                <c:pt idx="190">
                  <c:v>4750</c:v>
                </c:pt>
                <c:pt idx="191">
                  <c:v>4775</c:v>
                </c:pt>
                <c:pt idx="192">
                  <c:v>4800</c:v>
                </c:pt>
                <c:pt idx="193">
                  <c:v>4825</c:v>
                </c:pt>
                <c:pt idx="194">
                  <c:v>4850</c:v>
                </c:pt>
                <c:pt idx="195">
                  <c:v>4875</c:v>
                </c:pt>
                <c:pt idx="196">
                  <c:v>4900</c:v>
                </c:pt>
                <c:pt idx="197">
                  <c:v>4925</c:v>
                </c:pt>
                <c:pt idx="198">
                  <c:v>4950</c:v>
                </c:pt>
                <c:pt idx="199">
                  <c:v>4975</c:v>
                </c:pt>
                <c:pt idx="200">
                  <c:v>5000</c:v>
                </c:pt>
                <c:pt idx="201">
                  <c:v>5025</c:v>
                </c:pt>
                <c:pt idx="202">
                  <c:v>5050</c:v>
                </c:pt>
                <c:pt idx="203">
                  <c:v>5075</c:v>
                </c:pt>
                <c:pt idx="204">
                  <c:v>5100</c:v>
                </c:pt>
                <c:pt idx="205">
                  <c:v>5125</c:v>
                </c:pt>
                <c:pt idx="206">
                  <c:v>5150</c:v>
                </c:pt>
                <c:pt idx="207">
                  <c:v>5175</c:v>
                </c:pt>
                <c:pt idx="208">
                  <c:v>5200</c:v>
                </c:pt>
                <c:pt idx="209">
                  <c:v>5225</c:v>
                </c:pt>
                <c:pt idx="210">
                  <c:v>5250</c:v>
                </c:pt>
                <c:pt idx="211">
                  <c:v>5275</c:v>
                </c:pt>
                <c:pt idx="212">
                  <c:v>5300</c:v>
                </c:pt>
                <c:pt idx="213">
                  <c:v>5325</c:v>
                </c:pt>
                <c:pt idx="214">
                  <c:v>5350</c:v>
                </c:pt>
                <c:pt idx="215">
                  <c:v>5375</c:v>
                </c:pt>
                <c:pt idx="216">
                  <c:v>5400</c:v>
                </c:pt>
                <c:pt idx="217">
                  <c:v>5425</c:v>
                </c:pt>
                <c:pt idx="218">
                  <c:v>5450</c:v>
                </c:pt>
                <c:pt idx="219">
                  <c:v>5475</c:v>
                </c:pt>
                <c:pt idx="220">
                  <c:v>5500</c:v>
                </c:pt>
                <c:pt idx="221">
                  <c:v>5525</c:v>
                </c:pt>
                <c:pt idx="222">
                  <c:v>5550</c:v>
                </c:pt>
                <c:pt idx="223">
                  <c:v>5575</c:v>
                </c:pt>
                <c:pt idx="224">
                  <c:v>5600</c:v>
                </c:pt>
                <c:pt idx="225">
                  <c:v>5625</c:v>
                </c:pt>
                <c:pt idx="226">
                  <c:v>5650</c:v>
                </c:pt>
                <c:pt idx="227">
                  <c:v>5675</c:v>
                </c:pt>
                <c:pt idx="228">
                  <c:v>5700</c:v>
                </c:pt>
                <c:pt idx="229">
                  <c:v>5725</c:v>
                </c:pt>
                <c:pt idx="230">
                  <c:v>5750</c:v>
                </c:pt>
                <c:pt idx="231">
                  <c:v>5775</c:v>
                </c:pt>
                <c:pt idx="232">
                  <c:v>5800</c:v>
                </c:pt>
                <c:pt idx="233">
                  <c:v>5825</c:v>
                </c:pt>
                <c:pt idx="234">
                  <c:v>5850</c:v>
                </c:pt>
                <c:pt idx="235">
                  <c:v>5875</c:v>
                </c:pt>
                <c:pt idx="236">
                  <c:v>5900</c:v>
                </c:pt>
                <c:pt idx="237">
                  <c:v>5925</c:v>
                </c:pt>
                <c:pt idx="238">
                  <c:v>5950</c:v>
                </c:pt>
                <c:pt idx="239">
                  <c:v>5975</c:v>
                </c:pt>
                <c:pt idx="240">
                  <c:v>6000</c:v>
                </c:pt>
                <c:pt idx="241">
                  <c:v>6025</c:v>
                </c:pt>
                <c:pt idx="242">
                  <c:v>6050</c:v>
                </c:pt>
                <c:pt idx="243">
                  <c:v>6075</c:v>
                </c:pt>
                <c:pt idx="244">
                  <c:v>6100</c:v>
                </c:pt>
                <c:pt idx="245">
                  <c:v>6125</c:v>
                </c:pt>
                <c:pt idx="246">
                  <c:v>6150</c:v>
                </c:pt>
                <c:pt idx="247">
                  <c:v>6175</c:v>
                </c:pt>
                <c:pt idx="248">
                  <c:v>6200</c:v>
                </c:pt>
                <c:pt idx="249">
                  <c:v>6225</c:v>
                </c:pt>
                <c:pt idx="250">
                  <c:v>6250</c:v>
                </c:pt>
                <c:pt idx="251">
                  <c:v>6275</c:v>
                </c:pt>
                <c:pt idx="252">
                  <c:v>6300</c:v>
                </c:pt>
                <c:pt idx="253">
                  <c:v>6325</c:v>
                </c:pt>
                <c:pt idx="254">
                  <c:v>6350</c:v>
                </c:pt>
                <c:pt idx="255">
                  <c:v>6375</c:v>
                </c:pt>
                <c:pt idx="256">
                  <c:v>6400</c:v>
                </c:pt>
                <c:pt idx="257">
                  <c:v>6425</c:v>
                </c:pt>
                <c:pt idx="258">
                  <c:v>6450</c:v>
                </c:pt>
                <c:pt idx="259">
                  <c:v>6475</c:v>
                </c:pt>
                <c:pt idx="260">
                  <c:v>6500</c:v>
                </c:pt>
                <c:pt idx="261">
                  <c:v>6525</c:v>
                </c:pt>
                <c:pt idx="262">
                  <c:v>6550</c:v>
                </c:pt>
                <c:pt idx="263">
                  <c:v>6575</c:v>
                </c:pt>
                <c:pt idx="264">
                  <c:v>6600</c:v>
                </c:pt>
                <c:pt idx="265">
                  <c:v>6625</c:v>
                </c:pt>
                <c:pt idx="266">
                  <c:v>6650</c:v>
                </c:pt>
                <c:pt idx="267">
                  <c:v>6675</c:v>
                </c:pt>
                <c:pt idx="268">
                  <c:v>6700</c:v>
                </c:pt>
                <c:pt idx="269">
                  <c:v>6725</c:v>
                </c:pt>
                <c:pt idx="270">
                  <c:v>6750</c:v>
                </c:pt>
                <c:pt idx="271">
                  <c:v>6775</c:v>
                </c:pt>
                <c:pt idx="272">
                  <c:v>6800</c:v>
                </c:pt>
                <c:pt idx="273">
                  <c:v>6825</c:v>
                </c:pt>
                <c:pt idx="274">
                  <c:v>6850</c:v>
                </c:pt>
                <c:pt idx="275">
                  <c:v>6875</c:v>
                </c:pt>
                <c:pt idx="276">
                  <c:v>6900</c:v>
                </c:pt>
                <c:pt idx="277">
                  <c:v>6925</c:v>
                </c:pt>
                <c:pt idx="278">
                  <c:v>6950</c:v>
                </c:pt>
                <c:pt idx="279">
                  <c:v>6975</c:v>
                </c:pt>
                <c:pt idx="280">
                  <c:v>7000</c:v>
                </c:pt>
              </c:numCache>
            </c:numRef>
          </c:xVal>
          <c:yVal>
            <c:numRef>
              <c:f>'Chart Data'!$B$2:$B$282</c:f>
              <c:numCache>
                <c:formatCode>0%</c:formatCode>
                <c:ptCount val="281"/>
                <c:pt idx="0">
                  <c:v>0.03125</c:v>
                </c:pt>
                <c:pt idx="1">
                  <c:v>0.22916667</c:v>
                </c:pt>
                <c:pt idx="2">
                  <c:v>0.68402779</c:v>
                </c:pt>
                <c:pt idx="3">
                  <c:v>0.95833331</c:v>
                </c:pt>
                <c:pt idx="4">
                  <c:v>0.9704861</c:v>
                </c:pt>
                <c:pt idx="5">
                  <c:v>0.9826389</c:v>
                </c:pt>
                <c:pt idx="6">
                  <c:v>0.9861111</c:v>
                </c:pt>
                <c:pt idx="7">
                  <c:v>0.99131942</c:v>
                </c:pt>
                <c:pt idx="8">
                  <c:v>0.99305558</c:v>
                </c:pt>
                <c:pt idx="9">
                  <c:v>0.9982639</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1</c:v>
                </c:pt>
                <c:pt idx="61">
                  <c:v>1</c:v>
                </c:pt>
                <c:pt idx="62">
                  <c:v>1</c:v>
                </c:pt>
                <c:pt idx="63">
                  <c:v>1</c:v>
                </c:pt>
                <c:pt idx="64">
                  <c:v>1</c:v>
                </c:pt>
                <c:pt idx="65">
                  <c:v>1</c:v>
                </c:pt>
                <c:pt idx="66">
                  <c:v>0.99652779</c:v>
                </c:pt>
                <c:pt idx="67">
                  <c:v>1</c:v>
                </c:pt>
                <c:pt idx="68">
                  <c:v>1</c:v>
                </c:pt>
                <c:pt idx="69">
                  <c:v>1</c:v>
                </c:pt>
                <c:pt idx="70">
                  <c:v>1</c:v>
                </c:pt>
                <c:pt idx="71">
                  <c:v>1</c:v>
                </c:pt>
                <c:pt idx="72">
                  <c:v>1</c:v>
                </c:pt>
                <c:pt idx="73">
                  <c:v>1</c:v>
                </c:pt>
                <c:pt idx="74">
                  <c:v>1</c:v>
                </c:pt>
                <c:pt idx="75">
                  <c:v>1</c:v>
                </c:pt>
                <c:pt idx="76">
                  <c:v>1</c:v>
                </c:pt>
                <c:pt idx="77">
                  <c:v>1</c:v>
                </c:pt>
                <c:pt idx="78">
                  <c:v>1</c:v>
                </c:pt>
                <c:pt idx="79">
                  <c:v>1</c:v>
                </c:pt>
                <c:pt idx="80">
                  <c:v>1</c:v>
                </c:pt>
                <c:pt idx="81">
                  <c:v>1</c:v>
                </c:pt>
                <c:pt idx="82">
                  <c:v>1</c:v>
                </c:pt>
                <c:pt idx="83">
                  <c:v>1</c:v>
                </c:pt>
                <c:pt idx="84">
                  <c:v>1</c:v>
                </c:pt>
                <c:pt idx="85">
                  <c:v>1</c:v>
                </c:pt>
                <c:pt idx="86">
                  <c:v>1</c:v>
                </c:pt>
                <c:pt idx="87">
                  <c:v>1</c:v>
                </c:pt>
                <c:pt idx="88">
                  <c:v>1</c:v>
                </c:pt>
                <c:pt idx="89">
                  <c:v>1</c:v>
                </c:pt>
                <c:pt idx="90">
                  <c:v>1</c:v>
                </c:pt>
                <c:pt idx="91">
                  <c:v>1</c:v>
                </c:pt>
                <c:pt idx="92">
                  <c:v>1</c:v>
                </c:pt>
                <c:pt idx="93">
                  <c:v>1</c:v>
                </c:pt>
                <c:pt idx="94">
                  <c:v>1</c:v>
                </c:pt>
                <c:pt idx="95">
                  <c:v>1</c:v>
                </c:pt>
                <c:pt idx="96">
                  <c:v>1</c:v>
                </c:pt>
                <c:pt idx="97">
                  <c:v>1</c:v>
                </c:pt>
                <c:pt idx="98">
                  <c:v>1</c:v>
                </c:pt>
                <c:pt idx="99">
                  <c:v>1</c:v>
                </c:pt>
                <c:pt idx="100">
                  <c:v>1</c:v>
                </c:pt>
                <c:pt idx="101">
                  <c:v>1</c:v>
                </c:pt>
                <c:pt idx="102">
                  <c:v>1</c:v>
                </c:pt>
                <c:pt idx="103">
                  <c:v>1</c:v>
                </c:pt>
                <c:pt idx="104">
                  <c:v>1</c:v>
                </c:pt>
                <c:pt idx="105">
                  <c:v>1</c:v>
                </c:pt>
                <c:pt idx="106">
                  <c:v>1</c:v>
                </c:pt>
                <c:pt idx="107">
                  <c:v>1</c:v>
                </c:pt>
                <c:pt idx="108">
                  <c:v>1</c:v>
                </c:pt>
                <c:pt idx="109">
                  <c:v>1</c:v>
                </c:pt>
                <c:pt idx="110">
                  <c:v>1</c:v>
                </c:pt>
                <c:pt idx="111">
                  <c:v>1</c:v>
                </c:pt>
                <c:pt idx="112">
                  <c:v>1</c:v>
                </c:pt>
                <c:pt idx="113">
                  <c:v>1</c:v>
                </c:pt>
                <c:pt idx="114">
                  <c:v>1</c:v>
                </c:pt>
                <c:pt idx="115">
                  <c:v>1</c:v>
                </c:pt>
                <c:pt idx="116">
                  <c:v>1</c:v>
                </c:pt>
                <c:pt idx="117">
                  <c:v>1</c:v>
                </c:pt>
                <c:pt idx="118">
                  <c:v>1</c:v>
                </c:pt>
                <c:pt idx="119">
                  <c:v>1</c:v>
                </c:pt>
                <c:pt idx="120">
                  <c:v>1</c:v>
                </c:pt>
                <c:pt idx="121">
                  <c:v>1</c:v>
                </c:pt>
                <c:pt idx="122">
                  <c:v>1</c:v>
                </c:pt>
                <c:pt idx="123">
                  <c:v>1</c:v>
                </c:pt>
                <c:pt idx="124">
                  <c:v>1</c:v>
                </c:pt>
                <c:pt idx="125">
                  <c:v>1</c:v>
                </c:pt>
                <c:pt idx="126">
                  <c:v>1</c:v>
                </c:pt>
                <c:pt idx="127">
                  <c:v>1</c:v>
                </c:pt>
                <c:pt idx="128">
                  <c:v>1</c:v>
                </c:pt>
                <c:pt idx="129">
                  <c:v>1</c:v>
                </c:pt>
                <c:pt idx="130">
                  <c:v>1</c:v>
                </c:pt>
                <c:pt idx="131">
                  <c:v>1</c:v>
                </c:pt>
                <c:pt idx="132">
                  <c:v>1</c:v>
                </c:pt>
                <c:pt idx="133">
                  <c:v>1</c:v>
                </c:pt>
                <c:pt idx="134">
                  <c:v>1</c:v>
                </c:pt>
                <c:pt idx="135">
                  <c:v>1</c:v>
                </c:pt>
                <c:pt idx="136">
                  <c:v>1</c:v>
                </c:pt>
                <c:pt idx="137">
                  <c:v>1</c:v>
                </c:pt>
                <c:pt idx="138">
                  <c:v>1</c:v>
                </c:pt>
                <c:pt idx="139">
                  <c:v>1</c:v>
                </c:pt>
                <c:pt idx="140">
                  <c:v>1</c:v>
                </c:pt>
                <c:pt idx="141">
                  <c:v>1</c:v>
                </c:pt>
                <c:pt idx="142">
                  <c:v>1</c:v>
                </c:pt>
                <c:pt idx="143">
                  <c:v>1</c:v>
                </c:pt>
                <c:pt idx="144">
                  <c:v>1</c:v>
                </c:pt>
                <c:pt idx="145">
                  <c:v>1</c:v>
                </c:pt>
                <c:pt idx="146">
                  <c:v>1</c:v>
                </c:pt>
                <c:pt idx="147">
                  <c:v>1</c:v>
                </c:pt>
                <c:pt idx="148">
                  <c:v>1</c:v>
                </c:pt>
                <c:pt idx="149">
                  <c:v>1</c:v>
                </c:pt>
                <c:pt idx="150">
                  <c:v>1</c:v>
                </c:pt>
                <c:pt idx="151">
                  <c:v>1</c:v>
                </c:pt>
                <c:pt idx="152">
                  <c:v>1</c:v>
                </c:pt>
                <c:pt idx="153">
                  <c:v>1</c:v>
                </c:pt>
                <c:pt idx="154">
                  <c:v>1</c:v>
                </c:pt>
                <c:pt idx="155">
                  <c:v>1</c:v>
                </c:pt>
                <c:pt idx="156">
                  <c:v>1</c:v>
                </c:pt>
                <c:pt idx="157">
                  <c:v>1</c:v>
                </c:pt>
                <c:pt idx="158">
                  <c:v>1</c:v>
                </c:pt>
                <c:pt idx="159">
                  <c:v>1</c:v>
                </c:pt>
                <c:pt idx="160">
                  <c:v>1</c:v>
                </c:pt>
                <c:pt idx="161">
                  <c:v>1</c:v>
                </c:pt>
                <c:pt idx="162">
                  <c:v>1</c:v>
                </c:pt>
                <c:pt idx="163">
                  <c:v>1</c:v>
                </c:pt>
                <c:pt idx="164">
                  <c:v>1</c:v>
                </c:pt>
                <c:pt idx="165">
                  <c:v>1</c:v>
                </c:pt>
                <c:pt idx="166">
                  <c:v>1</c:v>
                </c:pt>
                <c:pt idx="167">
                  <c:v>1</c:v>
                </c:pt>
                <c:pt idx="168">
                  <c:v>1</c:v>
                </c:pt>
                <c:pt idx="169">
                  <c:v>1</c:v>
                </c:pt>
                <c:pt idx="170">
                  <c:v>1</c:v>
                </c:pt>
                <c:pt idx="171">
                  <c:v>1</c:v>
                </c:pt>
                <c:pt idx="172">
                  <c:v>1</c:v>
                </c:pt>
                <c:pt idx="173">
                  <c:v>1</c:v>
                </c:pt>
                <c:pt idx="174">
                  <c:v>1</c:v>
                </c:pt>
                <c:pt idx="175">
                  <c:v>1</c:v>
                </c:pt>
                <c:pt idx="176">
                  <c:v>1</c:v>
                </c:pt>
                <c:pt idx="177">
                  <c:v>1</c:v>
                </c:pt>
                <c:pt idx="178">
                  <c:v>1</c:v>
                </c:pt>
                <c:pt idx="179">
                  <c:v>1</c:v>
                </c:pt>
                <c:pt idx="180">
                  <c:v>1</c:v>
                </c:pt>
                <c:pt idx="181">
                  <c:v>1</c:v>
                </c:pt>
                <c:pt idx="182">
                  <c:v>1</c:v>
                </c:pt>
                <c:pt idx="183">
                  <c:v>1</c:v>
                </c:pt>
                <c:pt idx="184">
                  <c:v>1</c:v>
                </c:pt>
                <c:pt idx="185">
                  <c:v>1</c:v>
                </c:pt>
                <c:pt idx="186">
                  <c:v>1</c:v>
                </c:pt>
                <c:pt idx="187">
                  <c:v>1</c:v>
                </c:pt>
                <c:pt idx="188">
                  <c:v>1</c:v>
                </c:pt>
                <c:pt idx="189">
                  <c:v>0.82291669</c:v>
                </c:pt>
                <c:pt idx="190">
                  <c:v>1</c:v>
                </c:pt>
                <c:pt idx="191">
                  <c:v>1</c:v>
                </c:pt>
                <c:pt idx="192">
                  <c:v>1</c:v>
                </c:pt>
                <c:pt idx="193">
                  <c:v>1</c:v>
                </c:pt>
                <c:pt idx="194">
                  <c:v>1</c:v>
                </c:pt>
                <c:pt idx="195">
                  <c:v>1</c:v>
                </c:pt>
                <c:pt idx="196">
                  <c:v>1</c:v>
                </c:pt>
                <c:pt idx="197">
                  <c:v>1</c:v>
                </c:pt>
                <c:pt idx="198">
                  <c:v>1</c:v>
                </c:pt>
                <c:pt idx="199">
                  <c:v>1</c:v>
                </c:pt>
                <c:pt idx="200">
                  <c:v>1</c:v>
                </c:pt>
                <c:pt idx="201">
                  <c:v>1</c:v>
                </c:pt>
                <c:pt idx="202">
                  <c:v>1</c:v>
                </c:pt>
                <c:pt idx="203">
                  <c:v>1</c:v>
                </c:pt>
                <c:pt idx="204">
                  <c:v>1</c:v>
                </c:pt>
                <c:pt idx="205">
                  <c:v>1</c:v>
                </c:pt>
                <c:pt idx="206">
                  <c:v>1</c:v>
                </c:pt>
                <c:pt idx="207">
                  <c:v>1</c:v>
                </c:pt>
                <c:pt idx="208">
                  <c:v>1</c:v>
                </c:pt>
                <c:pt idx="209">
                  <c:v>1</c:v>
                </c:pt>
                <c:pt idx="210">
                  <c:v>1</c:v>
                </c:pt>
                <c:pt idx="211">
                  <c:v>1</c:v>
                </c:pt>
                <c:pt idx="212">
                  <c:v>1</c:v>
                </c:pt>
                <c:pt idx="213">
                  <c:v>1</c:v>
                </c:pt>
                <c:pt idx="214">
                  <c:v>1</c:v>
                </c:pt>
                <c:pt idx="215">
                  <c:v>1</c:v>
                </c:pt>
                <c:pt idx="216">
                  <c:v>1</c:v>
                </c:pt>
                <c:pt idx="217">
                  <c:v>1</c:v>
                </c:pt>
                <c:pt idx="218">
                  <c:v>1</c:v>
                </c:pt>
                <c:pt idx="219">
                  <c:v>1</c:v>
                </c:pt>
                <c:pt idx="220">
                  <c:v>1</c:v>
                </c:pt>
                <c:pt idx="221">
                  <c:v>1</c:v>
                </c:pt>
                <c:pt idx="222">
                  <c:v>1</c:v>
                </c:pt>
                <c:pt idx="223">
                  <c:v>1</c:v>
                </c:pt>
                <c:pt idx="224">
                  <c:v>1</c:v>
                </c:pt>
                <c:pt idx="225">
                  <c:v>1</c:v>
                </c:pt>
                <c:pt idx="226">
                  <c:v>1</c:v>
                </c:pt>
                <c:pt idx="227">
                  <c:v>1</c:v>
                </c:pt>
                <c:pt idx="228">
                  <c:v>1</c:v>
                </c:pt>
                <c:pt idx="229">
                  <c:v>1</c:v>
                </c:pt>
                <c:pt idx="230">
                  <c:v>1</c:v>
                </c:pt>
                <c:pt idx="231">
                  <c:v>1</c:v>
                </c:pt>
                <c:pt idx="232">
                  <c:v>1</c:v>
                </c:pt>
                <c:pt idx="233">
                  <c:v>1</c:v>
                </c:pt>
                <c:pt idx="234">
                  <c:v>1</c:v>
                </c:pt>
                <c:pt idx="235">
                  <c:v>1</c:v>
                </c:pt>
                <c:pt idx="236">
                  <c:v>1</c:v>
                </c:pt>
                <c:pt idx="237">
                  <c:v>1</c:v>
                </c:pt>
                <c:pt idx="238">
                  <c:v>1</c:v>
                </c:pt>
                <c:pt idx="239">
                  <c:v>1</c:v>
                </c:pt>
                <c:pt idx="240">
                  <c:v>1</c:v>
                </c:pt>
                <c:pt idx="241">
                  <c:v>1</c:v>
                </c:pt>
                <c:pt idx="242">
                  <c:v>1</c:v>
                </c:pt>
                <c:pt idx="243">
                  <c:v>1</c:v>
                </c:pt>
                <c:pt idx="244">
                  <c:v>1</c:v>
                </c:pt>
                <c:pt idx="245">
                  <c:v>1</c:v>
                </c:pt>
                <c:pt idx="246">
                  <c:v>1</c:v>
                </c:pt>
                <c:pt idx="247">
                  <c:v>1</c:v>
                </c:pt>
                <c:pt idx="248">
                  <c:v>1</c:v>
                </c:pt>
                <c:pt idx="249">
                  <c:v>1</c:v>
                </c:pt>
                <c:pt idx="250">
                  <c:v>1</c:v>
                </c:pt>
                <c:pt idx="251">
                  <c:v>1</c:v>
                </c:pt>
                <c:pt idx="252">
                  <c:v>1</c:v>
                </c:pt>
                <c:pt idx="253">
                  <c:v>1</c:v>
                </c:pt>
                <c:pt idx="254">
                  <c:v>1</c:v>
                </c:pt>
                <c:pt idx="255">
                  <c:v>1</c:v>
                </c:pt>
                <c:pt idx="256">
                  <c:v>1</c:v>
                </c:pt>
                <c:pt idx="257">
                  <c:v>1</c:v>
                </c:pt>
                <c:pt idx="258">
                  <c:v>1</c:v>
                </c:pt>
                <c:pt idx="259">
                  <c:v>1</c:v>
                </c:pt>
                <c:pt idx="260">
                  <c:v>1</c:v>
                </c:pt>
                <c:pt idx="261">
                  <c:v>1</c:v>
                </c:pt>
                <c:pt idx="262">
                  <c:v>1</c:v>
                </c:pt>
                <c:pt idx="263">
                  <c:v>1</c:v>
                </c:pt>
                <c:pt idx="264">
                  <c:v>1</c:v>
                </c:pt>
                <c:pt idx="265">
                  <c:v>1</c:v>
                </c:pt>
                <c:pt idx="266">
                  <c:v>1</c:v>
                </c:pt>
                <c:pt idx="267">
                  <c:v>1</c:v>
                </c:pt>
                <c:pt idx="268">
                  <c:v>1</c:v>
                </c:pt>
                <c:pt idx="269">
                  <c:v>1</c:v>
                </c:pt>
                <c:pt idx="270">
                  <c:v>1</c:v>
                </c:pt>
                <c:pt idx="271">
                  <c:v>1</c:v>
                </c:pt>
                <c:pt idx="272">
                  <c:v>1</c:v>
                </c:pt>
                <c:pt idx="273">
                  <c:v>1</c:v>
                </c:pt>
                <c:pt idx="274">
                  <c:v>1</c:v>
                </c:pt>
                <c:pt idx="275">
                  <c:v>1</c:v>
                </c:pt>
                <c:pt idx="276">
                  <c:v>1</c:v>
                </c:pt>
                <c:pt idx="277">
                  <c:v>1</c:v>
                </c:pt>
                <c:pt idx="278">
                  <c:v>1</c:v>
                </c:pt>
                <c:pt idx="279">
                  <c:v>1</c:v>
                </c:pt>
                <c:pt idx="280">
                  <c:v>1</c:v>
                </c:pt>
              </c:numCache>
            </c:numRef>
          </c:yVal>
        </c:ser>
        <c:ser>
          <c:idx val="1"/>
          <c:order val="1"/>
          <c:tx>
            <c:v>Held-out pairs</c:v>
          </c:tx>
          <c:spPr>
            <a:ln xmlns:a="http://schemas.openxmlformats.org/drawingml/2006/main" w="28575">
              <a:solidFill>
                <a:srgbClr val="637E8E"/>
              </a:solidFill>
            </a:ln>
          </c:spPr>
          <c:marker>
            <c:symbol val="none"/>
          </c:marker>
          <c:xVal>
            <c:numRef>
              <c:f>'Chart Data'!$C$2:$C$282</c:f>
              <c:numCache>
                <c:formatCode>General</c:formatCode>
                <c:ptCount val="281"/>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pt idx="24">
                  <c:v>600</c:v>
                </c:pt>
                <c:pt idx="25">
                  <c:v>625</c:v>
                </c:pt>
                <c:pt idx="26">
                  <c:v>650</c:v>
                </c:pt>
                <c:pt idx="27">
                  <c:v>675</c:v>
                </c:pt>
                <c:pt idx="28">
                  <c:v>700</c:v>
                </c:pt>
                <c:pt idx="29">
                  <c:v>725</c:v>
                </c:pt>
                <c:pt idx="30">
                  <c:v>750</c:v>
                </c:pt>
                <c:pt idx="31">
                  <c:v>775</c:v>
                </c:pt>
                <c:pt idx="32">
                  <c:v>800</c:v>
                </c:pt>
                <c:pt idx="33">
                  <c:v>825</c:v>
                </c:pt>
                <c:pt idx="34">
                  <c:v>850</c:v>
                </c:pt>
                <c:pt idx="35">
                  <c:v>875</c:v>
                </c:pt>
                <c:pt idx="36">
                  <c:v>900</c:v>
                </c:pt>
                <c:pt idx="37">
                  <c:v>925</c:v>
                </c:pt>
                <c:pt idx="38">
                  <c:v>950</c:v>
                </c:pt>
                <c:pt idx="39">
                  <c:v>975</c:v>
                </c:pt>
                <c:pt idx="40">
                  <c:v>1000</c:v>
                </c:pt>
                <c:pt idx="41">
                  <c:v>1025</c:v>
                </c:pt>
                <c:pt idx="42">
                  <c:v>1050</c:v>
                </c:pt>
                <c:pt idx="43">
                  <c:v>1075</c:v>
                </c:pt>
                <c:pt idx="44">
                  <c:v>1100</c:v>
                </c:pt>
                <c:pt idx="45">
                  <c:v>1125</c:v>
                </c:pt>
                <c:pt idx="46">
                  <c:v>1150</c:v>
                </c:pt>
                <c:pt idx="47">
                  <c:v>1175</c:v>
                </c:pt>
                <c:pt idx="48">
                  <c:v>1200</c:v>
                </c:pt>
                <c:pt idx="49">
                  <c:v>1225</c:v>
                </c:pt>
                <c:pt idx="50">
                  <c:v>1250</c:v>
                </c:pt>
                <c:pt idx="51">
                  <c:v>1275</c:v>
                </c:pt>
                <c:pt idx="52">
                  <c:v>1300</c:v>
                </c:pt>
                <c:pt idx="53">
                  <c:v>1325</c:v>
                </c:pt>
                <c:pt idx="54">
                  <c:v>1350</c:v>
                </c:pt>
                <c:pt idx="55">
                  <c:v>1375</c:v>
                </c:pt>
                <c:pt idx="56">
                  <c:v>1400</c:v>
                </c:pt>
                <c:pt idx="57">
                  <c:v>1425</c:v>
                </c:pt>
                <c:pt idx="58">
                  <c:v>1450</c:v>
                </c:pt>
                <c:pt idx="59">
                  <c:v>1475</c:v>
                </c:pt>
                <c:pt idx="60">
                  <c:v>1500</c:v>
                </c:pt>
                <c:pt idx="61">
                  <c:v>1525</c:v>
                </c:pt>
                <c:pt idx="62">
                  <c:v>1550</c:v>
                </c:pt>
                <c:pt idx="63">
                  <c:v>1575</c:v>
                </c:pt>
                <c:pt idx="64">
                  <c:v>1600</c:v>
                </c:pt>
                <c:pt idx="65">
                  <c:v>1625</c:v>
                </c:pt>
                <c:pt idx="66">
                  <c:v>1650</c:v>
                </c:pt>
                <c:pt idx="67">
                  <c:v>1675</c:v>
                </c:pt>
                <c:pt idx="68">
                  <c:v>1700</c:v>
                </c:pt>
                <c:pt idx="69">
                  <c:v>1725</c:v>
                </c:pt>
                <c:pt idx="70">
                  <c:v>1750</c:v>
                </c:pt>
                <c:pt idx="71">
                  <c:v>1775</c:v>
                </c:pt>
                <c:pt idx="72">
                  <c:v>1800</c:v>
                </c:pt>
                <c:pt idx="73">
                  <c:v>1825</c:v>
                </c:pt>
                <c:pt idx="74">
                  <c:v>1850</c:v>
                </c:pt>
                <c:pt idx="75">
                  <c:v>1875</c:v>
                </c:pt>
                <c:pt idx="76">
                  <c:v>1900</c:v>
                </c:pt>
                <c:pt idx="77">
                  <c:v>1925</c:v>
                </c:pt>
                <c:pt idx="78">
                  <c:v>1950</c:v>
                </c:pt>
                <c:pt idx="79">
                  <c:v>1975</c:v>
                </c:pt>
                <c:pt idx="80">
                  <c:v>2000</c:v>
                </c:pt>
                <c:pt idx="81">
                  <c:v>2025</c:v>
                </c:pt>
                <c:pt idx="82">
                  <c:v>2050</c:v>
                </c:pt>
                <c:pt idx="83">
                  <c:v>2075</c:v>
                </c:pt>
                <c:pt idx="84">
                  <c:v>2100</c:v>
                </c:pt>
                <c:pt idx="85">
                  <c:v>2125</c:v>
                </c:pt>
                <c:pt idx="86">
                  <c:v>2150</c:v>
                </c:pt>
                <c:pt idx="87">
                  <c:v>2175</c:v>
                </c:pt>
                <c:pt idx="88">
                  <c:v>2200</c:v>
                </c:pt>
                <c:pt idx="89">
                  <c:v>2225</c:v>
                </c:pt>
                <c:pt idx="90">
                  <c:v>2250</c:v>
                </c:pt>
                <c:pt idx="91">
                  <c:v>2275</c:v>
                </c:pt>
                <c:pt idx="92">
                  <c:v>2300</c:v>
                </c:pt>
                <c:pt idx="93">
                  <c:v>2325</c:v>
                </c:pt>
                <c:pt idx="94">
                  <c:v>2350</c:v>
                </c:pt>
                <c:pt idx="95">
                  <c:v>2375</c:v>
                </c:pt>
                <c:pt idx="96">
                  <c:v>2400</c:v>
                </c:pt>
                <c:pt idx="97">
                  <c:v>2425</c:v>
                </c:pt>
                <c:pt idx="98">
                  <c:v>2450</c:v>
                </c:pt>
                <c:pt idx="99">
                  <c:v>2475</c:v>
                </c:pt>
                <c:pt idx="100">
                  <c:v>2500</c:v>
                </c:pt>
                <c:pt idx="101">
                  <c:v>2525</c:v>
                </c:pt>
                <c:pt idx="102">
                  <c:v>2550</c:v>
                </c:pt>
                <c:pt idx="103">
                  <c:v>2575</c:v>
                </c:pt>
                <c:pt idx="104">
                  <c:v>2600</c:v>
                </c:pt>
                <c:pt idx="105">
                  <c:v>2625</c:v>
                </c:pt>
                <c:pt idx="106">
                  <c:v>2650</c:v>
                </c:pt>
                <c:pt idx="107">
                  <c:v>2675</c:v>
                </c:pt>
                <c:pt idx="108">
                  <c:v>2700</c:v>
                </c:pt>
                <c:pt idx="109">
                  <c:v>2725</c:v>
                </c:pt>
                <c:pt idx="110">
                  <c:v>2750</c:v>
                </c:pt>
                <c:pt idx="111">
                  <c:v>2775</c:v>
                </c:pt>
                <c:pt idx="112">
                  <c:v>2800</c:v>
                </c:pt>
                <c:pt idx="113">
                  <c:v>2825</c:v>
                </c:pt>
                <c:pt idx="114">
                  <c:v>2850</c:v>
                </c:pt>
                <c:pt idx="115">
                  <c:v>2875</c:v>
                </c:pt>
                <c:pt idx="116">
                  <c:v>2900</c:v>
                </c:pt>
                <c:pt idx="117">
                  <c:v>2925</c:v>
                </c:pt>
                <c:pt idx="118">
                  <c:v>2950</c:v>
                </c:pt>
                <c:pt idx="119">
                  <c:v>2975</c:v>
                </c:pt>
                <c:pt idx="120">
                  <c:v>3000</c:v>
                </c:pt>
                <c:pt idx="121">
                  <c:v>3025</c:v>
                </c:pt>
                <c:pt idx="122">
                  <c:v>3050</c:v>
                </c:pt>
                <c:pt idx="123">
                  <c:v>3075</c:v>
                </c:pt>
                <c:pt idx="124">
                  <c:v>3100</c:v>
                </c:pt>
                <c:pt idx="125">
                  <c:v>3125</c:v>
                </c:pt>
                <c:pt idx="126">
                  <c:v>3150</c:v>
                </c:pt>
                <c:pt idx="127">
                  <c:v>3175</c:v>
                </c:pt>
                <c:pt idx="128">
                  <c:v>3200</c:v>
                </c:pt>
                <c:pt idx="129">
                  <c:v>3225</c:v>
                </c:pt>
                <c:pt idx="130">
                  <c:v>3250</c:v>
                </c:pt>
                <c:pt idx="131">
                  <c:v>3275</c:v>
                </c:pt>
                <c:pt idx="132">
                  <c:v>3300</c:v>
                </c:pt>
                <c:pt idx="133">
                  <c:v>3325</c:v>
                </c:pt>
                <c:pt idx="134">
                  <c:v>3350</c:v>
                </c:pt>
                <c:pt idx="135">
                  <c:v>3375</c:v>
                </c:pt>
                <c:pt idx="136">
                  <c:v>3400</c:v>
                </c:pt>
                <c:pt idx="137">
                  <c:v>3425</c:v>
                </c:pt>
                <c:pt idx="138">
                  <c:v>3450</c:v>
                </c:pt>
                <c:pt idx="139">
                  <c:v>3475</c:v>
                </c:pt>
                <c:pt idx="140">
                  <c:v>3500</c:v>
                </c:pt>
                <c:pt idx="141">
                  <c:v>3525</c:v>
                </c:pt>
                <c:pt idx="142">
                  <c:v>3550</c:v>
                </c:pt>
                <c:pt idx="143">
                  <c:v>3575</c:v>
                </c:pt>
                <c:pt idx="144">
                  <c:v>3600</c:v>
                </c:pt>
                <c:pt idx="145">
                  <c:v>3625</c:v>
                </c:pt>
                <c:pt idx="146">
                  <c:v>3650</c:v>
                </c:pt>
                <c:pt idx="147">
                  <c:v>3675</c:v>
                </c:pt>
                <c:pt idx="148">
                  <c:v>3700</c:v>
                </c:pt>
                <c:pt idx="149">
                  <c:v>3725</c:v>
                </c:pt>
                <c:pt idx="150">
                  <c:v>3750</c:v>
                </c:pt>
                <c:pt idx="151">
                  <c:v>3775</c:v>
                </c:pt>
                <c:pt idx="152">
                  <c:v>3800</c:v>
                </c:pt>
                <c:pt idx="153">
                  <c:v>3825</c:v>
                </c:pt>
                <c:pt idx="154">
                  <c:v>3850</c:v>
                </c:pt>
                <c:pt idx="155">
                  <c:v>3875</c:v>
                </c:pt>
                <c:pt idx="156">
                  <c:v>3900</c:v>
                </c:pt>
                <c:pt idx="157">
                  <c:v>3925</c:v>
                </c:pt>
                <c:pt idx="158">
                  <c:v>3950</c:v>
                </c:pt>
                <c:pt idx="159">
                  <c:v>3975</c:v>
                </c:pt>
                <c:pt idx="160">
                  <c:v>4000</c:v>
                </c:pt>
                <c:pt idx="161">
                  <c:v>4025</c:v>
                </c:pt>
                <c:pt idx="162">
                  <c:v>4050</c:v>
                </c:pt>
                <c:pt idx="163">
                  <c:v>4075</c:v>
                </c:pt>
                <c:pt idx="164">
                  <c:v>4100</c:v>
                </c:pt>
                <c:pt idx="165">
                  <c:v>4125</c:v>
                </c:pt>
                <c:pt idx="166">
                  <c:v>4150</c:v>
                </c:pt>
                <c:pt idx="167">
                  <c:v>4175</c:v>
                </c:pt>
                <c:pt idx="168">
                  <c:v>4200</c:v>
                </c:pt>
                <c:pt idx="169">
                  <c:v>4225</c:v>
                </c:pt>
                <c:pt idx="170">
                  <c:v>4250</c:v>
                </c:pt>
                <c:pt idx="171">
                  <c:v>4275</c:v>
                </c:pt>
                <c:pt idx="172">
                  <c:v>4300</c:v>
                </c:pt>
                <c:pt idx="173">
                  <c:v>4325</c:v>
                </c:pt>
                <c:pt idx="174">
                  <c:v>4350</c:v>
                </c:pt>
                <c:pt idx="175">
                  <c:v>4375</c:v>
                </c:pt>
                <c:pt idx="176">
                  <c:v>4400</c:v>
                </c:pt>
                <c:pt idx="177">
                  <c:v>4425</c:v>
                </c:pt>
                <c:pt idx="178">
                  <c:v>4450</c:v>
                </c:pt>
                <c:pt idx="179">
                  <c:v>4475</c:v>
                </c:pt>
                <c:pt idx="180">
                  <c:v>4500</c:v>
                </c:pt>
                <c:pt idx="181">
                  <c:v>4525</c:v>
                </c:pt>
                <c:pt idx="182">
                  <c:v>4550</c:v>
                </c:pt>
                <c:pt idx="183">
                  <c:v>4575</c:v>
                </c:pt>
                <c:pt idx="184">
                  <c:v>4600</c:v>
                </c:pt>
                <c:pt idx="185">
                  <c:v>4625</c:v>
                </c:pt>
                <c:pt idx="186">
                  <c:v>4650</c:v>
                </c:pt>
                <c:pt idx="187">
                  <c:v>4675</c:v>
                </c:pt>
                <c:pt idx="188">
                  <c:v>4700</c:v>
                </c:pt>
                <c:pt idx="189">
                  <c:v>4725</c:v>
                </c:pt>
                <c:pt idx="190">
                  <c:v>4750</c:v>
                </c:pt>
                <c:pt idx="191">
                  <c:v>4775</c:v>
                </c:pt>
                <c:pt idx="192">
                  <c:v>4800</c:v>
                </c:pt>
                <c:pt idx="193">
                  <c:v>4825</c:v>
                </c:pt>
                <c:pt idx="194">
                  <c:v>4850</c:v>
                </c:pt>
                <c:pt idx="195">
                  <c:v>4875</c:v>
                </c:pt>
                <c:pt idx="196">
                  <c:v>4900</c:v>
                </c:pt>
                <c:pt idx="197">
                  <c:v>4925</c:v>
                </c:pt>
                <c:pt idx="198">
                  <c:v>4950</c:v>
                </c:pt>
                <c:pt idx="199">
                  <c:v>4975</c:v>
                </c:pt>
                <c:pt idx="200">
                  <c:v>5000</c:v>
                </c:pt>
                <c:pt idx="201">
                  <c:v>5025</c:v>
                </c:pt>
                <c:pt idx="202">
                  <c:v>5050</c:v>
                </c:pt>
                <c:pt idx="203">
                  <c:v>5075</c:v>
                </c:pt>
                <c:pt idx="204">
                  <c:v>5100</c:v>
                </c:pt>
                <c:pt idx="205">
                  <c:v>5125</c:v>
                </c:pt>
                <c:pt idx="206">
                  <c:v>5150</c:v>
                </c:pt>
                <c:pt idx="207">
                  <c:v>5175</c:v>
                </c:pt>
                <c:pt idx="208">
                  <c:v>5200</c:v>
                </c:pt>
                <c:pt idx="209">
                  <c:v>5225</c:v>
                </c:pt>
                <c:pt idx="210">
                  <c:v>5250</c:v>
                </c:pt>
                <c:pt idx="211">
                  <c:v>5275</c:v>
                </c:pt>
                <c:pt idx="212">
                  <c:v>5300</c:v>
                </c:pt>
                <c:pt idx="213">
                  <c:v>5325</c:v>
                </c:pt>
                <c:pt idx="214">
                  <c:v>5350</c:v>
                </c:pt>
                <c:pt idx="215">
                  <c:v>5375</c:v>
                </c:pt>
                <c:pt idx="216">
                  <c:v>5400</c:v>
                </c:pt>
                <c:pt idx="217">
                  <c:v>5425</c:v>
                </c:pt>
                <c:pt idx="218">
                  <c:v>5450</c:v>
                </c:pt>
                <c:pt idx="219">
                  <c:v>5475</c:v>
                </c:pt>
                <c:pt idx="220">
                  <c:v>5500</c:v>
                </c:pt>
                <c:pt idx="221">
                  <c:v>5525</c:v>
                </c:pt>
                <c:pt idx="222">
                  <c:v>5550</c:v>
                </c:pt>
                <c:pt idx="223">
                  <c:v>5575</c:v>
                </c:pt>
                <c:pt idx="224">
                  <c:v>5600</c:v>
                </c:pt>
                <c:pt idx="225">
                  <c:v>5625</c:v>
                </c:pt>
                <c:pt idx="226">
                  <c:v>5650</c:v>
                </c:pt>
                <c:pt idx="227">
                  <c:v>5675</c:v>
                </c:pt>
                <c:pt idx="228">
                  <c:v>5700</c:v>
                </c:pt>
                <c:pt idx="229">
                  <c:v>5725</c:v>
                </c:pt>
                <c:pt idx="230">
                  <c:v>5750</c:v>
                </c:pt>
                <c:pt idx="231">
                  <c:v>5775</c:v>
                </c:pt>
                <c:pt idx="232">
                  <c:v>5800</c:v>
                </c:pt>
                <c:pt idx="233">
                  <c:v>5825</c:v>
                </c:pt>
                <c:pt idx="234">
                  <c:v>5850</c:v>
                </c:pt>
                <c:pt idx="235">
                  <c:v>5875</c:v>
                </c:pt>
                <c:pt idx="236">
                  <c:v>5900</c:v>
                </c:pt>
                <c:pt idx="237">
                  <c:v>5925</c:v>
                </c:pt>
                <c:pt idx="238">
                  <c:v>5950</c:v>
                </c:pt>
                <c:pt idx="239">
                  <c:v>5975</c:v>
                </c:pt>
                <c:pt idx="240">
                  <c:v>6000</c:v>
                </c:pt>
                <c:pt idx="241">
                  <c:v>6025</c:v>
                </c:pt>
                <c:pt idx="242">
                  <c:v>6050</c:v>
                </c:pt>
                <c:pt idx="243">
                  <c:v>6075</c:v>
                </c:pt>
                <c:pt idx="244">
                  <c:v>6100</c:v>
                </c:pt>
                <c:pt idx="245">
                  <c:v>6125</c:v>
                </c:pt>
                <c:pt idx="246">
                  <c:v>6150</c:v>
                </c:pt>
                <c:pt idx="247">
                  <c:v>6175</c:v>
                </c:pt>
                <c:pt idx="248">
                  <c:v>6200</c:v>
                </c:pt>
                <c:pt idx="249">
                  <c:v>6225</c:v>
                </c:pt>
                <c:pt idx="250">
                  <c:v>6250</c:v>
                </c:pt>
                <c:pt idx="251">
                  <c:v>6275</c:v>
                </c:pt>
                <c:pt idx="252">
                  <c:v>6300</c:v>
                </c:pt>
                <c:pt idx="253">
                  <c:v>6325</c:v>
                </c:pt>
                <c:pt idx="254">
                  <c:v>6350</c:v>
                </c:pt>
                <c:pt idx="255">
                  <c:v>6375</c:v>
                </c:pt>
                <c:pt idx="256">
                  <c:v>6400</c:v>
                </c:pt>
                <c:pt idx="257">
                  <c:v>6425</c:v>
                </c:pt>
                <c:pt idx="258">
                  <c:v>6450</c:v>
                </c:pt>
                <c:pt idx="259">
                  <c:v>6475</c:v>
                </c:pt>
                <c:pt idx="260">
                  <c:v>6500</c:v>
                </c:pt>
                <c:pt idx="261">
                  <c:v>6525</c:v>
                </c:pt>
                <c:pt idx="262">
                  <c:v>6550</c:v>
                </c:pt>
                <c:pt idx="263">
                  <c:v>6575</c:v>
                </c:pt>
                <c:pt idx="264">
                  <c:v>6600</c:v>
                </c:pt>
                <c:pt idx="265">
                  <c:v>6625</c:v>
                </c:pt>
                <c:pt idx="266">
                  <c:v>6650</c:v>
                </c:pt>
                <c:pt idx="267">
                  <c:v>6675</c:v>
                </c:pt>
                <c:pt idx="268">
                  <c:v>6700</c:v>
                </c:pt>
                <c:pt idx="269">
                  <c:v>6725</c:v>
                </c:pt>
                <c:pt idx="270">
                  <c:v>6750</c:v>
                </c:pt>
                <c:pt idx="271">
                  <c:v>6775</c:v>
                </c:pt>
                <c:pt idx="272">
                  <c:v>6800</c:v>
                </c:pt>
                <c:pt idx="273">
                  <c:v>6825</c:v>
                </c:pt>
                <c:pt idx="274">
                  <c:v>6850</c:v>
                </c:pt>
                <c:pt idx="275">
                  <c:v>6875</c:v>
                </c:pt>
                <c:pt idx="276">
                  <c:v>6900</c:v>
                </c:pt>
                <c:pt idx="277">
                  <c:v>6925</c:v>
                </c:pt>
                <c:pt idx="278">
                  <c:v>6950</c:v>
                </c:pt>
                <c:pt idx="279">
                  <c:v>6975</c:v>
                </c:pt>
                <c:pt idx="280">
                  <c:v>7000</c:v>
                </c:pt>
              </c:numCache>
            </c:numRef>
          </c:xVal>
          <c:yVal>
            <c:numRef>
              <c:f>'Chart Data'!$D$2:$D$282</c:f>
              <c:numCache>
                <c:formatCode>0%</c:formatCode>
                <c:ptCount val="281"/>
                <c:pt idx="0">
                  <c:v>0.03376623</c:v>
                </c:pt>
                <c:pt idx="1">
                  <c:v>0.00519481</c:v>
                </c:pt>
                <c:pt idx="2">
                  <c:v>0.13506493</c:v>
                </c:pt>
                <c:pt idx="3">
                  <c:v>0.51168829</c:v>
                </c:pt>
                <c:pt idx="4">
                  <c:v>0.5272727</c:v>
                </c:pt>
                <c:pt idx="5">
                  <c:v>0.51948053</c:v>
                </c:pt>
                <c:pt idx="6">
                  <c:v>0.51428574</c:v>
                </c:pt>
                <c:pt idx="7">
                  <c:v>0.5272727</c:v>
                </c:pt>
                <c:pt idx="8">
                  <c:v>0.52987015</c:v>
                </c:pt>
                <c:pt idx="9">
                  <c:v>0.51428574</c:v>
                </c:pt>
                <c:pt idx="10">
                  <c:v>0.51428574</c:v>
                </c:pt>
                <c:pt idx="11">
                  <c:v>0.51428574</c:v>
                </c:pt>
                <c:pt idx="12">
                  <c:v>0.51168829</c:v>
                </c:pt>
                <c:pt idx="13">
                  <c:v>0.51168829</c:v>
                </c:pt>
                <c:pt idx="14">
                  <c:v>0.51428574</c:v>
                </c:pt>
                <c:pt idx="15">
                  <c:v>0.51168829</c:v>
                </c:pt>
                <c:pt idx="16">
                  <c:v>0.51428574</c:v>
                </c:pt>
                <c:pt idx="17">
                  <c:v>0.51428574</c:v>
                </c:pt>
                <c:pt idx="18">
                  <c:v>0.51688313</c:v>
                </c:pt>
                <c:pt idx="19">
                  <c:v>0.51428574</c:v>
                </c:pt>
                <c:pt idx="20">
                  <c:v>0.51428574</c:v>
                </c:pt>
                <c:pt idx="21">
                  <c:v>0.5090909</c:v>
                </c:pt>
                <c:pt idx="22">
                  <c:v>0.51428574</c:v>
                </c:pt>
                <c:pt idx="23">
                  <c:v>0.5090909</c:v>
                </c:pt>
                <c:pt idx="24">
                  <c:v>0.5090909</c:v>
                </c:pt>
                <c:pt idx="25">
                  <c:v>0.5090909</c:v>
                </c:pt>
                <c:pt idx="26">
                  <c:v>0.5090909</c:v>
                </c:pt>
                <c:pt idx="27">
                  <c:v>0.50649351</c:v>
                </c:pt>
                <c:pt idx="28">
                  <c:v>0.5090909</c:v>
                </c:pt>
                <c:pt idx="29">
                  <c:v>0.50649351</c:v>
                </c:pt>
                <c:pt idx="30">
                  <c:v>0.51168829</c:v>
                </c:pt>
                <c:pt idx="31">
                  <c:v>0.51168829</c:v>
                </c:pt>
                <c:pt idx="32">
                  <c:v>0.51168829</c:v>
                </c:pt>
                <c:pt idx="33">
                  <c:v>0.51168829</c:v>
                </c:pt>
                <c:pt idx="34">
                  <c:v>0.5090909</c:v>
                </c:pt>
                <c:pt idx="35">
                  <c:v>0.51168829</c:v>
                </c:pt>
                <c:pt idx="36">
                  <c:v>0.51168829</c:v>
                </c:pt>
                <c:pt idx="37">
                  <c:v>0.5090909</c:v>
                </c:pt>
                <c:pt idx="38">
                  <c:v>0.51168829</c:v>
                </c:pt>
                <c:pt idx="39">
                  <c:v>0.5090909</c:v>
                </c:pt>
                <c:pt idx="40">
                  <c:v>0.50649351</c:v>
                </c:pt>
                <c:pt idx="41">
                  <c:v>0.50649351</c:v>
                </c:pt>
                <c:pt idx="42">
                  <c:v>0.50649351</c:v>
                </c:pt>
                <c:pt idx="43">
                  <c:v>0.5090909</c:v>
                </c:pt>
                <c:pt idx="44">
                  <c:v>0.51168829</c:v>
                </c:pt>
                <c:pt idx="45">
                  <c:v>0.51168829</c:v>
                </c:pt>
                <c:pt idx="46">
                  <c:v>0.51428574</c:v>
                </c:pt>
                <c:pt idx="47">
                  <c:v>0.51168829</c:v>
                </c:pt>
                <c:pt idx="48">
                  <c:v>0.51428574</c:v>
                </c:pt>
                <c:pt idx="49">
                  <c:v>0.51688313</c:v>
                </c:pt>
                <c:pt idx="50">
                  <c:v>0.51948053</c:v>
                </c:pt>
                <c:pt idx="51">
                  <c:v>0.51688313</c:v>
                </c:pt>
                <c:pt idx="52">
                  <c:v>0.51168829</c:v>
                </c:pt>
                <c:pt idx="53">
                  <c:v>0.51688313</c:v>
                </c:pt>
                <c:pt idx="54">
                  <c:v>0.51688313</c:v>
                </c:pt>
                <c:pt idx="55">
                  <c:v>0.51688313</c:v>
                </c:pt>
                <c:pt idx="56">
                  <c:v>0.51688313</c:v>
                </c:pt>
                <c:pt idx="57">
                  <c:v>0.51948053</c:v>
                </c:pt>
                <c:pt idx="58">
                  <c:v>0.51688313</c:v>
                </c:pt>
                <c:pt idx="59">
                  <c:v>0.52467531</c:v>
                </c:pt>
                <c:pt idx="60">
                  <c:v>0.5272727</c:v>
                </c:pt>
                <c:pt idx="61">
                  <c:v>0.5272727</c:v>
                </c:pt>
                <c:pt idx="62">
                  <c:v>0.52987015</c:v>
                </c:pt>
                <c:pt idx="63">
                  <c:v>0.52987015</c:v>
                </c:pt>
                <c:pt idx="64">
                  <c:v>0.52207792</c:v>
                </c:pt>
                <c:pt idx="65">
                  <c:v>0.51948053</c:v>
                </c:pt>
                <c:pt idx="66">
                  <c:v>0.48051947</c:v>
                </c:pt>
                <c:pt idx="67">
                  <c:v>0.51428574</c:v>
                </c:pt>
                <c:pt idx="68">
                  <c:v>0.5272727</c:v>
                </c:pt>
                <c:pt idx="69">
                  <c:v>0.52987015</c:v>
                </c:pt>
                <c:pt idx="70">
                  <c:v>0.51948053</c:v>
                </c:pt>
                <c:pt idx="71">
                  <c:v>0.5272727</c:v>
                </c:pt>
                <c:pt idx="72">
                  <c:v>0.53246754</c:v>
                </c:pt>
                <c:pt idx="73">
                  <c:v>0.53506494</c:v>
                </c:pt>
                <c:pt idx="74">
                  <c:v>0.53246754</c:v>
                </c:pt>
                <c:pt idx="75">
                  <c:v>0.53766233</c:v>
                </c:pt>
                <c:pt idx="76">
                  <c:v>0.54285717</c:v>
                </c:pt>
                <c:pt idx="77">
                  <c:v>0.54285717</c:v>
                </c:pt>
                <c:pt idx="78">
                  <c:v>0.54285717</c:v>
                </c:pt>
                <c:pt idx="79">
                  <c:v>0.53766233</c:v>
                </c:pt>
                <c:pt idx="80">
                  <c:v>0.54285717</c:v>
                </c:pt>
                <c:pt idx="81">
                  <c:v>0.54285717</c:v>
                </c:pt>
                <c:pt idx="82">
                  <c:v>0.54285717</c:v>
                </c:pt>
                <c:pt idx="83">
                  <c:v>0.54545456</c:v>
                </c:pt>
                <c:pt idx="84">
                  <c:v>0.54545456</c:v>
                </c:pt>
                <c:pt idx="85">
                  <c:v>0.54805195</c:v>
                </c:pt>
                <c:pt idx="86">
                  <c:v>0.54805195</c:v>
                </c:pt>
                <c:pt idx="87">
                  <c:v>0.55064934</c:v>
                </c:pt>
                <c:pt idx="88">
                  <c:v>0.55584413</c:v>
                </c:pt>
                <c:pt idx="89">
                  <c:v>0.56103897</c:v>
                </c:pt>
                <c:pt idx="90">
                  <c:v>0.55844158</c:v>
                </c:pt>
                <c:pt idx="91">
                  <c:v>0.56103897</c:v>
                </c:pt>
                <c:pt idx="92">
                  <c:v>0.56103897</c:v>
                </c:pt>
                <c:pt idx="93">
                  <c:v>0.56363636</c:v>
                </c:pt>
                <c:pt idx="94">
                  <c:v>0.56103897</c:v>
                </c:pt>
                <c:pt idx="95">
                  <c:v>0.56363636</c:v>
                </c:pt>
                <c:pt idx="96">
                  <c:v>0.56103897</c:v>
                </c:pt>
                <c:pt idx="97">
                  <c:v>0.56103897</c:v>
                </c:pt>
                <c:pt idx="98">
                  <c:v>0.56103897</c:v>
                </c:pt>
                <c:pt idx="99">
                  <c:v>0.56103897</c:v>
                </c:pt>
                <c:pt idx="100">
                  <c:v>0.56103897</c:v>
                </c:pt>
                <c:pt idx="101">
                  <c:v>0.56103897</c:v>
                </c:pt>
                <c:pt idx="102">
                  <c:v>0.56103897</c:v>
                </c:pt>
                <c:pt idx="103">
                  <c:v>0.56103897</c:v>
                </c:pt>
                <c:pt idx="104">
                  <c:v>0.56103897</c:v>
                </c:pt>
                <c:pt idx="105">
                  <c:v>0.56363636</c:v>
                </c:pt>
                <c:pt idx="106">
                  <c:v>0.56363636</c:v>
                </c:pt>
                <c:pt idx="107">
                  <c:v>0.56623375</c:v>
                </c:pt>
                <c:pt idx="108">
                  <c:v>0.56623375</c:v>
                </c:pt>
                <c:pt idx="109">
                  <c:v>0.5714286</c:v>
                </c:pt>
                <c:pt idx="110">
                  <c:v>0.57402599</c:v>
                </c:pt>
                <c:pt idx="111">
                  <c:v>0.57402599</c:v>
                </c:pt>
                <c:pt idx="112">
                  <c:v>0.57402599</c:v>
                </c:pt>
                <c:pt idx="113">
                  <c:v>0.57402599</c:v>
                </c:pt>
                <c:pt idx="114">
                  <c:v>0.57662338</c:v>
                </c:pt>
                <c:pt idx="115">
                  <c:v>0.57662338</c:v>
                </c:pt>
                <c:pt idx="116">
                  <c:v>0.57662338</c:v>
                </c:pt>
                <c:pt idx="117">
                  <c:v>0.57662338</c:v>
                </c:pt>
                <c:pt idx="118">
                  <c:v>0.57662338</c:v>
                </c:pt>
                <c:pt idx="119">
                  <c:v>0.57922077</c:v>
                </c:pt>
                <c:pt idx="120">
                  <c:v>0.57922077</c:v>
                </c:pt>
                <c:pt idx="121">
                  <c:v>0.57922077</c:v>
                </c:pt>
                <c:pt idx="122">
                  <c:v>0.58181816</c:v>
                </c:pt>
                <c:pt idx="123">
                  <c:v>0.58181816</c:v>
                </c:pt>
                <c:pt idx="124">
                  <c:v>0.58181816</c:v>
                </c:pt>
                <c:pt idx="125">
                  <c:v>0.58181816</c:v>
                </c:pt>
                <c:pt idx="126">
                  <c:v>0.57922077</c:v>
                </c:pt>
                <c:pt idx="127">
                  <c:v>0.57922077</c:v>
                </c:pt>
                <c:pt idx="128">
                  <c:v>0.58441556</c:v>
                </c:pt>
                <c:pt idx="129">
                  <c:v>0.58701301</c:v>
                </c:pt>
                <c:pt idx="130">
                  <c:v>0.57922077</c:v>
                </c:pt>
                <c:pt idx="131">
                  <c:v>0.56623375</c:v>
                </c:pt>
                <c:pt idx="132">
                  <c:v>0.58181816</c:v>
                </c:pt>
                <c:pt idx="133">
                  <c:v>0.59220779</c:v>
                </c:pt>
                <c:pt idx="134">
                  <c:v>0.5896104</c:v>
                </c:pt>
                <c:pt idx="135">
                  <c:v>0.60000002</c:v>
                </c:pt>
                <c:pt idx="136">
                  <c:v>0.60259742</c:v>
                </c:pt>
                <c:pt idx="137">
                  <c:v>0.60259742</c:v>
                </c:pt>
                <c:pt idx="138">
                  <c:v>0.6077922</c:v>
                </c:pt>
                <c:pt idx="139">
                  <c:v>0.61298704</c:v>
                </c:pt>
                <c:pt idx="140">
                  <c:v>0.61818182</c:v>
                </c:pt>
                <c:pt idx="141">
                  <c:v>0.62337661</c:v>
                </c:pt>
                <c:pt idx="142">
                  <c:v>0.625974</c:v>
                </c:pt>
                <c:pt idx="143">
                  <c:v>0.63636363</c:v>
                </c:pt>
                <c:pt idx="144">
                  <c:v>0.63376623</c:v>
                </c:pt>
                <c:pt idx="145">
                  <c:v>0.65714288</c:v>
                </c:pt>
                <c:pt idx="146">
                  <c:v>0.6701299</c:v>
                </c:pt>
                <c:pt idx="147">
                  <c:v>0.70129871</c:v>
                </c:pt>
                <c:pt idx="148">
                  <c:v>0.7064935</c:v>
                </c:pt>
                <c:pt idx="149">
                  <c:v>0.70909089</c:v>
                </c:pt>
                <c:pt idx="150">
                  <c:v>0.73246753</c:v>
                </c:pt>
                <c:pt idx="151">
                  <c:v>0.75064933</c:v>
                </c:pt>
                <c:pt idx="152">
                  <c:v>0.76623374</c:v>
                </c:pt>
                <c:pt idx="153">
                  <c:v>0.77662337</c:v>
                </c:pt>
                <c:pt idx="154">
                  <c:v>0.78961039</c:v>
                </c:pt>
                <c:pt idx="155">
                  <c:v>0.8025974</c:v>
                </c:pt>
                <c:pt idx="156">
                  <c:v>0.81298703</c:v>
                </c:pt>
                <c:pt idx="157">
                  <c:v>0.82857144</c:v>
                </c:pt>
                <c:pt idx="158">
                  <c:v>0.83896106</c:v>
                </c:pt>
                <c:pt idx="159">
                  <c:v>0.85454547</c:v>
                </c:pt>
                <c:pt idx="160">
                  <c:v>0.87532467</c:v>
                </c:pt>
                <c:pt idx="161">
                  <c:v>0.87532467</c:v>
                </c:pt>
                <c:pt idx="162">
                  <c:v>0.8831169</c:v>
                </c:pt>
                <c:pt idx="163">
                  <c:v>0.89350647</c:v>
                </c:pt>
                <c:pt idx="164">
                  <c:v>0.90909094</c:v>
                </c:pt>
                <c:pt idx="165">
                  <c:v>0.91688311</c:v>
                </c:pt>
                <c:pt idx="166">
                  <c:v>0.92727274</c:v>
                </c:pt>
                <c:pt idx="167">
                  <c:v>0.93246752</c:v>
                </c:pt>
                <c:pt idx="168">
                  <c:v>0.92987013</c:v>
                </c:pt>
                <c:pt idx="169">
                  <c:v>0.93506491</c:v>
                </c:pt>
                <c:pt idx="170">
                  <c:v>0.93766236</c:v>
                </c:pt>
                <c:pt idx="171">
                  <c:v>0.94025975</c:v>
                </c:pt>
                <c:pt idx="172">
                  <c:v>0.94285715</c:v>
                </c:pt>
                <c:pt idx="173">
                  <c:v>0.95584416</c:v>
                </c:pt>
                <c:pt idx="174">
                  <c:v>0.96103895</c:v>
                </c:pt>
                <c:pt idx="175">
                  <c:v>0.96363634</c:v>
                </c:pt>
                <c:pt idx="176">
                  <c:v>0.97142857</c:v>
                </c:pt>
                <c:pt idx="177">
                  <c:v>0.97402596</c:v>
                </c:pt>
                <c:pt idx="178">
                  <c:v>0.97922081</c:v>
                </c:pt>
                <c:pt idx="179">
                  <c:v>0.9818182</c:v>
                </c:pt>
                <c:pt idx="180">
                  <c:v>0.98441559</c:v>
                </c:pt>
                <c:pt idx="181">
                  <c:v>0.98441559</c:v>
                </c:pt>
                <c:pt idx="182">
                  <c:v>0.98441559</c:v>
                </c:pt>
                <c:pt idx="183">
                  <c:v>0.99220777</c:v>
                </c:pt>
                <c:pt idx="184">
                  <c:v>0.99220777</c:v>
                </c:pt>
                <c:pt idx="185">
                  <c:v>0.99220777</c:v>
                </c:pt>
                <c:pt idx="186">
                  <c:v>0.98961037</c:v>
                </c:pt>
                <c:pt idx="187">
                  <c:v>0.99220777</c:v>
                </c:pt>
                <c:pt idx="188">
                  <c:v>0.99220777</c:v>
                </c:pt>
                <c:pt idx="189">
                  <c:v>0.79220778</c:v>
                </c:pt>
                <c:pt idx="190">
                  <c:v>0.95064932</c:v>
                </c:pt>
                <c:pt idx="191">
                  <c:v>0.97662336</c:v>
                </c:pt>
                <c:pt idx="192">
                  <c:v>0.98701298</c:v>
                </c:pt>
                <c:pt idx="193">
                  <c:v>0.99220777</c:v>
                </c:pt>
                <c:pt idx="194">
                  <c:v>0.99740261</c:v>
                </c:pt>
                <c:pt idx="195">
                  <c:v>0.99220777</c:v>
                </c:pt>
                <c:pt idx="196">
                  <c:v>0.99220777</c:v>
                </c:pt>
                <c:pt idx="197">
                  <c:v>0.99220777</c:v>
                </c:pt>
                <c:pt idx="198">
                  <c:v>0.99480522</c:v>
                </c:pt>
                <c:pt idx="199">
                  <c:v>0.99480522</c:v>
                </c:pt>
                <c:pt idx="200">
                  <c:v>0.99480522</c:v>
                </c:pt>
                <c:pt idx="201">
                  <c:v>0.99480522</c:v>
                </c:pt>
                <c:pt idx="202">
                  <c:v>0.99480522</c:v>
                </c:pt>
                <c:pt idx="203">
                  <c:v>0.99480522</c:v>
                </c:pt>
                <c:pt idx="204">
                  <c:v>0.99740261</c:v>
                </c:pt>
                <c:pt idx="205">
                  <c:v>1</c:v>
                </c:pt>
                <c:pt idx="206">
                  <c:v>1</c:v>
                </c:pt>
                <c:pt idx="207">
                  <c:v>1</c:v>
                </c:pt>
                <c:pt idx="208">
                  <c:v>1</c:v>
                </c:pt>
                <c:pt idx="209">
                  <c:v>1</c:v>
                </c:pt>
                <c:pt idx="210">
                  <c:v>1</c:v>
                </c:pt>
                <c:pt idx="211">
                  <c:v>1</c:v>
                </c:pt>
                <c:pt idx="212">
                  <c:v>1</c:v>
                </c:pt>
                <c:pt idx="213">
                  <c:v>1</c:v>
                </c:pt>
                <c:pt idx="214">
                  <c:v>1</c:v>
                </c:pt>
                <c:pt idx="215">
                  <c:v>0.99480522</c:v>
                </c:pt>
                <c:pt idx="216">
                  <c:v>0.99480522</c:v>
                </c:pt>
                <c:pt idx="217">
                  <c:v>0.99480522</c:v>
                </c:pt>
                <c:pt idx="218">
                  <c:v>0.99480522</c:v>
                </c:pt>
                <c:pt idx="219">
                  <c:v>0.99480522</c:v>
                </c:pt>
                <c:pt idx="220">
                  <c:v>0.99480522</c:v>
                </c:pt>
                <c:pt idx="221">
                  <c:v>0.99480522</c:v>
                </c:pt>
                <c:pt idx="222">
                  <c:v>0.99480522</c:v>
                </c:pt>
                <c:pt idx="223">
                  <c:v>0.99480522</c:v>
                </c:pt>
                <c:pt idx="224">
                  <c:v>0.99480522</c:v>
                </c:pt>
                <c:pt idx="225">
                  <c:v>0.99480522</c:v>
                </c:pt>
                <c:pt idx="226">
                  <c:v>0.99480522</c:v>
                </c:pt>
                <c:pt idx="227">
                  <c:v>0.99480522</c:v>
                </c:pt>
                <c:pt idx="228">
                  <c:v>1</c:v>
                </c:pt>
                <c:pt idx="229">
                  <c:v>1</c:v>
                </c:pt>
                <c:pt idx="230">
                  <c:v>1</c:v>
                </c:pt>
                <c:pt idx="231">
                  <c:v>1</c:v>
                </c:pt>
                <c:pt idx="232">
                  <c:v>1</c:v>
                </c:pt>
                <c:pt idx="233">
                  <c:v>1</c:v>
                </c:pt>
                <c:pt idx="234">
                  <c:v>1</c:v>
                </c:pt>
                <c:pt idx="235">
                  <c:v>1</c:v>
                </c:pt>
                <c:pt idx="236">
                  <c:v>1</c:v>
                </c:pt>
                <c:pt idx="237">
                  <c:v>1</c:v>
                </c:pt>
                <c:pt idx="238">
                  <c:v>1</c:v>
                </c:pt>
                <c:pt idx="239">
                  <c:v>1</c:v>
                </c:pt>
                <c:pt idx="240">
                  <c:v>1</c:v>
                </c:pt>
                <c:pt idx="241">
                  <c:v>1</c:v>
                </c:pt>
                <c:pt idx="242">
                  <c:v>1</c:v>
                </c:pt>
                <c:pt idx="243">
                  <c:v>1</c:v>
                </c:pt>
                <c:pt idx="244">
                  <c:v>1</c:v>
                </c:pt>
                <c:pt idx="245">
                  <c:v>1</c:v>
                </c:pt>
                <c:pt idx="246">
                  <c:v>1</c:v>
                </c:pt>
                <c:pt idx="247">
                  <c:v>0.97922081</c:v>
                </c:pt>
                <c:pt idx="248">
                  <c:v>0.99220777</c:v>
                </c:pt>
                <c:pt idx="249">
                  <c:v>0.99480522</c:v>
                </c:pt>
                <c:pt idx="250">
                  <c:v>0.99480522</c:v>
                </c:pt>
                <c:pt idx="251">
                  <c:v>1</c:v>
                </c:pt>
                <c:pt idx="252">
                  <c:v>1</c:v>
                </c:pt>
                <c:pt idx="253">
                  <c:v>1</c:v>
                </c:pt>
                <c:pt idx="254">
                  <c:v>1</c:v>
                </c:pt>
                <c:pt idx="255">
                  <c:v>1</c:v>
                </c:pt>
                <c:pt idx="256">
                  <c:v>1</c:v>
                </c:pt>
                <c:pt idx="257">
                  <c:v>1</c:v>
                </c:pt>
                <c:pt idx="258">
                  <c:v>1</c:v>
                </c:pt>
                <c:pt idx="259">
                  <c:v>1</c:v>
                </c:pt>
                <c:pt idx="260">
                  <c:v>1</c:v>
                </c:pt>
                <c:pt idx="261">
                  <c:v>1</c:v>
                </c:pt>
                <c:pt idx="262">
                  <c:v>1</c:v>
                </c:pt>
                <c:pt idx="263">
                  <c:v>1</c:v>
                </c:pt>
                <c:pt idx="264">
                  <c:v>0.99480522</c:v>
                </c:pt>
                <c:pt idx="265">
                  <c:v>0.99480522</c:v>
                </c:pt>
                <c:pt idx="266">
                  <c:v>0.99480522</c:v>
                </c:pt>
                <c:pt idx="267">
                  <c:v>0.99480522</c:v>
                </c:pt>
                <c:pt idx="268">
                  <c:v>0.99480522</c:v>
                </c:pt>
                <c:pt idx="269">
                  <c:v>0.99480522</c:v>
                </c:pt>
                <c:pt idx="270">
                  <c:v>0.99480522</c:v>
                </c:pt>
                <c:pt idx="271">
                  <c:v>0.99480522</c:v>
                </c:pt>
                <c:pt idx="272">
                  <c:v>0.99480522</c:v>
                </c:pt>
                <c:pt idx="273">
                  <c:v>0.99740261</c:v>
                </c:pt>
                <c:pt idx="274">
                  <c:v>0.99740261</c:v>
                </c:pt>
                <c:pt idx="275">
                  <c:v>1</c:v>
                </c:pt>
                <c:pt idx="276">
                  <c:v>1</c:v>
                </c:pt>
                <c:pt idx="277">
                  <c:v>1</c:v>
                </c:pt>
                <c:pt idx="278">
                  <c:v>1</c:v>
                </c:pt>
                <c:pt idx="279">
                  <c:v>1</c:v>
                </c:pt>
                <c:pt idx="280">
                  <c:v>1</c:v>
                </c:pt>
              </c:numCache>
            </c:numRef>
          </c:yVal>
        </c:ser>
        <c:axId val="48650112"/>
        <c:axId val="48672768"/>
      </c:scatterChart>
      <c:valAx>
        <c:axId val="48672768"/>
        <c:scaling>
          <c:orientation val="minMax"/>
          <c:max val="1"/>
          <c:min val="0"/>
        </c:scaling>
        <c:delete val="0"/>
        <c:axPos val="l"/>
        <c:majorGridlines>
          <c:spPr>
            <a:ln xmlns:a="http://schemas.openxmlformats.org/drawingml/2006/main" w="9525">
              <a:solidFill>
                <a:srgbClr val="DFE6EC"/>
              </a:solidFill>
            </a:ln>
          </c:spPr>
        </c:majorGridlines>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Accuracy</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0%"/>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50112"/>
        <c:majorUnit val="0.25"/>
      </c:valAx>
      <c:valAx>
        <c:axId val="48650112"/>
        <c:scaling>
          <c:orientation val="minMax"/>
          <c:max val="7000"/>
          <c:min val="0"/>
        </c:scaling>
        <c:delete val="0"/>
        <c:axPos val="b"/>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Training updates</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General"/>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72768"/>
        <c:majorUnit val="1000"/>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Thirty fresh attempts per policy and split</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plotArea>
      <c:barChart>
        <c:barDir val="col"/>
        <c:varyColors val="0"/>
        <c:ser>
          <c:idx val="0"/>
          <c:order val="0"/>
          <c:tx>
            <c:v>1 run</c:v>
          </c:tx>
          <c:spPr>
            <a:solidFill xmlns:a="http://schemas.openxmlformats.org/drawingml/2006/main">
              <a:srgbClr val="175F96"/>
            </a:solidFill>
          </c:spPr>
          <c:invertIfNegative val="0"/>
          <c:cat>
            <c:strRef>
              <c:f>'Chart Data'!$A$2:$A$4</c:f>
              <c:strCache>
                <c:ptCount val="3"/>
                <c:pt idx="0">
                  <c:v>Split 1</c:v>
                </c:pt>
                <c:pt idx="1">
                  <c:v>Split 2</c:v>
                </c:pt>
                <c:pt idx="2">
                  <c:v>Split 3</c:v>
                </c:pt>
              </c:strCache>
            </c:strRef>
          </c:cat>
          <c:val>
            <c:numRef>
              <c:f>'Chart Data'!$B$2:$B$4</c:f>
              <c:numCache>
                <c:formatCode>0</c:formatCode>
                <c:ptCount val="3"/>
                <c:pt idx="0">
                  <c:v>28</c:v>
                </c:pt>
                <c:pt idx="1">
                  <c:v>28</c:v>
                </c:pt>
                <c:pt idx="2">
                  <c:v>28</c:v>
                </c:pt>
              </c:numCache>
            </c:numRef>
          </c:val>
        </c:ser>
        <c:ser>
          <c:idx val="1"/>
          <c:order val="1"/>
          <c:tx>
            <c:v>2 runs</c:v>
          </c:tx>
          <c:spPr>
            <a:solidFill xmlns:a="http://schemas.openxmlformats.org/drawingml/2006/main">
              <a:srgbClr val="637E8E"/>
            </a:solidFill>
          </c:spPr>
          <c:invertIfNegative val="0"/>
          <c:cat>
            <c:strRef>
              <c:f>'Chart Data'!$C$2:$C$4</c:f>
              <c:strCache>
                <c:ptCount val="3"/>
                <c:pt idx="0">
                  <c:v>Split 1</c:v>
                </c:pt>
                <c:pt idx="1">
                  <c:v>Split 2</c:v>
                </c:pt>
                <c:pt idx="2">
                  <c:v>Split 3</c:v>
                </c:pt>
              </c:strCache>
            </c:strRef>
          </c:cat>
          <c:val>
            <c:numRef>
              <c:f>'Chart Data'!$D$2:$D$4</c:f>
              <c:numCache>
                <c:formatCode>0</c:formatCode>
                <c:ptCount val="3"/>
                <c:pt idx="0">
                  <c:v>23</c:v>
                </c:pt>
                <c:pt idx="1">
                  <c:v>24</c:v>
                </c:pt>
                <c:pt idx="2">
                  <c:v>25</c:v>
                </c:pt>
              </c:numCache>
            </c:numRef>
          </c:val>
        </c:ser>
        <c:ser>
          <c:idx val="2"/>
          <c:order val="2"/>
          <c:tx>
            <c:v>4 runs</c:v>
          </c:tx>
          <c:spPr>
            <a:solidFill xmlns:a="http://schemas.openxmlformats.org/drawingml/2006/main">
              <a:srgbClr val="253F50"/>
            </a:solidFill>
          </c:spPr>
          <c:invertIfNegative val="0"/>
          <c:cat>
            <c:strRef>
              <c:f>'Chart Data'!$E$2:$E$4</c:f>
              <c:strCache>
                <c:ptCount val="3"/>
                <c:pt idx="0">
                  <c:v>Split 1</c:v>
                </c:pt>
                <c:pt idx="1">
                  <c:v>Split 2</c:v>
                </c:pt>
                <c:pt idx="2">
                  <c:v>Split 3</c:v>
                </c:pt>
              </c:strCache>
            </c:strRef>
          </c:cat>
          <c:val>
            <c:numRef>
              <c:f>'Chart Data'!$F$2:$F$4</c:f>
              <c:numCache>
                <c:formatCode>0</c:formatCode>
                <c:ptCount val="3"/>
                <c:pt idx="0">
                  <c:v>12</c:v>
                </c:pt>
                <c:pt idx="1">
                  <c:v>9</c:v>
                </c:pt>
                <c:pt idx="2">
                  <c:v>11</c:v>
                </c:pt>
              </c:numCache>
            </c:numRef>
          </c:val>
        </c:ser>
        <c:dLbls>
          <c:txPr>
            <a:bodyPr xmlns:a="http://schemas.openxmlformats.org/drawingml/2006/main" anchorCtr="1"/>
            <a:lstStyle xmlns:a="http://schemas.openxmlformats.org/drawingml/2006/main"/>
            <a:p xmlns:a="http://schemas.openxmlformats.org/drawingml/2006/main">
              <a:pPr>
                <a:defRPr sz="1725">
                  <a:solidFill>
                    <a:srgbClr val="172B3A"/>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General"/>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72768"/>
      </c:catAx>
      <c:valAx>
        <c:axId val="48672768"/>
        <c:scaling>
          <c:orientation val="minMax"/>
          <c:max val="34"/>
          <c:min val="0"/>
        </c:scaling>
        <c:delete val="0"/>
        <c:axPos val="l"/>
        <c:majorGridlines>
          <c:spPr>
            <a:ln xmlns:a="http://schemas.openxmlformats.org/drawingml/2006/main" w="9525">
              <a:solidFill>
                <a:srgbClr val="DFE6EC"/>
              </a:solidFill>
            </a:ln>
          </c:spPr>
        </c:majorGridlines>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Successes out of 30</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0"/>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50112"/>
        <c:crossBetween val="between"/>
        <c:majorUnit val="10"/>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All 18 policy cells, 30 fresh attempts per cell</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plotArea>
      <c:barChart>
        <c:barDir val="col"/>
        <c:varyColors val="0"/>
        <c:ser>
          <c:idx val="0"/>
          <c:order val="0"/>
          <c:tx>
            <c:v>1 run</c:v>
          </c:tx>
          <c:spPr>
            <a:solidFill xmlns:a="http://schemas.openxmlformats.org/drawingml/2006/main">
              <a:srgbClr val="175F96"/>
            </a:solidFill>
          </c:spPr>
          <c:invertIfNegative val="0"/>
          <c:cat>
            <c:strRef>
              <c:f>'Chart Data'!$A$2:$A$7</c:f>
              <c:strCache>
                <c:ptCount val="6"/>
                <c:pt idx="0">
                  <c:v>S1 / 8k</c:v>
                </c:pt>
                <c:pt idx="1">
                  <c:v>S1 / 12k</c:v>
                </c:pt>
                <c:pt idx="2">
                  <c:v>S2 / 8k</c:v>
                </c:pt>
                <c:pt idx="3">
                  <c:v>S2 / 12k</c:v>
                </c:pt>
                <c:pt idx="4">
                  <c:v>S3 / 8k</c:v>
                </c:pt>
                <c:pt idx="5">
                  <c:v>S3 / 12k</c:v>
                </c:pt>
              </c:strCache>
            </c:strRef>
          </c:cat>
          <c:val>
            <c:numRef>
              <c:f>'Chart Data'!$B$2:$B$7</c:f>
              <c:numCache>
                <c:formatCode>0</c:formatCode>
                <c:ptCount val="6"/>
                <c:pt idx="0">
                  <c:v>28</c:v>
                </c:pt>
                <c:pt idx="1">
                  <c:v>30</c:v>
                </c:pt>
                <c:pt idx="2">
                  <c:v>28</c:v>
                </c:pt>
                <c:pt idx="3">
                  <c:v>30</c:v>
                </c:pt>
                <c:pt idx="4">
                  <c:v>28</c:v>
                </c:pt>
                <c:pt idx="5">
                  <c:v>30</c:v>
                </c:pt>
              </c:numCache>
            </c:numRef>
          </c:val>
        </c:ser>
        <c:ser>
          <c:idx val="1"/>
          <c:order val="1"/>
          <c:tx>
            <c:v>2 runs</c:v>
          </c:tx>
          <c:spPr>
            <a:solidFill xmlns:a="http://schemas.openxmlformats.org/drawingml/2006/main">
              <a:srgbClr val="637E8E"/>
            </a:solidFill>
          </c:spPr>
          <c:invertIfNegative val="0"/>
          <c:cat>
            <c:strRef>
              <c:f>'Chart Data'!$C$2:$C$7</c:f>
              <c:strCache>
                <c:ptCount val="6"/>
                <c:pt idx="0">
                  <c:v>S1 / 8k</c:v>
                </c:pt>
                <c:pt idx="1">
                  <c:v>S1 / 12k</c:v>
                </c:pt>
                <c:pt idx="2">
                  <c:v>S2 / 8k</c:v>
                </c:pt>
                <c:pt idx="3">
                  <c:v>S2 / 12k</c:v>
                </c:pt>
                <c:pt idx="4">
                  <c:v>S3 / 8k</c:v>
                </c:pt>
                <c:pt idx="5">
                  <c:v>S3 / 12k</c:v>
                </c:pt>
              </c:strCache>
            </c:strRef>
          </c:cat>
          <c:val>
            <c:numRef>
              <c:f>'Chart Data'!$D$2:$D$7</c:f>
              <c:numCache>
                <c:formatCode>0</c:formatCode>
                <c:ptCount val="6"/>
                <c:pt idx="0">
                  <c:v>23</c:v>
                </c:pt>
                <c:pt idx="1">
                  <c:v>30</c:v>
                </c:pt>
                <c:pt idx="2">
                  <c:v>24</c:v>
                </c:pt>
                <c:pt idx="3">
                  <c:v>30</c:v>
                </c:pt>
                <c:pt idx="4">
                  <c:v>25</c:v>
                </c:pt>
                <c:pt idx="5">
                  <c:v>29</c:v>
                </c:pt>
              </c:numCache>
            </c:numRef>
          </c:val>
        </c:ser>
        <c:ser>
          <c:idx val="2"/>
          <c:order val="2"/>
          <c:tx>
            <c:v>4 runs</c:v>
          </c:tx>
          <c:spPr>
            <a:solidFill xmlns:a="http://schemas.openxmlformats.org/drawingml/2006/main">
              <a:srgbClr val="253F50"/>
            </a:solidFill>
          </c:spPr>
          <c:invertIfNegative val="0"/>
          <c:cat>
            <c:strRef>
              <c:f>'Chart Data'!$E$2:$E$7</c:f>
              <c:strCache>
                <c:ptCount val="6"/>
                <c:pt idx="0">
                  <c:v>S1 / 8k</c:v>
                </c:pt>
                <c:pt idx="1">
                  <c:v>S1 / 12k</c:v>
                </c:pt>
                <c:pt idx="2">
                  <c:v>S2 / 8k</c:v>
                </c:pt>
                <c:pt idx="3">
                  <c:v>S2 / 12k</c:v>
                </c:pt>
                <c:pt idx="4">
                  <c:v>S3 / 8k</c:v>
                </c:pt>
                <c:pt idx="5">
                  <c:v>S3 / 12k</c:v>
                </c:pt>
              </c:strCache>
            </c:strRef>
          </c:cat>
          <c:val>
            <c:numRef>
              <c:f>'Chart Data'!$F$2:$F$7</c:f>
              <c:numCache>
                <c:formatCode>0</c:formatCode>
                <c:ptCount val="6"/>
                <c:pt idx="0">
                  <c:v>12</c:v>
                </c:pt>
                <c:pt idx="1">
                  <c:v>24</c:v>
                </c:pt>
                <c:pt idx="2">
                  <c:v>9</c:v>
                </c:pt>
                <c:pt idx="3">
                  <c:v>20</c:v>
                </c:pt>
                <c:pt idx="4">
                  <c:v>11</c:v>
                </c:pt>
                <c:pt idx="5">
                  <c:v>23</c:v>
                </c:pt>
              </c:numCache>
            </c:numRef>
          </c:val>
        </c:ser>
        <c:dLbls>
          <c:txPr>
            <a:bodyPr xmlns:a="http://schemas.openxmlformats.org/drawingml/2006/main" anchorCtr="1"/>
            <a:lstStyle xmlns:a="http://schemas.openxmlformats.org/drawingml/2006/main"/>
            <a:p xmlns:a="http://schemas.openxmlformats.org/drawingml/2006/main">
              <a:pPr>
                <a:defRPr sz="1725">
                  <a:solidFill>
                    <a:srgbClr val="172B3A"/>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General"/>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72768"/>
      </c:catAx>
      <c:valAx>
        <c:axId val="48672768"/>
        <c:scaling>
          <c:orientation val="minMax"/>
          <c:max val="34"/>
          <c:min val="0"/>
        </c:scaling>
        <c:delete val="0"/>
        <c:axPos val="l"/>
        <c:majorGridlines>
          <c:spPr>
            <a:ln xmlns:a="http://schemas.openxmlformats.org/drawingml/2006/main" w="9525">
              <a:solidFill>
                <a:srgbClr val="DFE6EC"/>
              </a:solidFill>
            </a:ln>
          </c:spPr>
        </c:majorGridlines>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Successes out of 30</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0"/>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50112"/>
        <c:crossBetween val="between"/>
        <c:majorUnit val="10"/>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Split 1 at 8,000 updates: both outcomes on the same attempts</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plotArea>
      <c:barChart>
        <c:barDir val="col"/>
        <c:varyColors val="0"/>
        <c:ser>
          <c:idx val="0"/>
          <c:order val="0"/>
          <c:tx>
            <c:v>First confirmation</c:v>
          </c:tx>
          <c:spPr>
            <a:solidFill xmlns:a="http://schemas.openxmlformats.org/drawingml/2006/main">
              <a:srgbClr val="175F96"/>
            </a:solidFill>
          </c:spPr>
          <c:invertIfNegative val="0"/>
          <c:cat>
            <c:strRef>
              <c:f>'Chart Data'!$A$2:$A$4</c:f>
              <c:strCache>
                <c:ptCount val="3"/>
                <c:pt idx="0">
                  <c:v>1 run</c:v>
                </c:pt>
                <c:pt idx="1">
                  <c:v>2 runs</c:v>
                </c:pt>
                <c:pt idx="2">
                  <c:v>4 runs</c:v>
                </c:pt>
              </c:strCache>
            </c:strRef>
          </c:cat>
          <c:val>
            <c:numRef>
              <c:f>'Chart Data'!$B$2:$B$4</c:f>
              <c:numCache>
                <c:formatCode>0</c:formatCode>
                <c:ptCount val="3"/>
                <c:pt idx="0">
                  <c:v>28</c:v>
                </c:pt>
                <c:pt idx="1">
                  <c:v>23</c:v>
                </c:pt>
                <c:pt idx="2">
                  <c:v>12</c:v>
                </c:pt>
              </c:numCache>
            </c:numRef>
          </c:val>
        </c:ser>
        <c:ser>
          <c:idx val="1"/>
          <c:order val="1"/>
          <c:tx>
            <c:v>500-update window</c:v>
          </c:tx>
          <c:spPr>
            <a:solidFill xmlns:a="http://schemas.openxmlformats.org/drawingml/2006/main">
              <a:srgbClr val="637E8E"/>
            </a:solidFill>
          </c:spPr>
          <c:invertIfNegative val="0"/>
          <c:cat>
            <c:strRef>
              <c:f>'Chart Data'!$C$2:$C$4</c:f>
              <c:strCache>
                <c:ptCount val="3"/>
                <c:pt idx="0">
                  <c:v>1 run</c:v>
                </c:pt>
                <c:pt idx="1">
                  <c:v>2 runs</c:v>
                </c:pt>
                <c:pt idx="2">
                  <c:v>4 runs</c:v>
                </c:pt>
              </c:strCache>
            </c:strRef>
          </c:cat>
          <c:val>
            <c:numRef>
              <c:f>'Chart Data'!$D$2:$D$4</c:f>
              <c:numCache>
                <c:formatCode>0</c:formatCode>
                <c:ptCount val="3"/>
                <c:pt idx="0">
                  <c:v>28</c:v>
                </c:pt>
                <c:pt idx="1">
                  <c:v>21</c:v>
                </c:pt>
                <c:pt idx="2">
                  <c:v>4</c:v>
                </c:pt>
              </c:numCache>
            </c:numRef>
          </c:val>
        </c:ser>
        <c:dLbls>
          <c:txPr>
            <a:bodyPr xmlns:a="http://schemas.openxmlformats.org/drawingml/2006/main" anchorCtr="1"/>
            <a:lstStyle xmlns:a="http://schemas.openxmlformats.org/drawingml/2006/main"/>
            <a:p xmlns:a="http://schemas.openxmlformats.org/drawingml/2006/main">
              <a:pPr>
                <a:defRPr sz="1725">
                  <a:solidFill>
                    <a:srgbClr val="172B3A"/>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General"/>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72768"/>
      </c:catAx>
      <c:valAx>
        <c:axId val="48672768"/>
        <c:scaling>
          <c:orientation val="minMax"/>
          <c:max val="34"/>
          <c:min val="0"/>
        </c:scaling>
        <c:delete val="0"/>
        <c:axPos val="l"/>
        <c:majorGridlines>
          <c:spPr>
            <a:ln xmlns:a="http://schemas.openxmlformats.org/drawingml/2006/main" w="9525">
              <a:solidFill>
                <a:srgbClr val="DFE6EC"/>
              </a:solidFill>
            </a:ln>
          </c:spPr>
        </c:majorGridlines>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Successes out of 30</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0"/>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50112"/>
        <c:crossBetween val="between"/>
        <c:majorUnit val="10"/>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E3C2355-B13F-4317-B7C1-2F72810E7D4D}"/>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975" b="1">
                <a:solidFill>
                  <a:srgbClr val="175F96"/>
                </a:solidFill>
                <a:latin typeface="Arial"/>
                <a:ea typeface="Arial"/>
                <a:cs typeface="Arial"/>
              </a:defRPr>
            </a:defPPr>
            <a:lvl1pPr>
              <a:defRPr sz="3975" b="1">
                <a:solidFill>
                  <a:srgbClr val="175F96"/>
                </a:solidFill>
                <a:latin typeface="Arial"/>
                <a:ea typeface="Arial"/>
                <a:cs typeface="Arial"/>
              </a:defRPr>
            </a:lvl1pPr>
            <a:lvl2pPr>
              <a:defRPr sz="3975" b="1">
                <a:solidFill>
                  <a:srgbClr val="175F96"/>
                </a:solidFill>
                <a:latin typeface="Arial"/>
                <a:ea typeface="Arial"/>
                <a:cs typeface="Arial"/>
              </a:defRPr>
            </a:lvl2pPr>
            <a:lvl3pPr>
              <a:defRPr sz="3975" b="1">
                <a:solidFill>
                  <a:srgbClr val="175F96"/>
                </a:solidFill>
                <a:latin typeface="Arial"/>
                <a:ea typeface="Arial"/>
                <a:cs typeface="Arial"/>
              </a:defRPr>
            </a:lvl3pPr>
            <a:lvl4pPr>
              <a:defRPr sz="3975" b="1">
                <a:solidFill>
                  <a:srgbClr val="175F96"/>
                </a:solidFill>
                <a:latin typeface="Arial"/>
                <a:ea typeface="Arial"/>
                <a:cs typeface="Arial"/>
              </a:defRPr>
            </a:lvl4pPr>
            <a:lvl5pPr>
              <a:defRPr sz="3975" b="1">
                <a:solidFill>
                  <a:srgbClr val="175F96"/>
                </a:solidFill>
                <a:latin typeface="Arial"/>
                <a:ea typeface="Arial"/>
                <a:cs typeface="Arial"/>
              </a:defRPr>
            </a:lvl5pPr>
            <a:lvl6pPr>
              <a:defRPr sz="3975" b="1">
                <a:solidFill>
                  <a:srgbClr val="175F96"/>
                </a:solidFill>
                <a:latin typeface="Arial"/>
                <a:ea typeface="Arial"/>
                <a:cs typeface="Arial"/>
              </a:defRPr>
            </a:lvl6pPr>
            <a:lvl7pPr>
              <a:defRPr sz="3975" b="1">
                <a:solidFill>
                  <a:srgbClr val="175F96"/>
                </a:solidFill>
                <a:latin typeface="Arial"/>
                <a:ea typeface="Arial"/>
                <a:cs typeface="Arial"/>
              </a:defRPr>
            </a:lvl7pPr>
            <a:lvl8pPr>
              <a:defRPr sz="3975" b="1">
                <a:solidFill>
                  <a:srgbClr val="175F96"/>
                </a:solidFill>
                <a:latin typeface="Arial"/>
                <a:ea typeface="Arial"/>
                <a:cs typeface="Arial"/>
              </a:defRPr>
            </a:lvl8pPr>
            <a:lvl9pPr>
              <a:defRPr sz="3975" b="1">
                <a:solidFill>
                  <a:srgbClr val="175F96"/>
                </a:solidFill>
                <a:latin typeface="Arial"/>
                <a:ea typeface="Arial"/>
                <a:cs typeface="Arial"/>
              </a:defRPr>
            </a:lvl9pPr>
          </a:lstStyle>
          <a:p xmlns:a="http://schemas.openxmlformats.org/drawingml/2006/main">
            <a:pPr>
              <a:defRPr sz="3975" b="1">
                <a:solidFill>
                  <a:srgbClr val="175F96"/>
                </a:solidFill>
                <a:latin typeface="Arial"/>
                <a:ea typeface="Arial"/>
                <a:cs typeface="Arial"/>
              </a:defRPr>
            </a:pPr>
            <a:r>
              <a:rPr sz="3975" b="1">
                <a:solidFill>
                  <a:srgbClr val="175F96"/>
                </a:solidFill>
                <a:latin typeface="Arial"/>
                <a:ea typeface="Arial"/>
                <a:cs typeface="Arial"/>
              </a:rPr>
              <a:t>Grokking Under a Fixed Budget</a:t>
            </a:r>
          </a:p>
        </p:txBody>
      </p:sp>
      <p:sp>
        <p:nvSpPr>
          <p:cNvPr id="2" name="">
            <a:extLst xmlns:a="http://schemas.openxmlformats.org/drawingml/2006/main">
              <a:ext uri="{FF2B5EF4-FFF2-40B4-BE49-F238E27FC236}">
                <a16:creationId xmlns:a16="http://schemas.microsoft.com/office/drawing/2014/main" id="{A48257E1-07CB-4B4C-9822-D6EE633B2044}"/>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1</a:t>
            </a:r>
          </a:p>
        </p:txBody>
      </p:sp>
      <p:sp>
        <p:nvSpPr>
          <p:cNvPr id="3" name="">
            <a:extLst xmlns:a="http://schemas.openxmlformats.org/drawingml/2006/main">
              <a:ext uri="{FF2B5EF4-FFF2-40B4-BE49-F238E27FC236}">
                <a16:creationId xmlns:a16="http://schemas.microsoft.com/office/drawing/2014/main" id="{C2E98CEB-35CB-4112-A46B-36D1766BA7AC}"/>
              </a:ext>
            </a:extLst>
          </p:cNvPr>
          <p:cNvSpPr>
            <a:spLocks xmlns:a="http://schemas.openxmlformats.org/drawingml/2006/main" noGrp="1"/>
          </p:cNvSpPr>
          <p:nvPr/>
        </p:nvSpPr>
        <p:spPr>
          <a:xfrm xmlns:a="http://schemas.openxmlformats.org/drawingml/2006/main">
            <a:off x="666750" y="166687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00">
                <a:solidFill>
                  <a:srgbClr val="175F96"/>
                </a:solidFill>
                <a:latin typeface="Arial"/>
                <a:ea typeface="Arial"/>
                <a:cs typeface="Arial"/>
              </a:defRPr>
            </a:defPPr>
            <a:lvl1pPr>
              <a:defRPr sz="2700">
                <a:solidFill>
                  <a:srgbClr val="175F96"/>
                </a:solidFill>
                <a:latin typeface="Arial"/>
                <a:ea typeface="Arial"/>
                <a:cs typeface="Arial"/>
              </a:defRPr>
            </a:lvl1pPr>
            <a:lvl2pPr>
              <a:defRPr sz="2700">
                <a:solidFill>
                  <a:srgbClr val="175F96"/>
                </a:solidFill>
                <a:latin typeface="Arial"/>
                <a:ea typeface="Arial"/>
                <a:cs typeface="Arial"/>
              </a:defRPr>
            </a:lvl2pPr>
            <a:lvl3pPr>
              <a:defRPr sz="2700">
                <a:solidFill>
                  <a:srgbClr val="175F96"/>
                </a:solidFill>
                <a:latin typeface="Arial"/>
                <a:ea typeface="Arial"/>
                <a:cs typeface="Arial"/>
              </a:defRPr>
            </a:lvl3pPr>
            <a:lvl4pPr>
              <a:defRPr sz="2700">
                <a:solidFill>
                  <a:srgbClr val="175F96"/>
                </a:solidFill>
                <a:latin typeface="Arial"/>
                <a:ea typeface="Arial"/>
                <a:cs typeface="Arial"/>
              </a:defRPr>
            </a:lvl4pPr>
            <a:lvl5pPr>
              <a:defRPr sz="2700">
                <a:solidFill>
                  <a:srgbClr val="175F96"/>
                </a:solidFill>
                <a:latin typeface="Arial"/>
                <a:ea typeface="Arial"/>
                <a:cs typeface="Arial"/>
              </a:defRPr>
            </a:lvl5pPr>
            <a:lvl6pPr>
              <a:defRPr sz="2700">
                <a:solidFill>
                  <a:srgbClr val="175F96"/>
                </a:solidFill>
                <a:latin typeface="Arial"/>
                <a:ea typeface="Arial"/>
                <a:cs typeface="Arial"/>
              </a:defRPr>
            </a:lvl6pPr>
            <a:lvl7pPr>
              <a:defRPr sz="2700">
                <a:solidFill>
                  <a:srgbClr val="175F96"/>
                </a:solidFill>
                <a:latin typeface="Arial"/>
                <a:ea typeface="Arial"/>
                <a:cs typeface="Arial"/>
              </a:defRPr>
            </a:lvl7pPr>
            <a:lvl8pPr>
              <a:defRPr sz="2700">
                <a:solidFill>
                  <a:srgbClr val="175F96"/>
                </a:solidFill>
                <a:latin typeface="Arial"/>
                <a:ea typeface="Arial"/>
                <a:cs typeface="Arial"/>
              </a:defRPr>
            </a:lvl8pPr>
            <a:lvl9pPr>
              <a:defRPr sz="2700">
                <a:solidFill>
                  <a:srgbClr val="175F96"/>
                </a:solidFill>
                <a:latin typeface="Arial"/>
                <a:ea typeface="Arial"/>
                <a:cs typeface="Arial"/>
              </a:defRPr>
            </a:lvl9pPr>
          </a:lstStyle>
          <a:p xmlns:a="http://schemas.openxmlformats.org/drawingml/2006/main">
            <a:pPr>
              <a:defRPr sz="2700">
                <a:solidFill>
                  <a:srgbClr val="175F96"/>
                </a:solidFill>
                <a:latin typeface="Arial"/>
                <a:ea typeface="Arial"/>
                <a:cs typeface="Arial"/>
              </a:defRPr>
            </a:pPr>
            <a:r>
              <a:rPr sz="2700">
                <a:solidFill>
                  <a:srgbClr val="175F96"/>
                </a:solidFill>
                <a:latin typeface="Arial"/>
                <a:ea typeface="Arial"/>
                <a:cs typeface="Arial"/>
              </a:rPr>
              <a:t>How should we spend 8,000 training steps?</a:t>
            </a:r>
          </a:p>
        </p:txBody>
      </p:sp>
      <p:sp>
        <p:nvSpPr>
          <p:cNvPr id="4" name="">
            <a:extLst xmlns:a="http://schemas.openxmlformats.org/drawingml/2006/main">
              <a:ext uri="{FF2B5EF4-FFF2-40B4-BE49-F238E27FC236}">
                <a16:creationId xmlns:a16="http://schemas.microsoft.com/office/drawing/2014/main" id="{DC6515A7-D784-4BB7-8DBB-9A2C971CC9DF}"/>
              </a:ext>
            </a:extLst>
          </p:cNvPr>
          <p:cNvSpPr>
            <a:spLocks xmlns:a="http://schemas.openxmlformats.org/drawingml/2006/main" noGrp="1"/>
          </p:cNvSpPr>
          <p:nvPr/>
        </p:nvSpPr>
        <p:spPr>
          <a:xfrm xmlns:a="http://schemas.openxmlformats.org/drawingml/2006/main">
            <a:off x="762000" y="2857500"/>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2B3A"/>
                </a:solidFill>
                <a:latin typeface="Arial"/>
                <a:ea typeface="Arial"/>
                <a:cs typeface="Arial"/>
              </a:defRPr>
            </a:defPPr>
            <a:lvl1pPr>
              <a:defRPr sz="2250" b="1">
                <a:solidFill>
                  <a:srgbClr val="172B3A"/>
                </a:solidFill>
                <a:latin typeface="Arial"/>
                <a:ea typeface="Arial"/>
                <a:cs typeface="Arial"/>
              </a:defRPr>
            </a:lvl1pPr>
            <a:lvl2pPr>
              <a:defRPr sz="2250" b="1">
                <a:solidFill>
                  <a:srgbClr val="172B3A"/>
                </a:solidFill>
                <a:latin typeface="Arial"/>
                <a:ea typeface="Arial"/>
                <a:cs typeface="Arial"/>
              </a:defRPr>
            </a:lvl2pPr>
            <a:lvl3pPr>
              <a:defRPr sz="2250" b="1">
                <a:solidFill>
                  <a:srgbClr val="172B3A"/>
                </a:solidFill>
                <a:latin typeface="Arial"/>
                <a:ea typeface="Arial"/>
                <a:cs typeface="Arial"/>
              </a:defRPr>
            </a:lvl3pPr>
            <a:lvl4pPr>
              <a:defRPr sz="2250" b="1">
                <a:solidFill>
                  <a:srgbClr val="172B3A"/>
                </a:solidFill>
                <a:latin typeface="Arial"/>
                <a:ea typeface="Arial"/>
                <a:cs typeface="Arial"/>
              </a:defRPr>
            </a:lvl4pPr>
            <a:lvl5pPr>
              <a:defRPr sz="2250" b="1">
                <a:solidFill>
                  <a:srgbClr val="172B3A"/>
                </a:solidFill>
                <a:latin typeface="Arial"/>
                <a:ea typeface="Arial"/>
                <a:cs typeface="Arial"/>
              </a:defRPr>
            </a:lvl5pPr>
            <a:lvl6pPr>
              <a:defRPr sz="2250" b="1">
                <a:solidFill>
                  <a:srgbClr val="172B3A"/>
                </a:solidFill>
                <a:latin typeface="Arial"/>
                <a:ea typeface="Arial"/>
                <a:cs typeface="Arial"/>
              </a:defRPr>
            </a:lvl6pPr>
            <a:lvl7pPr>
              <a:defRPr sz="2250" b="1">
                <a:solidFill>
                  <a:srgbClr val="172B3A"/>
                </a:solidFill>
                <a:latin typeface="Arial"/>
                <a:ea typeface="Arial"/>
                <a:cs typeface="Arial"/>
              </a:defRPr>
            </a:lvl7pPr>
            <a:lvl8pPr>
              <a:defRPr sz="2250" b="1">
                <a:solidFill>
                  <a:srgbClr val="172B3A"/>
                </a:solidFill>
                <a:latin typeface="Arial"/>
                <a:ea typeface="Arial"/>
                <a:cs typeface="Arial"/>
              </a:defRPr>
            </a:lvl8pPr>
            <a:lvl9pPr>
              <a:defRPr sz="2250" b="1">
                <a:solidFill>
                  <a:srgbClr val="172B3A"/>
                </a:solidFill>
                <a:latin typeface="Arial"/>
                <a:ea typeface="Arial"/>
                <a:cs typeface="Arial"/>
              </a:defRPr>
            </a:lvl9pPr>
          </a:lstStyle>
          <a:p xmlns:a="http://schemas.openxmlformats.org/drawingml/2006/main">
            <a:pPr>
              <a:defRPr sz="2250" b="1">
                <a:solidFill>
                  <a:srgbClr val="172B3A"/>
                </a:solidFill>
                <a:latin typeface="Arial"/>
                <a:ea typeface="Arial"/>
                <a:cs typeface="Arial"/>
              </a:defRPr>
            </a:pPr>
            <a:r>
              <a:rPr sz="2250" b="1">
                <a:solidFill>
                  <a:srgbClr val="172B3A"/>
                </a:solidFill>
                <a:latin typeface="Arial"/>
                <a:ea typeface="Arial"/>
                <a:cs typeface="Arial"/>
              </a:rPr>
              <a:t>1 run</a:t>
            </a:r>
          </a:p>
        </p:txBody>
      </p:sp>
      <p:sp>
        <p:nvSpPr>
          <p:cNvPr id="5" name="">
            <a:extLst xmlns:a="http://schemas.openxmlformats.org/drawingml/2006/main">
              <a:ext uri="{FF2B5EF4-FFF2-40B4-BE49-F238E27FC236}">
                <a16:creationId xmlns:a16="http://schemas.microsoft.com/office/drawing/2014/main" id="{6E96AD50-4FF1-4469-AAF6-D14D007FEC9B}"/>
              </a:ext>
            </a:extLst>
          </p:cNvPr>
          <p:cNvSpPr>
            <a:spLocks xmlns:a="http://schemas.openxmlformats.org/drawingml/2006/main" noGrp="1"/>
          </p:cNvSpPr>
          <p:nvPr/>
        </p:nvSpPr>
        <p:spPr>
          <a:xfrm xmlns:a="http://schemas.openxmlformats.org/drawingml/2006/main">
            <a:off x="3095625" y="2762250"/>
            <a:ext cx="8096250" cy="600075"/>
          </a:xfrm>
          <a:prstGeom xmlns:a="http://schemas.openxmlformats.org/drawingml/2006/main" prst="rect">
            <a:avLst/>
          </a:prstGeom>
          <a:solidFill xmlns:a="http://schemas.openxmlformats.org/drawingml/2006/main">
            <a:srgbClr val="175F96"/>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FFFFFF"/>
                </a:solidFill>
                <a:latin typeface="Arial"/>
                <a:ea typeface="Arial"/>
                <a:cs typeface="Arial"/>
              </a:defRPr>
            </a:defPPr>
            <a:lvl1pPr algn="ctr">
              <a:defRPr sz="2175">
                <a:solidFill>
                  <a:srgbClr val="FFFFFF"/>
                </a:solidFill>
                <a:latin typeface="Arial"/>
                <a:ea typeface="Arial"/>
                <a:cs typeface="Arial"/>
              </a:defRPr>
            </a:lvl1pPr>
            <a:lvl2pPr algn="ctr">
              <a:defRPr sz="2175">
                <a:solidFill>
                  <a:srgbClr val="FFFFFF"/>
                </a:solidFill>
                <a:latin typeface="Arial"/>
                <a:ea typeface="Arial"/>
                <a:cs typeface="Arial"/>
              </a:defRPr>
            </a:lvl2pPr>
            <a:lvl3pPr algn="ctr">
              <a:defRPr sz="2175">
                <a:solidFill>
                  <a:srgbClr val="FFFFFF"/>
                </a:solidFill>
                <a:latin typeface="Arial"/>
                <a:ea typeface="Arial"/>
                <a:cs typeface="Arial"/>
              </a:defRPr>
            </a:lvl3pPr>
            <a:lvl4pPr algn="ctr">
              <a:defRPr sz="2175">
                <a:solidFill>
                  <a:srgbClr val="FFFFFF"/>
                </a:solidFill>
                <a:latin typeface="Arial"/>
                <a:ea typeface="Arial"/>
                <a:cs typeface="Arial"/>
              </a:defRPr>
            </a:lvl4pPr>
            <a:lvl5pPr algn="ctr">
              <a:defRPr sz="2175">
                <a:solidFill>
                  <a:srgbClr val="FFFFFF"/>
                </a:solidFill>
                <a:latin typeface="Arial"/>
                <a:ea typeface="Arial"/>
                <a:cs typeface="Arial"/>
              </a:defRPr>
            </a:lvl5pPr>
            <a:lvl6pPr algn="ctr">
              <a:defRPr sz="2175">
                <a:solidFill>
                  <a:srgbClr val="FFFFFF"/>
                </a:solidFill>
                <a:latin typeface="Arial"/>
                <a:ea typeface="Arial"/>
                <a:cs typeface="Arial"/>
              </a:defRPr>
            </a:lvl6pPr>
            <a:lvl7pPr algn="ctr">
              <a:defRPr sz="2175">
                <a:solidFill>
                  <a:srgbClr val="FFFFFF"/>
                </a:solidFill>
                <a:latin typeface="Arial"/>
                <a:ea typeface="Arial"/>
                <a:cs typeface="Arial"/>
              </a:defRPr>
            </a:lvl7pPr>
            <a:lvl8pPr algn="ctr">
              <a:defRPr sz="2175">
                <a:solidFill>
                  <a:srgbClr val="FFFFFF"/>
                </a:solidFill>
                <a:latin typeface="Arial"/>
                <a:ea typeface="Arial"/>
                <a:cs typeface="Arial"/>
              </a:defRPr>
            </a:lvl8pPr>
            <a:lvl9pPr algn="ctr">
              <a:defRPr sz="2175">
                <a:solidFill>
                  <a:srgbClr val="FFFFFF"/>
                </a:solidFill>
                <a:latin typeface="Arial"/>
                <a:ea typeface="Arial"/>
                <a:cs typeface="Arial"/>
              </a:defRPr>
            </a:lvl9pPr>
          </a:lstStyle>
          <a:p xmlns:a="http://schemas.openxmlformats.org/drawingml/2006/main">
            <a:pPr algn="ctr">
              <a:defRPr sz="2175">
                <a:solidFill>
                  <a:srgbClr val="FFFFFF"/>
                </a:solidFill>
                <a:latin typeface="Arial"/>
                <a:ea typeface="Arial"/>
                <a:cs typeface="Arial"/>
              </a:defRPr>
            </a:pPr>
            <a:r>
              <a:rPr sz="2175">
                <a:solidFill>
                  <a:srgbClr val="FFFFFF"/>
                </a:solidFill>
                <a:latin typeface="Arial"/>
                <a:ea typeface="Arial"/>
                <a:cs typeface="Arial"/>
              </a:rPr>
              <a:t>8,000</a:t>
            </a:r>
          </a:p>
        </p:txBody>
      </p:sp>
      <p:sp>
        <p:nvSpPr>
          <p:cNvPr id="6" name="">
            <a:extLst xmlns:a="http://schemas.openxmlformats.org/drawingml/2006/main">
              <a:ext uri="{FF2B5EF4-FFF2-40B4-BE49-F238E27FC236}">
                <a16:creationId xmlns:a16="http://schemas.microsoft.com/office/drawing/2014/main" id="{C1DD7591-76AA-4765-8F7F-15DEB3CBBF36}"/>
              </a:ext>
            </a:extLst>
          </p:cNvPr>
          <p:cNvSpPr>
            <a:spLocks xmlns:a="http://schemas.openxmlformats.org/drawingml/2006/main" noGrp="1"/>
          </p:cNvSpPr>
          <p:nvPr/>
        </p:nvSpPr>
        <p:spPr>
          <a:xfrm xmlns:a="http://schemas.openxmlformats.org/drawingml/2006/main">
            <a:off x="762000" y="4143375"/>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2B3A"/>
                </a:solidFill>
                <a:latin typeface="Arial"/>
                <a:ea typeface="Arial"/>
                <a:cs typeface="Arial"/>
              </a:defRPr>
            </a:defPPr>
            <a:lvl1pPr>
              <a:defRPr sz="2250" b="1">
                <a:solidFill>
                  <a:srgbClr val="172B3A"/>
                </a:solidFill>
                <a:latin typeface="Arial"/>
                <a:ea typeface="Arial"/>
                <a:cs typeface="Arial"/>
              </a:defRPr>
            </a:lvl1pPr>
            <a:lvl2pPr>
              <a:defRPr sz="2250" b="1">
                <a:solidFill>
                  <a:srgbClr val="172B3A"/>
                </a:solidFill>
                <a:latin typeface="Arial"/>
                <a:ea typeface="Arial"/>
                <a:cs typeface="Arial"/>
              </a:defRPr>
            </a:lvl2pPr>
            <a:lvl3pPr>
              <a:defRPr sz="2250" b="1">
                <a:solidFill>
                  <a:srgbClr val="172B3A"/>
                </a:solidFill>
                <a:latin typeface="Arial"/>
                <a:ea typeface="Arial"/>
                <a:cs typeface="Arial"/>
              </a:defRPr>
            </a:lvl3pPr>
            <a:lvl4pPr>
              <a:defRPr sz="2250" b="1">
                <a:solidFill>
                  <a:srgbClr val="172B3A"/>
                </a:solidFill>
                <a:latin typeface="Arial"/>
                <a:ea typeface="Arial"/>
                <a:cs typeface="Arial"/>
              </a:defRPr>
            </a:lvl4pPr>
            <a:lvl5pPr>
              <a:defRPr sz="2250" b="1">
                <a:solidFill>
                  <a:srgbClr val="172B3A"/>
                </a:solidFill>
                <a:latin typeface="Arial"/>
                <a:ea typeface="Arial"/>
                <a:cs typeface="Arial"/>
              </a:defRPr>
            </a:lvl5pPr>
            <a:lvl6pPr>
              <a:defRPr sz="2250" b="1">
                <a:solidFill>
                  <a:srgbClr val="172B3A"/>
                </a:solidFill>
                <a:latin typeface="Arial"/>
                <a:ea typeface="Arial"/>
                <a:cs typeface="Arial"/>
              </a:defRPr>
            </a:lvl6pPr>
            <a:lvl7pPr>
              <a:defRPr sz="2250" b="1">
                <a:solidFill>
                  <a:srgbClr val="172B3A"/>
                </a:solidFill>
                <a:latin typeface="Arial"/>
                <a:ea typeface="Arial"/>
                <a:cs typeface="Arial"/>
              </a:defRPr>
            </a:lvl7pPr>
            <a:lvl8pPr>
              <a:defRPr sz="2250" b="1">
                <a:solidFill>
                  <a:srgbClr val="172B3A"/>
                </a:solidFill>
                <a:latin typeface="Arial"/>
                <a:ea typeface="Arial"/>
                <a:cs typeface="Arial"/>
              </a:defRPr>
            </a:lvl8pPr>
            <a:lvl9pPr>
              <a:defRPr sz="2250" b="1">
                <a:solidFill>
                  <a:srgbClr val="172B3A"/>
                </a:solidFill>
                <a:latin typeface="Arial"/>
                <a:ea typeface="Arial"/>
                <a:cs typeface="Arial"/>
              </a:defRPr>
            </a:lvl9pPr>
          </a:lstStyle>
          <a:p xmlns:a="http://schemas.openxmlformats.org/drawingml/2006/main">
            <a:pPr>
              <a:defRPr sz="2250" b="1">
                <a:solidFill>
                  <a:srgbClr val="172B3A"/>
                </a:solidFill>
                <a:latin typeface="Arial"/>
                <a:ea typeface="Arial"/>
                <a:cs typeface="Arial"/>
              </a:defRPr>
            </a:pPr>
            <a:r>
              <a:rPr sz="2250" b="1">
                <a:solidFill>
                  <a:srgbClr val="172B3A"/>
                </a:solidFill>
                <a:latin typeface="Arial"/>
                <a:ea typeface="Arial"/>
                <a:cs typeface="Arial"/>
              </a:rPr>
              <a:t>4 runs</a:t>
            </a:r>
          </a:p>
        </p:txBody>
      </p:sp>
      <p:sp>
        <p:nvSpPr>
          <p:cNvPr id="7" name="">
            <a:extLst xmlns:a="http://schemas.openxmlformats.org/drawingml/2006/main">
              <a:ext uri="{FF2B5EF4-FFF2-40B4-BE49-F238E27FC236}">
                <a16:creationId xmlns:a16="http://schemas.microsoft.com/office/drawing/2014/main" id="{BDDEB099-08B1-4FFA-837B-964BB59B55B1}"/>
              </a:ext>
            </a:extLst>
          </p:cNvPr>
          <p:cNvSpPr>
            <a:spLocks xmlns:a="http://schemas.openxmlformats.org/drawingml/2006/main" noGrp="1"/>
          </p:cNvSpPr>
          <p:nvPr/>
        </p:nvSpPr>
        <p:spPr>
          <a:xfrm xmlns:a="http://schemas.openxmlformats.org/drawingml/2006/main">
            <a:off x="3095625" y="4048125"/>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8" name="">
            <a:extLst xmlns:a="http://schemas.openxmlformats.org/drawingml/2006/main">
              <a:ext uri="{FF2B5EF4-FFF2-40B4-BE49-F238E27FC236}">
                <a16:creationId xmlns:a16="http://schemas.microsoft.com/office/drawing/2014/main" id="{AFD5F6B7-3E7B-413A-95E5-8A25819488C3}"/>
              </a:ext>
            </a:extLst>
          </p:cNvPr>
          <p:cNvSpPr>
            <a:spLocks xmlns:a="http://schemas.openxmlformats.org/drawingml/2006/main" noGrp="1"/>
          </p:cNvSpPr>
          <p:nvPr/>
        </p:nvSpPr>
        <p:spPr>
          <a:xfrm xmlns:a="http://schemas.openxmlformats.org/drawingml/2006/main">
            <a:off x="5141119" y="4048125"/>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9" name="">
            <a:extLst xmlns:a="http://schemas.openxmlformats.org/drawingml/2006/main">
              <a:ext uri="{FF2B5EF4-FFF2-40B4-BE49-F238E27FC236}">
                <a16:creationId xmlns:a16="http://schemas.microsoft.com/office/drawing/2014/main" id="{738A4E6A-3F3D-4521-9739-153A7F4ECBAF}"/>
              </a:ext>
            </a:extLst>
          </p:cNvPr>
          <p:cNvSpPr>
            <a:spLocks xmlns:a="http://schemas.openxmlformats.org/drawingml/2006/main" noGrp="1"/>
          </p:cNvSpPr>
          <p:nvPr/>
        </p:nvSpPr>
        <p:spPr>
          <a:xfrm xmlns:a="http://schemas.openxmlformats.org/drawingml/2006/main">
            <a:off x="7186613" y="4048125"/>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10" name="">
            <a:extLst xmlns:a="http://schemas.openxmlformats.org/drawingml/2006/main">
              <a:ext uri="{FF2B5EF4-FFF2-40B4-BE49-F238E27FC236}">
                <a16:creationId xmlns:a16="http://schemas.microsoft.com/office/drawing/2014/main" id="{37C2284A-8A4F-4762-AC33-F6EE7E5891AA}"/>
              </a:ext>
            </a:extLst>
          </p:cNvPr>
          <p:cNvSpPr>
            <a:spLocks xmlns:a="http://schemas.openxmlformats.org/drawingml/2006/main" noGrp="1"/>
          </p:cNvSpPr>
          <p:nvPr/>
        </p:nvSpPr>
        <p:spPr>
          <a:xfrm xmlns:a="http://schemas.openxmlformats.org/drawingml/2006/main">
            <a:off x="9232106" y="4048125"/>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11" name="">
            <a:extLst xmlns:a="http://schemas.openxmlformats.org/drawingml/2006/main">
              <a:ext uri="{FF2B5EF4-FFF2-40B4-BE49-F238E27FC236}">
                <a16:creationId xmlns:a16="http://schemas.microsoft.com/office/drawing/2014/main" id="{5F6467FE-BF0F-4A54-8E52-2448CA4D722C}"/>
              </a:ext>
            </a:extLst>
          </p:cNvPr>
          <p:cNvSpPr>
            <a:spLocks xmlns:a="http://schemas.openxmlformats.org/drawingml/2006/main" noGrp="1"/>
          </p:cNvSpPr>
          <p:nvPr/>
        </p:nvSpPr>
        <p:spPr>
          <a:xfrm xmlns:a="http://schemas.openxmlformats.org/drawingml/2006/main">
            <a:off x="666750" y="50958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a:solidFill>
                  <a:srgbClr val="172B3A"/>
                </a:solidFill>
                <a:latin typeface="Arial"/>
                <a:ea typeface="Arial"/>
                <a:cs typeface="Arial"/>
              </a:defRPr>
            </a:defPPr>
            <a:lvl1pPr>
              <a:defRPr sz="2250">
                <a:solidFill>
                  <a:srgbClr val="172B3A"/>
                </a:solidFill>
                <a:latin typeface="Arial"/>
                <a:ea typeface="Arial"/>
                <a:cs typeface="Arial"/>
              </a:defRPr>
            </a:lvl1pPr>
            <a:lvl2pPr>
              <a:defRPr sz="2250">
                <a:solidFill>
                  <a:srgbClr val="172B3A"/>
                </a:solidFill>
                <a:latin typeface="Arial"/>
                <a:ea typeface="Arial"/>
                <a:cs typeface="Arial"/>
              </a:defRPr>
            </a:lvl2pPr>
            <a:lvl3pPr>
              <a:defRPr sz="2250">
                <a:solidFill>
                  <a:srgbClr val="172B3A"/>
                </a:solidFill>
                <a:latin typeface="Arial"/>
                <a:ea typeface="Arial"/>
                <a:cs typeface="Arial"/>
              </a:defRPr>
            </a:lvl3pPr>
            <a:lvl4pPr>
              <a:defRPr sz="2250">
                <a:solidFill>
                  <a:srgbClr val="172B3A"/>
                </a:solidFill>
                <a:latin typeface="Arial"/>
                <a:ea typeface="Arial"/>
                <a:cs typeface="Arial"/>
              </a:defRPr>
            </a:lvl4pPr>
            <a:lvl5pPr>
              <a:defRPr sz="2250">
                <a:solidFill>
                  <a:srgbClr val="172B3A"/>
                </a:solidFill>
                <a:latin typeface="Arial"/>
                <a:ea typeface="Arial"/>
                <a:cs typeface="Arial"/>
              </a:defRPr>
            </a:lvl5pPr>
            <a:lvl6pPr>
              <a:defRPr sz="2250">
                <a:solidFill>
                  <a:srgbClr val="172B3A"/>
                </a:solidFill>
                <a:latin typeface="Arial"/>
                <a:ea typeface="Arial"/>
                <a:cs typeface="Arial"/>
              </a:defRPr>
            </a:lvl6pPr>
            <a:lvl7pPr>
              <a:defRPr sz="2250">
                <a:solidFill>
                  <a:srgbClr val="172B3A"/>
                </a:solidFill>
                <a:latin typeface="Arial"/>
                <a:ea typeface="Arial"/>
                <a:cs typeface="Arial"/>
              </a:defRPr>
            </a:lvl7pPr>
            <a:lvl8pPr>
              <a:defRPr sz="2250">
                <a:solidFill>
                  <a:srgbClr val="172B3A"/>
                </a:solidFill>
                <a:latin typeface="Arial"/>
                <a:ea typeface="Arial"/>
                <a:cs typeface="Arial"/>
              </a:defRPr>
            </a:lvl8pPr>
            <a:lvl9pPr>
              <a:defRPr sz="2250">
                <a:solidFill>
                  <a:srgbClr val="172B3A"/>
                </a:solidFill>
                <a:latin typeface="Arial"/>
                <a:ea typeface="Arial"/>
                <a:cs typeface="Arial"/>
              </a:defRPr>
            </a:lvl9pPr>
          </a:lstStyle>
          <a:p xmlns:a="http://schemas.openxmlformats.org/drawingml/2006/main">
            <a:pPr>
              <a:defRPr sz="2250">
                <a:solidFill>
                  <a:srgbClr val="172B3A"/>
                </a:solidFill>
                <a:latin typeface="Arial"/>
                <a:ea typeface="Arial"/>
                <a:cs typeface="Arial"/>
              </a:defRPr>
            </a:pPr>
            <a:r>
              <a:rPr sz="2250">
                <a:solidFill>
                  <a:srgbClr val="172B3A"/>
                </a:solidFill>
                <a:latin typeface="Arial"/>
                <a:ea typeface="Arial"/>
                <a:cs typeface="Arial"/>
              </a:rPr>
              <a:t>Same total budget. Fresh starting weights for each run.</a:t>
            </a:r>
          </a:p>
        </p:txBody>
      </p:sp>
      <p:sp>
        <p:nvSpPr>
          <p:cNvPr id="12" name="">
            <a:extLst xmlns:a="http://schemas.openxmlformats.org/drawingml/2006/main">
              <a:ext uri="{FF2B5EF4-FFF2-40B4-BE49-F238E27FC236}">
                <a16:creationId xmlns:a16="http://schemas.microsoft.com/office/drawing/2014/main" id="{598745F8-5EE9-4871-9A28-BDB571D396F0}"/>
              </a:ext>
            </a:extLst>
          </p:cNvPr>
          <p:cNvSpPr>
            <a:spLocks xmlns:a="http://schemas.openxmlformats.org/drawingml/2006/main" noGrp="1"/>
          </p:cNvSpPr>
          <p:nvPr/>
        </p:nvSpPr>
        <p:spPr>
          <a:xfrm xmlns:a="http://schemas.openxmlformats.org/drawingml/2006/main">
            <a:off x="666750" y="56959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72B3A"/>
                </a:solidFill>
                <a:latin typeface="Arial"/>
                <a:ea typeface="Arial"/>
                <a:cs typeface="Arial"/>
              </a:defRPr>
            </a:defPPr>
            <a:lvl1pPr>
              <a:defRPr sz="1875" b="1">
                <a:solidFill>
                  <a:srgbClr val="172B3A"/>
                </a:solidFill>
                <a:latin typeface="Arial"/>
                <a:ea typeface="Arial"/>
                <a:cs typeface="Arial"/>
              </a:defRPr>
            </a:lvl1pPr>
            <a:lvl2pPr>
              <a:defRPr sz="1875" b="1">
                <a:solidFill>
                  <a:srgbClr val="172B3A"/>
                </a:solidFill>
                <a:latin typeface="Arial"/>
                <a:ea typeface="Arial"/>
                <a:cs typeface="Arial"/>
              </a:defRPr>
            </a:lvl2pPr>
            <a:lvl3pPr>
              <a:defRPr sz="1875" b="1">
                <a:solidFill>
                  <a:srgbClr val="172B3A"/>
                </a:solidFill>
                <a:latin typeface="Arial"/>
                <a:ea typeface="Arial"/>
                <a:cs typeface="Arial"/>
              </a:defRPr>
            </a:lvl3pPr>
            <a:lvl4pPr>
              <a:defRPr sz="1875" b="1">
                <a:solidFill>
                  <a:srgbClr val="172B3A"/>
                </a:solidFill>
                <a:latin typeface="Arial"/>
                <a:ea typeface="Arial"/>
                <a:cs typeface="Arial"/>
              </a:defRPr>
            </a:lvl4pPr>
            <a:lvl5pPr>
              <a:defRPr sz="1875" b="1">
                <a:solidFill>
                  <a:srgbClr val="172B3A"/>
                </a:solidFill>
                <a:latin typeface="Arial"/>
                <a:ea typeface="Arial"/>
                <a:cs typeface="Arial"/>
              </a:defRPr>
            </a:lvl5pPr>
            <a:lvl6pPr>
              <a:defRPr sz="1875" b="1">
                <a:solidFill>
                  <a:srgbClr val="172B3A"/>
                </a:solidFill>
                <a:latin typeface="Arial"/>
                <a:ea typeface="Arial"/>
                <a:cs typeface="Arial"/>
              </a:defRPr>
            </a:lvl6pPr>
            <a:lvl7pPr>
              <a:defRPr sz="1875" b="1">
                <a:solidFill>
                  <a:srgbClr val="172B3A"/>
                </a:solidFill>
                <a:latin typeface="Arial"/>
                <a:ea typeface="Arial"/>
                <a:cs typeface="Arial"/>
              </a:defRPr>
            </a:lvl7pPr>
            <a:lvl8pPr>
              <a:defRPr sz="1875" b="1">
                <a:solidFill>
                  <a:srgbClr val="172B3A"/>
                </a:solidFill>
                <a:latin typeface="Arial"/>
                <a:ea typeface="Arial"/>
                <a:cs typeface="Arial"/>
              </a:defRPr>
            </a:lvl8pPr>
            <a:lvl9pPr>
              <a:defRPr sz="1875" b="1">
                <a:solidFill>
                  <a:srgbClr val="172B3A"/>
                </a:solidFill>
                <a:latin typeface="Arial"/>
                <a:ea typeface="Arial"/>
                <a:cs typeface="Arial"/>
              </a:defRPr>
            </a:lvl9pPr>
          </a:lstStyle>
          <a:p xmlns:a="http://schemas.openxmlformats.org/drawingml/2006/main">
            <a:pPr>
              <a:defRPr sz="1875" b="1">
                <a:solidFill>
                  <a:srgbClr val="172B3A"/>
                </a:solidFill>
                <a:latin typeface="Arial"/>
                <a:ea typeface="Arial"/>
                <a:cs typeface="Arial"/>
              </a:defRPr>
            </a:pPr>
            <a:r>
              <a:rPr sz="1875" b="1">
                <a:solidFill>
                  <a:srgbClr val="172B3A"/>
                </a:solidFill>
                <a:latin typeface="Arial"/>
                <a:ea typeface="Arial"/>
                <a:cs typeface="Arial"/>
              </a:rPr>
              <a:t>Vihaan Jinesh Jain</a:t>
            </a:r>
          </a:p>
        </p:txBody>
      </p:sp>
      <p:sp>
        <p:nvSpPr>
          <p:cNvPr id="13" name="">
            <a:extLst xmlns:a="http://schemas.openxmlformats.org/drawingml/2006/main">
              <a:ext uri="{FF2B5EF4-FFF2-40B4-BE49-F238E27FC236}">
                <a16:creationId xmlns:a16="http://schemas.microsoft.com/office/drawing/2014/main" id="{72861C56-96FC-401A-B6AF-D47DA1657785}"/>
              </a:ext>
            </a:extLst>
          </p:cNvPr>
          <p:cNvSpPr>
            <a:spLocks xmlns:a="http://schemas.openxmlformats.org/drawingml/2006/main" noGrp="1"/>
          </p:cNvSpPr>
          <p:nvPr/>
        </p:nvSpPr>
        <p:spPr>
          <a:xfrm xmlns:a="http://schemas.openxmlformats.org/drawingml/2006/main">
            <a:off x="666750" y="6067425"/>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a:solidFill>
                  <a:srgbClr val="637E8E"/>
                </a:solidFill>
                <a:latin typeface="Arial"/>
                <a:ea typeface="Arial"/>
                <a:cs typeface="Arial"/>
              </a:defRPr>
            </a:defPPr>
            <a:lvl1pPr>
              <a:defRPr sz="1725">
                <a:solidFill>
                  <a:srgbClr val="637E8E"/>
                </a:solidFill>
                <a:latin typeface="Arial"/>
                <a:ea typeface="Arial"/>
                <a:cs typeface="Arial"/>
              </a:defRPr>
            </a:lvl1pPr>
            <a:lvl2pPr>
              <a:defRPr sz="1725">
                <a:solidFill>
                  <a:srgbClr val="637E8E"/>
                </a:solidFill>
                <a:latin typeface="Arial"/>
                <a:ea typeface="Arial"/>
                <a:cs typeface="Arial"/>
              </a:defRPr>
            </a:lvl2pPr>
            <a:lvl3pPr>
              <a:defRPr sz="1725">
                <a:solidFill>
                  <a:srgbClr val="637E8E"/>
                </a:solidFill>
                <a:latin typeface="Arial"/>
                <a:ea typeface="Arial"/>
                <a:cs typeface="Arial"/>
              </a:defRPr>
            </a:lvl3pPr>
            <a:lvl4pPr>
              <a:defRPr sz="1725">
                <a:solidFill>
                  <a:srgbClr val="637E8E"/>
                </a:solidFill>
                <a:latin typeface="Arial"/>
                <a:ea typeface="Arial"/>
                <a:cs typeface="Arial"/>
              </a:defRPr>
            </a:lvl4pPr>
            <a:lvl5pPr>
              <a:defRPr sz="1725">
                <a:solidFill>
                  <a:srgbClr val="637E8E"/>
                </a:solidFill>
                <a:latin typeface="Arial"/>
                <a:ea typeface="Arial"/>
                <a:cs typeface="Arial"/>
              </a:defRPr>
            </a:lvl5pPr>
            <a:lvl6pPr>
              <a:defRPr sz="1725">
                <a:solidFill>
                  <a:srgbClr val="637E8E"/>
                </a:solidFill>
                <a:latin typeface="Arial"/>
                <a:ea typeface="Arial"/>
                <a:cs typeface="Arial"/>
              </a:defRPr>
            </a:lvl6pPr>
            <a:lvl7pPr>
              <a:defRPr sz="1725">
                <a:solidFill>
                  <a:srgbClr val="637E8E"/>
                </a:solidFill>
                <a:latin typeface="Arial"/>
                <a:ea typeface="Arial"/>
                <a:cs typeface="Arial"/>
              </a:defRPr>
            </a:lvl7pPr>
            <a:lvl8pPr>
              <a:defRPr sz="1725">
                <a:solidFill>
                  <a:srgbClr val="637E8E"/>
                </a:solidFill>
                <a:latin typeface="Arial"/>
                <a:ea typeface="Arial"/>
                <a:cs typeface="Arial"/>
              </a:defRPr>
            </a:lvl8pPr>
            <a:lvl9pPr>
              <a:defRPr sz="1725">
                <a:solidFill>
                  <a:srgbClr val="637E8E"/>
                </a:solidFill>
                <a:latin typeface="Arial"/>
                <a:ea typeface="Arial"/>
                <a:cs typeface="Arial"/>
              </a:defRPr>
            </a:lvl9pPr>
          </a:lstStyle>
          <a:p xmlns:a="http://schemas.openxmlformats.org/drawingml/2006/main">
            <a:pPr>
              <a:defRPr sz="1725">
                <a:solidFill>
                  <a:srgbClr val="637E8E"/>
                </a:solidFill>
                <a:latin typeface="Arial"/>
                <a:ea typeface="Arial"/>
                <a:cs typeface="Arial"/>
              </a:defRPr>
            </a:pPr>
            <a:r>
              <a:rPr sz="1725">
                <a:solidFill>
                  <a:srgbClr val="637E8E"/>
                </a:solidFill>
                <a:latin typeface="Arial"/>
                <a:ea typeface="Arial"/>
                <a:cs typeface="Arial"/>
              </a:rPr>
              <a:t>25BYB0130</a:t>
            </a:r>
          </a:p>
        </p:txBody>
      </p:sp>
      <p:sp>
        <p:nvSpPr>
          <p:cNvPr id="14" name="">
            <a:extLst xmlns:a="http://schemas.openxmlformats.org/drawingml/2006/main">
              <a:ext uri="{FF2B5EF4-FFF2-40B4-BE49-F238E27FC236}">
                <a16:creationId xmlns:a16="http://schemas.microsoft.com/office/drawing/2014/main" id="{F7660CC7-7D99-4AB0-9FC4-F65CA2E29A22}"/>
              </a:ext>
            </a:extLst>
          </p:cNvPr>
          <p:cNvSpPr>
            <a:spLocks xmlns:a="http://schemas.openxmlformats.org/drawingml/2006/main" noGrp="1"/>
          </p:cNvSpPr>
          <p:nvPr/>
        </p:nvSpPr>
        <p:spPr>
          <a:xfrm xmlns:a="http://schemas.openxmlformats.org/drawingml/2006/main">
            <a:off x="4381500" y="56959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72B3A"/>
                </a:solidFill>
                <a:latin typeface="Arial"/>
                <a:ea typeface="Arial"/>
                <a:cs typeface="Arial"/>
              </a:defRPr>
            </a:defPPr>
            <a:lvl1pPr>
              <a:defRPr sz="1875" b="1">
                <a:solidFill>
                  <a:srgbClr val="172B3A"/>
                </a:solidFill>
                <a:latin typeface="Arial"/>
                <a:ea typeface="Arial"/>
                <a:cs typeface="Arial"/>
              </a:defRPr>
            </a:lvl1pPr>
            <a:lvl2pPr>
              <a:defRPr sz="1875" b="1">
                <a:solidFill>
                  <a:srgbClr val="172B3A"/>
                </a:solidFill>
                <a:latin typeface="Arial"/>
                <a:ea typeface="Arial"/>
                <a:cs typeface="Arial"/>
              </a:defRPr>
            </a:lvl2pPr>
            <a:lvl3pPr>
              <a:defRPr sz="1875" b="1">
                <a:solidFill>
                  <a:srgbClr val="172B3A"/>
                </a:solidFill>
                <a:latin typeface="Arial"/>
                <a:ea typeface="Arial"/>
                <a:cs typeface="Arial"/>
              </a:defRPr>
            </a:lvl3pPr>
            <a:lvl4pPr>
              <a:defRPr sz="1875" b="1">
                <a:solidFill>
                  <a:srgbClr val="172B3A"/>
                </a:solidFill>
                <a:latin typeface="Arial"/>
                <a:ea typeface="Arial"/>
                <a:cs typeface="Arial"/>
              </a:defRPr>
            </a:lvl4pPr>
            <a:lvl5pPr>
              <a:defRPr sz="1875" b="1">
                <a:solidFill>
                  <a:srgbClr val="172B3A"/>
                </a:solidFill>
                <a:latin typeface="Arial"/>
                <a:ea typeface="Arial"/>
                <a:cs typeface="Arial"/>
              </a:defRPr>
            </a:lvl5pPr>
            <a:lvl6pPr>
              <a:defRPr sz="1875" b="1">
                <a:solidFill>
                  <a:srgbClr val="172B3A"/>
                </a:solidFill>
                <a:latin typeface="Arial"/>
                <a:ea typeface="Arial"/>
                <a:cs typeface="Arial"/>
              </a:defRPr>
            </a:lvl6pPr>
            <a:lvl7pPr>
              <a:defRPr sz="1875" b="1">
                <a:solidFill>
                  <a:srgbClr val="172B3A"/>
                </a:solidFill>
                <a:latin typeface="Arial"/>
                <a:ea typeface="Arial"/>
                <a:cs typeface="Arial"/>
              </a:defRPr>
            </a:lvl7pPr>
            <a:lvl8pPr>
              <a:defRPr sz="1875" b="1">
                <a:solidFill>
                  <a:srgbClr val="172B3A"/>
                </a:solidFill>
                <a:latin typeface="Arial"/>
                <a:ea typeface="Arial"/>
                <a:cs typeface="Arial"/>
              </a:defRPr>
            </a:lvl8pPr>
            <a:lvl9pPr>
              <a:defRPr sz="1875" b="1">
                <a:solidFill>
                  <a:srgbClr val="172B3A"/>
                </a:solidFill>
                <a:latin typeface="Arial"/>
                <a:ea typeface="Arial"/>
                <a:cs typeface="Arial"/>
              </a:defRPr>
            </a:lvl9pPr>
          </a:lstStyle>
          <a:p xmlns:a="http://schemas.openxmlformats.org/drawingml/2006/main">
            <a:pPr>
              <a:defRPr sz="1875" b="1">
                <a:solidFill>
                  <a:srgbClr val="172B3A"/>
                </a:solidFill>
                <a:latin typeface="Arial"/>
                <a:ea typeface="Arial"/>
                <a:cs typeface="Arial"/>
              </a:defRPr>
            </a:pPr>
            <a:r>
              <a:rPr sz="1875" b="1">
                <a:solidFill>
                  <a:srgbClr val="172B3A"/>
                </a:solidFill>
                <a:latin typeface="Arial"/>
                <a:ea typeface="Arial"/>
                <a:cs typeface="Arial"/>
              </a:rPr>
              <a:t>Kaashvi Goel</a:t>
            </a:r>
          </a:p>
        </p:txBody>
      </p:sp>
      <p:sp>
        <p:nvSpPr>
          <p:cNvPr id="15" name="">
            <a:extLst xmlns:a="http://schemas.openxmlformats.org/drawingml/2006/main">
              <a:ext uri="{FF2B5EF4-FFF2-40B4-BE49-F238E27FC236}">
                <a16:creationId xmlns:a16="http://schemas.microsoft.com/office/drawing/2014/main" id="{2F20D6DB-0000-4B1E-8868-15F5A9074105}"/>
              </a:ext>
            </a:extLst>
          </p:cNvPr>
          <p:cNvSpPr>
            <a:spLocks xmlns:a="http://schemas.openxmlformats.org/drawingml/2006/main" noGrp="1"/>
          </p:cNvSpPr>
          <p:nvPr/>
        </p:nvSpPr>
        <p:spPr>
          <a:xfrm xmlns:a="http://schemas.openxmlformats.org/drawingml/2006/main">
            <a:off x="4381500" y="6067425"/>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a:solidFill>
                  <a:srgbClr val="637E8E"/>
                </a:solidFill>
                <a:latin typeface="Arial"/>
                <a:ea typeface="Arial"/>
                <a:cs typeface="Arial"/>
              </a:defRPr>
            </a:defPPr>
            <a:lvl1pPr>
              <a:defRPr sz="1725">
                <a:solidFill>
                  <a:srgbClr val="637E8E"/>
                </a:solidFill>
                <a:latin typeface="Arial"/>
                <a:ea typeface="Arial"/>
                <a:cs typeface="Arial"/>
              </a:defRPr>
            </a:lvl1pPr>
            <a:lvl2pPr>
              <a:defRPr sz="1725">
                <a:solidFill>
                  <a:srgbClr val="637E8E"/>
                </a:solidFill>
                <a:latin typeface="Arial"/>
                <a:ea typeface="Arial"/>
                <a:cs typeface="Arial"/>
              </a:defRPr>
            </a:lvl2pPr>
            <a:lvl3pPr>
              <a:defRPr sz="1725">
                <a:solidFill>
                  <a:srgbClr val="637E8E"/>
                </a:solidFill>
                <a:latin typeface="Arial"/>
                <a:ea typeface="Arial"/>
                <a:cs typeface="Arial"/>
              </a:defRPr>
            </a:lvl3pPr>
            <a:lvl4pPr>
              <a:defRPr sz="1725">
                <a:solidFill>
                  <a:srgbClr val="637E8E"/>
                </a:solidFill>
                <a:latin typeface="Arial"/>
                <a:ea typeface="Arial"/>
                <a:cs typeface="Arial"/>
              </a:defRPr>
            </a:lvl4pPr>
            <a:lvl5pPr>
              <a:defRPr sz="1725">
                <a:solidFill>
                  <a:srgbClr val="637E8E"/>
                </a:solidFill>
                <a:latin typeface="Arial"/>
                <a:ea typeface="Arial"/>
                <a:cs typeface="Arial"/>
              </a:defRPr>
            </a:lvl5pPr>
            <a:lvl6pPr>
              <a:defRPr sz="1725">
                <a:solidFill>
                  <a:srgbClr val="637E8E"/>
                </a:solidFill>
                <a:latin typeface="Arial"/>
                <a:ea typeface="Arial"/>
                <a:cs typeface="Arial"/>
              </a:defRPr>
            </a:lvl6pPr>
            <a:lvl7pPr>
              <a:defRPr sz="1725">
                <a:solidFill>
                  <a:srgbClr val="637E8E"/>
                </a:solidFill>
                <a:latin typeface="Arial"/>
                <a:ea typeface="Arial"/>
                <a:cs typeface="Arial"/>
              </a:defRPr>
            </a:lvl7pPr>
            <a:lvl8pPr>
              <a:defRPr sz="1725">
                <a:solidFill>
                  <a:srgbClr val="637E8E"/>
                </a:solidFill>
                <a:latin typeface="Arial"/>
                <a:ea typeface="Arial"/>
                <a:cs typeface="Arial"/>
              </a:defRPr>
            </a:lvl8pPr>
            <a:lvl9pPr>
              <a:defRPr sz="1725">
                <a:solidFill>
                  <a:srgbClr val="637E8E"/>
                </a:solidFill>
                <a:latin typeface="Arial"/>
                <a:ea typeface="Arial"/>
                <a:cs typeface="Arial"/>
              </a:defRPr>
            </a:lvl9pPr>
          </a:lstStyle>
          <a:p xmlns:a="http://schemas.openxmlformats.org/drawingml/2006/main">
            <a:pPr>
              <a:defRPr sz="1725">
                <a:solidFill>
                  <a:srgbClr val="637E8E"/>
                </a:solidFill>
                <a:latin typeface="Arial"/>
                <a:ea typeface="Arial"/>
                <a:cs typeface="Arial"/>
              </a:defRPr>
            </a:pPr>
            <a:r>
              <a:rPr sz="1725">
                <a:solidFill>
                  <a:srgbClr val="637E8E"/>
                </a:solidFill>
                <a:latin typeface="Arial"/>
                <a:ea typeface="Arial"/>
                <a:cs typeface="Arial"/>
              </a:rPr>
              <a:t>25BYB0129</a:t>
            </a:r>
          </a:p>
        </p:txBody>
      </p:sp>
      <p:sp>
        <p:nvSpPr>
          <p:cNvPr id="16" name="">
            <a:extLst xmlns:a="http://schemas.openxmlformats.org/drawingml/2006/main">
              <a:ext uri="{FF2B5EF4-FFF2-40B4-BE49-F238E27FC236}">
                <a16:creationId xmlns:a16="http://schemas.microsoft.com/office/drawing/2014/main" id="{5695C668-687C-4BE6-9252-9D2779EA66DA}"/>
              </a:ext>
            </a:extLst>
          </p:cNvPr>
          <p:cNvSpPr>
            <a:spLocks xmlns:a="http://schemas.openxmlformats.org/drawingml/2006/main" noGrp="1"/>
          </p:cNvSpPr>
          <p:nvPr/>
        </p:nvSpPr>
        <p:spPr>
          <a:xfrm xmlns:a="http://schemas.openxmlformats.org/drawingml/2006/main">
            <a:off x="8096250" y="56959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72B3A"/>
                </a:solidFill>
                <a:latin typeface="Arial"/>
                <a:ea typeface="Arial"/>
                <a:cs typeface="Arial"/>
              </a:defRPr>
            </a:defPPr>
            <a:lvl1pPr>
              <a:defRPr sz="1875" b="1">
                <a:solidFill>
                  <a:srgbClr val="172B3A"/>
                </a:solidFill>
                <a:latin typeface="Arial"/>
                <a:ea typeface="Arial"/>
                <a:cs typeface="Arial"/>
              </a:defRPr>
            </a:lvl1pPr>
            <a:lvl2pPr>
              <a:defRPr sz="1875" b="1">
                <a:solidFill>
                  <a:srgbClr val="172B3A"/>
                </a:solidFill>
                <a:latin typeface="Arial"/>
                <a:ea typeface="Arial"/>
                <a:cs typeface="Arial"/>
              </a:defRPr>
            </a:lvl2pPr>
            <a:lvl3pPr>
              <a:defRPr sz="1875" b="1">
                <a:solidFill>
                  <a:srgbClr val="172B3A"/>
                </a:solidFill>
                <a:latin typeface="Arial"/>
                <a:ea typeface="Arial"/>
                <a:cs typeface="Arial"/>
              </a:defRPr>
            </a:lvl3pPr>
            <a:lvl4pPr>
              <a:defRPr sz="1875" b="1">
                <a:solidFill>
                  <a:srgbClr val="172B3A"/>
                </a:solidFill>
                <a:latin typeface="Arial"/>
                <a:ea typeface="Arial"/>
                <a:cs typeface="Arial"/>
              </a:defRPr>
            </a:lvl4pPr>
            <a:lvl5pPr>
              <a:defRPr sz="1875" b="1">
                <a:solidFill>
                  <a:srgbClr val="172B3A"/>
                </a:solidFill>
                <a:latin typeface="Arial"/>
                <a:ea typeface="Arial"/>
                <a:cs typeface="Arial"/>
              </a:defRPr>
            </a:lvl5pPr>
            <a:lvl6pPr>
              <a:defRPr sz="1875" b="1">
                <a:solidFill>
                  <a:srgbClr val="172B3A"/>
                </a:solidFill>
                <a:latin typeface="Arial"/>
                <a:ea typeface="Arial"/>
                <a:cs typeface="Arial"/>
              </a:defRPr>
            </a:lvl6pPr>
            <a:lvl7pPr>
              <a:defRPr sz="1875" b="1">
                <a:solidFill>
                  <a:srgbClr val="172B3A"/>
                </a:solidFill>
                <a:latin typeface="Arial"/>
                <a:ea typeface="Arial"/>
                <a:cs typeface="Arial"/>
              </a:defRPr>
            </a:lvl7pPr>
            <a:lvl8pPr>
              <a:defRPr sz="1875" b="1">
                <a:solidFill>
                  <a:srgbClr val="172B3A"/>
                </a:solidFill>
                <a:latin typeface="Arial"/>
                <a:ea typeface="Arial"/>
                <a:cs typeface="Arial"/>
              </a:defRPr>
            </a:lvl8pPr>
            <a:lvl9pPr>
              <a:defRPr sz="1875" b="1">
                <a:solidFill>
                  <a:srgbClr val="172B3A"/>
                </a:solidFill>
                <a:latin typeface="Arial"/>
                <a:ea typeface="Arial"/>
                <a:cs typeface="Arial"/>
              </a:defRPr>
            </a:lvl9pPr>
          </a:lstStyle>
          <a:p xmlns:a="http://schemas.openxmlformats.org/drawingml/2006/main">
            <a:pPr>
              <a:defRPr sz="1875" b="1">
                <a:solidFill>
                  <a:srgbClr val="172B3A"/>
                </a:solidFill>
                <a:latin typeface="Arial"/>
                <a:ea typeface="Arial"/>
                <a:cs typeface="Arial"/>
              </a:defRPr>
            </a:pPr>
            <a:r>
              <a:rPr sz="1875" b="1">
                <a:solidFill>
                  <a:srgbClr val="172B3A"/>
                </a:solidFill>
                <a:latin typeface="Arial"/>
                <a:ea typeface="Arial"/>
                <a:cs typeface="Arial"/>
              </a:rPr>
              <a:t>Gaurav Kansal</a:t>
            </a:r>
          </a:p>
        </p:txBody>
      </p:sp>
      <p:sp>
        <p:nvSpPr>
          <p:cNvPr id="17" name="">
            <a:extLst xmlns:a="http://schemas.openxmlformats.org/drawingml/2006/main">
              <a:ext uri="{FF2B5EF4-FFF2-40B4-BE49-F238E27FC236}">
                <a16:creationId xmlns:a16="http://schemas.microsoft.com/office/drawing/2014/main" id="{F0B2EDFD-D17F-469E-95FC-557AF414D59E}"/>
              </a:ext>
            </a:extLst>
          </p:cNvPr>
          <p:cNvSpPr>
            <a:spLocks xmlns:a="http://schemas.openxmlformats.org/drawingml/2006/main" noGrp="1"/>
          </p:cNvSpPr>
          <p:nvPr/>
        </p:nvSpPr>
        <p:spPr>
          <a:xfrm xmlns:a="http://schemas.openxmlformats.org/drawingml/2006/main">
            <a:off x="8096250" y="6067425"/>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a:solidFill>
                  <a:srgbClr val="637E8E"/>
                </a:solidFill>
                <a:latin typeface="Arial"/>
                <a:ea typeface="Arial"/>
                <a:cs typeface="Arial"/>
              </a:defRPr>
            </a:defPPr>
            <a:lvl1pPr>
              <a:defRPr sz="1725">
                <a:solidFill>
                  <a:srgbClr val="637E8E"/>
                </a:solidFill>
                <a:latin typeface="Arial"/>
                <a:ea typeface="Arial"/>
                <a:cs typeface="Arial"/>
              </a:defRPr>
            </a:lvl1pPr>
            <a:lvl2pPr>
              <a:defRPr sz="1725">
                <a:solidFill>
                  <a:srgbClr val="637E8E"/>
                </a:solidFill>
                <a:latin typeface="Arial"/>
                <a:ea typeface="Arial"/>
                <a:cs typeface="Arial"/>
              </a:defRPr>
            </a:lvl2pPr>
            <a:lvl3pPr>
              <a:defRPr sz="1725">
                <a:solidFill>
                  <a:srgbClr val="637E8E"/>
                </a:solidFill>
                <a:latin typeface="Arial"/>
                <a:ea typeface="Arial"/>
                <a:cs typeface="Arial"/>
              </a:defRPr>
            </a:lvl3pPr>
            <a:lvl4pPr>
              <a:defRPr sz="1725">
                <a:solidFill>
                  <a:srgbClr val="637E8E"/>
                </a:solidFill>
                <a:latin typeface="Arial"/>
                <a:ea typeface="Arial"/>
                <a:cs typeface="Arial"/>
              </a:defRPr>
            </a:lvl4pPr>
            <a:lvl5pPr>
              <a:defRPr sz="1725">
                <a:solidFill>
                  <a:srgbClr val="637E8E"/>
                </a:solidFill>
                <a:latin typeface="Arial"/>
                <a:ea typeface="Arial"/>
                <a:cs typeface="Arial"/>
              </a:defRPr>
            </a:lvl5pPr>
            <a:lvl6pPr>
              <a:defRPr sz="1725">
                <a:solidFill>
                  <a:srgbClr val="637E8E"/>
                </a:solidFill>
                <a:latin typeface="Arial"/>
                <a:ea typeface="Arial"/>
                <a:cs typeface="Arial"/>
              </a:defRPr>
            </a:lvl6pPr>
            <a:lvl7pPr>
              <a:defRPr sz="1725">
                <a:solidFill>
                  <a:srgbClr val="637E8E"/>
                </a:solidFill>
                <a:latin typeface="Arial"/>
                <a:ea typeface="Arial"/>
                <a:cs typeface="Arial"/>
              </a:defRPr>
            </a:lvl7pPr>
            <a:lvl8pPr>
              <a:defRPr sz="1725">
                <a:solidFill>
                  <a:srgbClr val="637E8E"/>
                </a:solidFill>
                <a:latin typeface="Arial"/>
                <a:ea typeface="Arial"/>
                <a:cs typeface="Arial"/>
              </a:defRPr>
            </a:lvl8pPr>
            <a:lvl9pPr>
              <a:defRPr sz="1725">
                <a:solidFill>
                  <a:srgbClr val="637E8E"/>
                </a:solidFill>
                <a:latin typeface="Arial"/>
                <a:ea typeface="Arial"/>
                <a:cs typeface="Arial"/>
              </a:defRPr>
            </a:lvl9pPr>
          </a:lstStyle>
          <a:p xmlns:a="http://schemas.openxmlformats.org/drawingml/2006/main">
            <a:pPr>
              <a:defRPr sz="1725">
                <a:solidFill>
                  <a:srgbClr val="637E8E"/>
                </a:solidFill>
                <a:latin typeface="Arial"/>
                <a:ea typeface="Arial"/>
                <a:cs typeface="Arial"/>
              </a:defRPr>
            </a:pPr>
            <a:r>
              <a:rPr sz="1725">
                <a:solidFill>
                  <a:srgbClr val="637E8E"/>
                </a:solidFill>
                <a:latin typeface="Arial"/>
                <a:ea typeface="Arial"/>
                <a:cs typeface="Arial"/>
              </a:rPr>
              <a:t>25BYB0157</a:t>
            </a:r>
          </a:p>
        </p:txBody>
      </p:sp>
    </p:spTree>
    <p:extLst>
      <p:ext uri="{BB962C8B-B14F-4D97-AF65-F5344CB8AC3E}">
        <p14:creationId xmlns:p14="http://schemas.microsoft.com/office/powerpoint/2010/main" val="60322712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7EB6EB47-37C2-4987-A354-C0C0E59CA62B}"/>
              </a:ext>
            </a:extLst>
          </p:cNvPr>
          <p:cNvCxnSpPr>
            <a:stCxn xmlns:a="http://schemas.openxmlformats.org/drawingml/2006/main" id="6" idx="3"/>
            <a:endCxn xmlns:a="http://schemas.openxmlformats.org/drawingml/2006/main" id="7" idx="1"/>
          </p:cNvCxnSpPr>
          <p:nvPr/>
        </p:nvCxnSpPr>
        <p:spPr>
          <a:xfrm xmlns:a="http://schemas.openxmlformats.org/drawingml/2006/main">
            <a:off x="3905250" y="5848350"/>
            <a:ext cx="2667000" cy="0"/>
          </a:xfrm>
          <a:prstGeom xmlns:a="http://schemas.openxmlformats.org/drawingml/2006/main" prst="straightConnector1">
            <a:avLst/>
          </a:prstGeom>
          <a:ln xmlns:a="http://schemas.openxmlformats.org/drawingml/2006/main" w="19050">
            <a:solidFill>
              <a:srgbClr val="175F96"/>
            </a:solidFill>
            <a:tailEnd type="arrow" w="med" len="med"/>
          </a:ln>
        </p:spPr>
      </p:cxnSp>
      <p:sp>
        <p:nvSpPr>
          <p:cNvPr id="10" name="">
            <a:extLst xmlns:a="http://schemas.openxmlformats.org/drawingml/2006/main">
              <a:ext uri="{FF2B5EF4-FFF2-40B4-BE49-F238E27FC236}">
                <a16:creationId xmlns:a16="http://schemas.microsoft.com/office/drawing/2014/main" id="{91D2352D-09F7-43D9-95C3-CC3931AAB2A3}"/>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Grokking: practice improves first</a:t>
            </a:r>
          </a:p>
        </p:txBody>
      </p:sp>
      <p:sp>
        <p:nvSpPr>
          <p:cNvPr id="2" name="">
            <a:extLst xmlns:a="http://schemas.openxmlformats.org/drawingml/2006/main">
              <a:ext uri="{FF2B5EF4-FFF2-40B4-BE49-F238E27FC236}">
                <a16:creationId xmlns:a16="http://schemas.microsoft.com/office/drawing/2014/main" id="{1DFD6750-C67A-4068-9CF1-058F281A2515}"/>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2</a:t>
            </a:r>
          </a:p>
        </p:txBody>
      </p:sp>
      <p:graphicFrame>
        <p:nvGraphicFramePr>
          <p:cNvPr id="3" name="Chart">
            <a:extLst xmlns:a="http://schemas.openxmlformats.org/drawingml/2006/main">
              <a:ext uri="{FF2B5EF4-FFF2-40B4-BE49-F238E27FC236}">
                <a16:creationId xmlns:a16="http://schemas.microsoft.com/office/drawing/2014/main" id="{858708BC-17D8-429C-BB05-F9C5E8980E84}"/>
              </a:ext>
            </a:extLst>
          </p:cNvPr>
          <p:cNvGraphicFramePr/>
          <p:nvPr/>
        </p:nvGraphicFramePr>
        <p:xfrm>
          <a:off xmlns:a="http://schemas.openxmlformats.org/drawingml/2006/main" x="428625" y="1333500"/>
          <a:ext xmlns:a="http://schemas.openxmlformats.org/drawingml/2006/main" cx="11239500" cy="3476625"/>
        </p:xfrm>
        <a:graphic xmlns:a="http://schemas.openxmlformats.org/drawingml/2006/main">
          <a:graphicData uri="http://schemas.openxmlformats.org/drawingml/2006/chart">
            <c:chart xmlns:r="http://schemas.openxmlformats.org/officeDocument/2006/relationships" xmlns:c="http://schemas.openxmlformats.org/drawingml/2006/chart" r:id="R10ee0229b96e43d4"/>
          </a:graphicData>
        </a:graphic>
      </p:graphicFrame>
      <p:sp>
        <p:nvSpPr>
          <p:cNvPr id="4" name="">
            <a:extLst xmlns:a="http://schemas.openxmlformats.org/drawingml/2006/main">
              <a:ext uri="{FF2B5EF4-FFF2-40B4-BE49-F238E27FC236}">
                <a16:creationId xmlns:a16="http://schemas.microsoft.com/office/drawing/2014/main" id="{1F21F612-4271-4E2F-8C2F-9C13436CDA32}"/>
              </a:ext>
            </a:extLst>
          </p:cNvPr>
          <p:cNvSpPr>
            <a:spLocks xmlns:a="http://schemas.openxmlformats.org/drawingml/2006/main" noGrp="1"/>
          </p:cNvSpPr>
          <p:nvPr/>
        </p:nvSpPr>
        <p:spPr>
          <a:xfrm xmlns:a="http://schemas.openxmlformats.org/drawingml/2006/main">
            <a:off x="904875" y="4924425"/>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75F96"/>
                </a:solidFill>
                <a:latin typeface="Arial"/>
                <a:ea typeface="Arial"/>
                <a:cs typeface="Arial"/>
              </a:defRPr>
            </a:defPPr>
            <a:lvl1pPr>
              <a:defRPr sz="2175" b="1">
                <a:solidFill>
                  <a:srgbClr val="175F96"/>
                </a:solidFill>
                <a:latin typeface="Arial"/>
                <a:ea typeface="Arial"/>
                <a:cs typeface="Arial"/>
              </a:defRPr>
            </a:lvl1pPr>
            <a:lvl2pPr>
              <a:defRPr sz="2175" b="1">
                <a:solidFill>
                  <a:srgbClr val="175F96"/>
                </a:solidFill>
                <a:latin typeface="Arial"/>
                <a:ea typeface="Arial"/>
                <a:cs typeface="Arial"/>
              </a:defRPr>
            </a:lvl2pPr>
            <a:lvl3pPr>
              <a:defRPr sz="2175" b="1">
                <a:solidFill>
                  <a:srgbClr val="175F96"/>
                </a:solidFill>
                <a:latin typeface="Arial"/>
                <a:ea typeface="Arial"/>
                <a:cs typeface="Arial"/>
              </a:defRPr>
            </a:lvl3pPr>
            <a:lvl4pPr>
              <a:defRPr sz="2175" b="1">
                <a:solidFill>
                  <a:srgbClr val="175F96"/>
                </a:solidFill>
                <a:latin typeface="Arial"/>
                <a:ea typeface="Arial"/>
                <a:cs typeface="Arial"/>
              </a:defRPr>
            </a:lvl4pPr>
            <a:lvl5pPr>
              <a:defRPr sz="2175" b="1">
                <a:solidFill>
                  <a:srgbClr val="175F96"/>
                </a:solidFill>
                <a:latin typeface="Arial"/>
                <a:ea typeface="Arial"/>
                <a:cs typeface="Arial"/>
              </a:defRPr>
            </a:lvl5pPr>
            <a:lvl6pPr>
              <a:defRPr sz="2175" b="1">
                <a:solidFill>
                  <a:srgbClr val="175F96"/>
                </a:solidFill>
                <a:latin typeface="Arial"/>
                <a:ea typeface="Arial"/>
                <a:cs typeface="Arial"/>
              </a:defRPr>
            </a:lvl6pPr>
            <a:lvl7pPr>
              <a:defRPr sz="2175" b="1">
                <a:solidFill>
                  <a:srgbClr val="175F96"/>
                </a:solidFill>
                <a:latin typeface="Arial"/>
                <a:ea typeface="Arial"/>
                <a:cs typeface="Arial"/>
              </a:defRPr>
            </a:lvl7pPr>
            <a:lvl8pPr>
              <a:defRPr sz="2175" b="1">
                <a:solidFill>
                  <a:srgbClr val="175F96"/>
                </a:solidFill>
                <a:latin typeface="Arial"/>
                <a:ea typeface="Arial"/>
                <a:cs typeface="Arial"/>
              </a:defRPr>
            </a:lvl8pPr>
            <a:lvl9pPr>
              <a:defRPr sz="2175" b="1">
                <a:solidFill>
                  <a:srgbClr val="175F96"/>
                </a:solidFill>
                <a:latin typeface="Arial"/>
                <a:ea typeface="Arial"/>
                <a:cs typeface="Arial"/>
              </a:defRPr>
            </a:lvl9pPr>
          </a:lstStyle>
          <a:p xmlns:a="http://schemas.openxmlformats.org/drawingml/2006/main">
            <a:pPr>
              <a:defRPr sz="2175" b="1">
                <a:solidFill>
                  <a:srgbClr val="175F96"/>
                </a:solidFill>
                <a:latin typeface="Arial"/>
                <a:ea typeface="Arial"/>
                <a:cs typeface="Arial"/>
              </a:defRPr>
            </a:pPr>
            <a:r>
              <a:rPr sz="2175" b="1">
                <a:solidFill>
                  <a:srgbClr val="175F96"/>
                </a:solidFill>
                <a:latin typeface="Arial"/>
                <a:ea typeface="Arial"/>
                <a:cs typeface="Arial"/>
              </a:rPr>
              <a:t>Memorization first</a:t>
            </a:r>
          </a:p>
        </p:txBody>
      </p:sp>
      <p:sp>
        <p:nvSpPr>
          <p:cNvPr id="5" name="">
            <a:extLst xmlns:a="http://schemas.openxmlformats.org/drawingml/2006/main">
              <a:ext uri="{FF2B5EF4-FFF2-40B4-BE49-F238E27FC236}">
                <a16:creationId xmlns:a16="http://schemas.microsoft.com/office/drawing/2014/main" id="{673EA434-4844-4539-996A-947E09B6D4C7}"/>
              </a:ext>
            </a:extLst>
          </p:cNvPr>
          <p:cNvSpPr>
            <a:spLocks xmlns:a="http://schemas.openxmlformats.org/drawingml/2006/main" noGrp="1"/>
          </p:cNvSpPr>
          <p:nvPr/>
        </p:nvSpPr>
        <p:spPr>
          <a:xfrm xmlns:a="http://schemas.openxmlformats.org/drawingml/2006/main">
            <a:off x="6572250" y="4924425"/>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637E8E"/>
                </a:solidFill>
                <a:latin typeface="Arial"/>
                <a:ea typeface="Arial"/>
                <a:cs typeface="Arial"/>
              </a:defRPr>
            </a:defPPr>
            <a:lvl1pPr>
              <a:defRPr sz="2175" b="1">
                <a:solidFill>
                  <a:srgbClr val="637E8E"/>
                </a:solidFill>
                <a:latin typeface="Arial"/>
                <a:ea typeface="Arial"/>
                <a:cs typeface="Arial"/>
              </a:defRPr>
            </a:lvl1pPr>
            <a:lvl2pPr>
              <a:defRPr sz="2175" b="1">
                <a:solidFill>
                  <a:srgbClr val="637E8E"/>
                </a:solidFill>
                <a:latin typeface="Arial"/>
                <a:ea typeface="Arial"/>
                <a:cs typeface="Arial"/>
              </a:defRPr>
            </a:lvl2pPr>
            <a:lvl3pPr>
              <a:defRPr sz="2175" b="1">
                <a:solidFill>
                  <a:srgbClr val="637E8E"/>
                </a:solidFill>
                <a:latin typeface="Arial"/>
                <a:ea typeface="Arial"/>
                <a:cs typeface="Arial"/>
              </a:defRPr>
            </a:lvl3pPr>
            <a:lvl4pPr>
              <a:defRPr sz="2175" b="1">
                <a:solidFill>
                  <a:srgbClr val="637E8E"/>
                </a:solidFill>
                <a:latin typeface="Arial"/>
                <a:ea typeface="Arial"/>
                <a:cs typeface="Arial"/>
              </a:defRPr>
            </a:lvl4pPr>
            <a:lvl5pPr>
              <a:defRPr sz="2175" b="1">
                <a:solidFill>
                  <a:srgbClr val="637E8E"/>
                </a:solidFill>
                <a:latin typeface="Arial"/>
                <a:ea typeface="Arial"/>
                <a:cs typeface="Arial"/>
              </a:defRPr>
            </a:lvl5pPr>
            <a:lvl6pPr>
              <a:defRPr sz="2175" b="1">
                <a:solidFill>
                  <a:srgbClr val="637E8E"/>
                </a:solidFill>
                <a:latin typeface="Arial"/>
                <a:ea typeface="Arial"/>
                <a:cs typeface="Arial"/>
              </a:defRPr>
            </a:lvl6pPr>
            <a:lvl7pPr>
              <a:defRPr sz="2175" b="1">
                <a:solidFill>
                  <a:srgbClr val="637E8E"/>
                </a:solidFill>
                <a:latin typeface="Arial"/>
                <a:ea typeface="Arial"/>
                <a:cs typeface="Arial"/>
              </a:defRPr>
            </a:lvl7pPr>
            <a:lvl8pPr>
              <a:defRPr sz="2175" b="1">
                <a:solidFill>
                  <a:srgbClr val="637E8E"/>
                </a:solidFill>
                <a:latin typeface="Arial"/>
                <a:ea typeface="Arial"/>
                <a:cs typeface="Arial"/>
              </a:defRPr>
            </a:lvl8pPr>
            <a:lvl9pPr>
              <a:defRPr sz="2175" b="1">
                <a:solidFill>
                  <a:srgbClr val="637E8E"/>
                </a:solidFill>
                <a:latin typeface="Arial"/>
                <a:ea typeface="Arial"/>
                <a:cs typeface="Arial"/>
              </a:defRPr>
            </a:lvl9pPr>
          </a:lstStyle>
          <a:p xmlns:a="http://schemas.openxmlformats.org/drawingml/2006/main">
            <a:pPr>
              <a:defRPr sz="2175" b="1">
                <a:solidFill>
                  <a:srgbClr val="637E8E"/>
                </a:solidFill>
                <a:latin typeface="Arial"/>
                <a:ea typeface="Arial"/>
                <a:cs typeface="Arial"/>
              </a:defRPr>
            </a:pPr>
            <a:r>
              <a:rPr sz="2175" b="1">
                <a:solidFill>
                  <a:srgbClr val="637E8E"/>
                </a:solidFill>
                <a:latin typeface="Arial"/>
                <a:ea typeface="Arial"/>
                <a:cs typeface="Arial"/>
              </a:rPr>
              <a:t>Generalization later</a:t>
            </a:r>
          </a:p>
        </p:txBody>
      </p:sp>
      <p:sp>
        <p:nvSpPr>
          <p:cNvPr id="6" name="">
            <a:extLst xmlns:a="http://schemas.openxmlformats.org/drawingml/2006/main">
              <a:ext uri="{FF2B5EF4-FFF2-40B4-BE49-F238E27FC236}">
                <a16:creationId xmlns:a16="http://schemas.microsoft.com/office/drawing/2014/main" id="{C2534143-5F52-4B82-BD85-E6F7B4D4C9F1}"/>
              </a:ext>
            </a:extLst>
          </p:cNvPr>
          <p:cNvSpPr>
            <a:spLocks xmlns:a="http://schemas.openxmlformats.org/drawingml/2006/main" noGrp="1"/>
          </p:cNvSpPr>
          <p:nvPr/>
        </p:nvSpPr>
        <p:spPr>
          <a:xfrm xmlns:a="http://schemas.openxmlformats.org/drawingml/2006/main">
            <a:off x="857250" y="5553075"/>
            <a:ext cx="3048000" cy="59055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30 + 4 = 34</a:t>
            </a:r>
          </a:p>
        </p:txBody>
      </p:sp>
      <p:sp>
        <p:nvSpPr>
          <p:cNvPr id="7" name="">
            <a:extLst xmlns:a="http://schemas.openxmlformats.org/drawingml/2006/main">
              <a:ext uri="{FF2B5EF4-FFF2-40B4-BE49-F238E27FC236}">
                <a16:creationId xmlns:a16="http://schemas.microsoft.com/office/drawing/2014/main" id="{A057D80F-CC6D-4AF3-AC20-15FF7C2CD208}"/>
              </a:ext>
            </a:extLst>
          </p:cNvPr>
          <p:cNvSpPr>
            <a:spLocks xmlns:a="http://schemas.openxmlformats.org/drawingml/2006/main" noGrp="1"/>
          </p:cNvSpPr>
          <p:nvPr/>
        </p:nvSpPr>
        <p:spPr>
          <a:xfrm xmlns:a="http://schemas.openxmlformats.org/drawingml/2006/main">
            <a:off x="6572250" y="5553075"/>
            <a:ext cx="4667250" cy="59055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34 mod 31 = 3</a:t>
            </a:r>
          </a:p>
        </p:txBody>
      </p:sp>
      <p:sp>
        <p:nvSpPr>
          <p:cNvPr id="9" name="">
            <a:extLst xmlns:a="http://schemas.openxmlformats.org/drawingml/2006/main">
              <a:ext uri="{FF2B5EF4-FFF2-40B4-BE49-F238E27FC236}">
                <a16:creationId xmlns:a16="http://schemas.microsoft.com/office/drawing/2014/main" id="{6972F430-C6A6-46C0-A0A3-ED8591B42949}"/>
              </a:ext>
            </a:extLst>
          </p:cNvPr>
          <p:cNvSpPr>
            <a:spLocks xmlns:a="http://schemas.openxmlformats.org/drawingml/2006/main" noGrp="1"/>
          </p:cNvSpPr>
          <p:nvPr/>
        </p:nvSpPr>
        <p:spPr>
          <a:xfrm xmlns:a="http://schemas.openxmlformats.org/drawingml/2006/main">
            <a:off x="4143375" y="5343525"/>
            <a:ext cx="2238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a:solidFill>
                  <a:srgbClr val="172B3A"/>
                </a:solidFill>
                <a:latin typeface="Arial"/>
                <a:ea typeface="Arial"/>
                <a:cs typeface="Arial"/>
              </a:defRPr>
            </a:defPPr>
            <a:lvl1pPr>
              <a:defRPr sz="1575">
                <a:solidFill>
                  <a:srgbClr val="172B3A"/>
                </a:solidFill>
                <a:latin typeface="Arial"/>
                <a:ea typeface="Arial"/>
                <a:cs typeface="Arial"/>
              </a:defRPr>
            </a:lvl1pPr>
            <a:lvl2pPr>
              <a:defRPr sz="1575">
                <a:solidFill>
                  <a:srgbClr val="172B3A"/>
                </a:solidFill>
                <a:latin typeface="Arial"/>
                <a:ea typeface="Arial"/>
                <a:cs typeface="Arial"/>
              </a:defRPr>
            </a:lvl2pPr>
            <a:lvl3pPr>
              <a:defRPr sz="1575">
                <a:solidFill>
                  <a:srgbClr val="172B3A"/>
                </a:solidFill>
                <a:latin typeface="Arial"/>
                <a:ea typeface="Arial"/>
                <a:cs typeface="Arial"/>
              </a:defRPr>
            </a:lvl3pPr>
            <a:lvl4pPr>
              <a:defRPr sz="1575">
                <a:solidFill>
                  <a:srgbClr val="172B3A"/>
                </a:solidFill>
                <a:latin typeface="Arial"/>
                <a:ea typeface="Arial"/>
                <a:cs typeface="Arial"/>
              </a:defRPr>
            </a:lvl4pPr>
            <a:lvl5pPr>
              <a:defRPr sz="1575">
                <a:solidFill>
                  <a:srgbClr val="172B3A"/>
                </a:solidFill>
                <a:latin typeface="Arial"/>
                <a:ea typeface="Arial"/>
                <a:cs typeface="Arial"/>
              </a:defRPr>
            </a:lvl5pPr>
            <a:lvl6pPr>
              <a:defRPr sz="1575">
                <a:solidFill>
                  <a:srgbClr val="172B3A"/>
                </a:solidFill>
                <a:latin typeface="Arial"/>
                <a:ea typeface="Arial"/>
                <a:cs typeface="Arial"/>
              </a:defRPr>
            </a:lvl6pPr>
            <a:lvl7pPr>
              <a:defRPr sz="1575">
                <a:solidFill>
                  <a:srgbClr val="172B3A"/>
                </a:solidFill>
                <a:latin typeface="Arial"/>
                <a:ea typeface="Arial"/>
                <a:cs typeface="Arial"/>
              </a:defRPr>
            </a:lvl7pPr>
            <a:lvl8pPr>
              <a:defRPr sz="1575">
                <a:solidFill>
                  <a:srgbClr val="172B3A"/>
                </a:solidFill>
                <a:latin typeface="Arial"/>
                <a:ea typeface="Arial"/>
                <a:cs typeface="Arial"/>
              </a:defRPr>
            </a:lvl8pPr>
            <a:lvl9pPr>
              <a:defRPr sz="1575">
                <a:solidFill>
                  <a:srgbClr val="172B3A"/>
                </a:solidFill>
                <a:latin typeface="Arial"/>
                <a:ea typeface="Arial"/>
                <a:cs typeface="Arial"/>
              </a:defRPr>
            </a:lvl9pPr>
          </a:lstStyle>
          <a:p xmlns:a="http://schemas.openxmlformats.org/drawingml/2006/main">
            <a:pPr>
              <a:defRPr sz="1575">
                <a:solidFill>
                  <a:srgbClr val="172B3A"/>
                </a:solidFill>
                <a:latin typeface="Arial"/>
                <a:ea typeface="Arial"/>
                <a:cs typeface="Arial"/>
              </a:defRPr>
            </a:pPr>
            <a:r>
              <a:rPr sz="1575">
                <a:solidFill>
                  <a:srgbClr val="172B3A"/>
                </a:solidFill>
                <a:latin typeface="Arial"/>
                <a:ea typeface="Arial"/>
                <a:cs typeface="Arial"/>
              </a:rPr>
              <a:t>Keep the remainder</a:t>
            </a:r>
          </a:p>
        </p:txBody>
      </p:sp>
    </p:spTree>
    <p:extLst>
      <p:ext uri="{BB962C8B-B14F-4D97-AF65-F5344CB8AC3E}">
        <p14:creationId xmlns:p14="http://schemas.microsoft.com/office/powerpoint/2010/main" val="50466720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71F9736-73E6-4DE0-BC1F-D1B20020D2E8}"/>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The task and the dataset</a:t>
            </a:r>
          </a:p>
        </p:txBody>
      </p:sp>
      <p:sp>
        <p:nvSpPr>
          <p:cNvPr id="2" name="">
            <a:extLst xmlns:a="http://schemas.openxmlformats.org/drawingml/2006/main">
              <a:ext uri="{FF2B5EF4-FFF2-40B4-BE49-F238E27FC236}">
                <a16:creationId xmlns:a16="http://schemas.microsoft.com/office/drawing/2014/main" id="{29998539-A4C2-4620-931E-DEC2220ED0A1}"/>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3</a:t>
            </a:r>
          </a:p>
        </p:txBody>
      </p:sp>
      <p:sp>
        <p:nvSpPr>
          <p:cNvPr id="3" name="">
            <a:extLst xmlns:a="http://schemas.openxmlformats.org/drawingml/2006/main">
              <a:ext uri="{FF2B5EF4-FFF2-40B4-BE49-F238E27FC236}">
                <a16:creationId xmlns:a16="http://schemas.microsoft.com/office/drawing/2014/main" id="{FC508F67-B81D-43CF-BDD0-C7AC9A50FE84}"/>
              </a:ext>
            </a:extLst>
          </p:cNvPr>
          <p:cNvSpPr>
            <a:spLocks xmlns:a="http://schemas.openxmlformats.org/drawingml/2006/main" noGrp="1"/>
          </p:cNvSpPr>
          <p:nvPr/>
        </p:nvSpPr>
        <p:spPr>
          <a:xfrm xmlns:a="http://schemas.openxmlformats.org/drawingml/2006/main">
            <a:off x="666750" y="152400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625">
                <a:solidFill>
                  <a:srgbClr val="175F96"/>
                </a:solidFill>
                <a:latin typeface="Arial"/>
                <a:ea typeface="Arial"/>
                <a:cs typeface="Arial"/>
              </a:defRPr>
            </a:defPPr>
            <a:lvl1pPr>
              <a:defRPr sz="2625">
                <a:solidFill>
                  <a:srgbClr val="175F96"/>
                </a:solidFill>
                <a:latin typeface="Arial"/>
                <a:ea typeface="Arial"/>
                <a:cs typeface="Arial"/>
              </a:defRPr>
            </a:lvl1pPr>
            <a:lvl2pPr>
              <a:defRPr sz="2625">
                <a:solidFill>
                  <a:srgbClr val="175F96"/>
                </a:solidFill>
                <a:latin typeface="Arial"/>
                <a:ea typeface="Arial"/>
                <a:cs typeface="Arial"/>
              </a:defRPr>
            </a:lvl2pPr>
            <a:lvl3pPr>
              <a:defRPr sz="2625">
                <a:solidFill>
                  <a:srgbClr val="175F96"/>
                </a:solidFill>
                <a:latin typeface="Arial"/>
                <a:ea typeface="Arial"/>
                <a:cs typeface="Arial"/>
              </a:defRPr>
            </a:lvl3pPr>
            <a:lvl4pPr>
              <a:defRPr sz="2625">
                <a:solidFill>
                  <a:srgbClr val="175F96"/>
                </a:solidFill>
                <a:latin typeface="Arial"/>
                <a:ea typeface="Arial"/>
                <a:cs typeface="Arial"/>
              </a:defRPr>
            </a:lvl4pPr>
            <a:lvl5pPr>
              <a:defRPr sz="2625">
                <a:solidFill>
                  <a:srgbClr val="175F96"/>
                </a:solidFill>
                <a:latin typeface="Arial"/>
                <a:ea typeface="Arial"/>
                <a:cs typeface="Arial"/>
              </a:defRPr>
            </a:lvl5pPr>
            <a:lvl6pPr>
              <a:defRPr sz="2625">
                <a:solidFill>
                  <a:srgbClr val="175F96"/>
                </a:solidFill>
                <a:latin typeface="Arial"/>
                <a:ea typeface="Arial"/>
                <a:cs typeface="Arial"/>
              </a:defRPr>
            </a:lvl6pPr>
            <a:lvl7pPr>
              <a:defRPr sz="2625">
                <a:solidFill>
                  <a:srgbClr val="175F96"/>
                </a:solidFill>
                <a:latin typeface="Arial"/>
                <a:ea typeface="Arial"/>
                <a:cs typeface="Arial"/>
              </a:defRPr>
            </a:lvl7pPr>
            <a:lvl8pPr>
              <a:defRPr sz="2625">
                <a:solidFill>
                  <a:srgbClr val="175F96"/>
                </a:solidFill>
                <a:latin typeface="Arial"/>
                <a:ea typeface="Arial"/>
                <a:cs typeface="Arial"/>
              </a:defRPr>
            </a:lvl8pPr>
            <a:lvl9pPr>
              <a:defRPr sz="2625">
                <a:solidFill>
                  <a:srgbClr val="175F96"/>
                </a:solidFill>
                <a:latin typeface="Arial"/>
                <a:ea typeface="Arial"/>
                <a:cs typeface="Arial"/>
              </a:defRPr>
            </a:lvl9pPr>
          </a:lstStyle>
          <a:p xmlns:a="http://schemas.openxmlformats.org/drawingml/2006/main">
            <a:pPr>
              <a:defRPr sz="2625">
                <a:solidFill>
                  <a:srgbClr val="175F96"/>
                </a:solidFill>
                <a:latin typeface="Arial"/>
                <a:ea typeface="Arial"/>
                <a:cs typeface="Arial"/>
              </a:defRPr>
            </a:pPr>
            <a:r>
              <a:rPr sz="2625">
                <a:solidFill>
                  <a:srgbClr val="175F96"/>
                </a:solidFill>
                <a:latin typeface="Arial"/>
                <a:ea typeface="Arial"/>
                <a:cs typeface="Arial"/>
              </a:rPr>
              <a:t>961 ordered pairs: learn (a + b) mod 31</a:t>
            </a:r>
          </a:p>
        </p:txBody>
      </p:sp>
      <p:sp>
        <p:nvSpPr>
          <p:cNvPr id="4" name="">
            <a:extLst xmlns:a="http://schemas.openxmlformats.org/drawingml/2006/main">
              <a:ext uri="{FF2B5EF4-FFF2-40B4-BE49-F238E27FC236}">
                <a16:creationId xmlns:a16="http://schemas.microsoft.com/office/drawing/2014/main" id="{7166736E-DDB8-4005-B6D8-B48456ED4607}"/>
              </a:ext>
            </a:extLst>
          </p:cNvPr>
          <p:cNvSpPr>
            <a:spLocks xmlns:a="http://schemas.openxmlformats.org/drawingml/2006/main" noGrp="1"/>
          </p:cNvSpPr>
          <p:nvPr/>
        </p:nvSpPr>
        <p:spPr>
          <a:xfrm xmlns:a="http://schemas.openxmlformats.org/drawingml/2006/main">
            <a:off x="952500" y="2466975"/>
            <a:ext cx="5994506" cy="952500"/>
          </a:xfrm>
          <a:prstGeom xmlns:a="http://schemas.openxmlformats.org/drawingml/2006/main" prst="rect">
            <a:avLst/>
          </a:prstGeom>
          <a:solidFill xmlns:a="http://schemas.openxmlformats.org/drawingml/2006/main">
            <a:srgbClr val="175F96"/>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550">
                <a:solidFill>
                  <a:srgbClr val="FFFFFF"/>
                </a:solidFill>
                <a:latin typeface="Arial"/>
                <a:ea typeface="Arial"/>
                <a:cs typeface="Arial"/>
              </a:defRPr>
            </a:defPPr>
            <a:lvl1pPr algn="ctr">
              <a:defRPr sz="2550">
                <a:solidFill>
                  <a:srgbClr val="FFFFFF"/>
                </a:solidFill>
                <a:latin typeface="Arial"/>
                <a:ea typeface="Arial"/>
                <a:cs typeface="Arial"/>
              </a:defRPr>
            </a:lvl1pPr>
            <a:lvl2pPr algn="ctr">
              <a:defRPr sz="2550">
                <a:solidFill>
                  <a:srgbClr val="FFFFFF"/>
                </a:solidFill>
                <a:latin typeface="Arial"/>
                <a:ea typeface="Arial"/>
                <a:cs typeface="Arial"/>
              </a:defRPr>
            </a:lvl2pPr>
            <a:lvl3pPr algn="ctr">
              <a:defRPr sz="2550">
                <a:solidFill>
                  <a:srgbClr val="FFFFFF"/>
                </a:solidFill>
                <a:latin typeface="Arial"/>
                <a:ea typeface="Arial"/>
                <a:cs typeface="Arial"/>
              </a:defRPr>
            </a:lvl3pPr>
            <a:lvl4pPr algn="ctr">
              <a:defRPr sz="2550">
                <a:solidFill>
                  <a:srgbClr val="FFFFFF"/>
                </a:solidFill>
                <a:latin typeface="Arial"/>
                <a:ea typeface="Arial"/>
                <a:cs typeface="Arial"/>
              </a:defRPr>
            </a:lvl4pPr>
            <a:lvl5pPr algn="ctr">
              <a:defRPr sz="2550">
                <a:solidFill>
                  <a:srgbClr val="FFFFFF"/>
                </a:solidFill>
                <a:latin typeface="Arial"/>
                <a:ea typeface="Arial"/>
                <a:cs typeface="Arial"/>
              </a:defRPr>
            </a:lvl5pPr>
            <a:lvl6pPr algn="ctr">
              <a:defRPr sz="2550">
                <a:solidFill>
                  <a:srgbClr val="FFFFFF"/>
                </a:solidFill>
                <a:latin typeface="Arial"/>
                <a:ea typeface="Arial"/>
                <a:cs typeface="Arial"/>
              </a:defRPr>
            </a:lvl6pPr>
            <a:lvl7pPr algn="ctr">
              <a:defRPr sz="2550">
                <a:solidFill>
                  <a:srgbClr val="FFFFFF"/>
                </a:solidFill>
                <a:latin typeface="Arial"/>
                <a:ea typeface="Arial"/>
                <a:cs typeface="Arial"/>
              </a:defRPr>
            </a:lvl7pPr>
            <a:lvl8pPr algn="ctr">
              <a:defRPr sz="2550">
                <a:solidFill>
                  <a:srgbClr val="FFFFFF"/>
                </a:solidFill>
                <a:latin typeface="Arial"/>
                <a:ea typeface="Arial"/>
                <a:cs typeface="Arial"/>
              </a:defRPr>
            </a:lvl8pPr>
            <a:lvl9pPr algn="ctr">
              <a:defRPr sz="2550">
                <a:solidFill>
                  <a:srgbClr val="FFFFFF"/>
                </a:solidFill>
                <a:latin typeface="Arial"/>
                <a:ea typeface="Arial"/>
                <a:cs typeface="Arial"/>
              </a:defRPr>
            </a:lvl9pPr>
          </a:lstStyle>
          <a:p xmlns:a="http://schemas.openxmlformats.org/drawingml/2006/main">
            <a:pPr algn="ctr">
              <a:defRPr sz="2550">
                <a:solidFill>
                  <a:srgbClr val="FFFFFF"/>
                </a:solidFill>
                <a:latin typeface="Arial"/>
                <a:ea typeface="Arial"/>
                <a:cs typeface="Arial"/>
              </a:defRPr>
            </a:pPr>
            <a:r>
              <a:rPr sz="2550">
                <a:solidFill>
                  <a:srgbClr val="FFFFFF"/>
                </a:solidFill>
                <a:latin typeface="Arial"/>
                <a:ea typeface="Arial"/>
                <a:cs typeface="Arial"/>
              </a:rPr>
              <a:t>576 practice pairs</a:t>
            </a:r>
          </a:p>
        </p:txBody>
      </p:sp>
      <p:sp>
        <p:nvSpPr>
          <p:cNvPr id="5" name="">
            <a:extLst xmlns:a="http://schemas.openxmlformats.org/drawingml/2006/main">
              <a:ext uri="{FF2B5EF4-FFF2-40B4-BE49-F238E27FC236}">
                <a16:creationId xmlns:a16="http://schemas.microsoft.com/office/drawing/2014/main" id="{C8EE7F3F-7855-4EB4-B7E0-E34187ACC91F}"/>
              </a:ext>
            </a:extLst>
          </p:cNvPr>
          <p:cNvSpPr>
            <a:spLocks xmlns:a="http://schemas.openxmlformats.org/drawingml/2006/main" noGrp="1"/>
          </p:cNvSpPr>
          <p:nvPr/>
        </p:nvSpPr>
        <p:spPr>
          <a:xfrm xmlns:a="http://schemas.openxmlformats.org/drawingml/2006/main">
            <a:off x="6947006" y="2466975"/>
            <a:ext cx="4006744" cy="95250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400">
                <a:solidFill>
                  <a:srgbClr val="172B3A"/>
                </a:solidFill>
                <a:latin typeface="Arial"/>
                <a:ea typeface="Arial"/>
                <a:cs typeface="Arial"/>
              </a:defRPr>
            </a:defPPr>
            <a:lvl1pPr algn="ctr">
              <a:defRPr sz="2400">
                <a:solidFill>
                  <a:srgbClr val="172B3A"/>
                </a:solidFill>
                <a:latin typeface="Arial"/>
                <a:ea typeface="Arial"/>
                <a:cs typeface="Arial"/>
              </a:defRPr>
            </a:lvl1pPr>
            <a:lvl2pPr algn="ctr">
              <a:defRPr sz="2400">
                <a:solidFill>
                  <a:srgbClr val="172B3A"/>
                </a:solidFill>
                <a:latin typeface="Arial"/>
                <a:ea typeface="Arial"/>
                <a:cs typeface="Arial"/>
              </a:defRPr>
            </a:lvl2pPr>
            <a:lvl3pPr algn="ctr">
              <a:defRPr sz="2400">
                <a:solidFill>
                  <a:srgbClr val="172B3A"/>
                </a:solidFill>
                <a:latin typeface="Arial"/>
                <a:ea typeface="Arial"/>
                <a:cs typeface="Arial"/>
              </a:defRPr>
            </a:lvl3pPr>
            <a:lvl4pPr algn="ctr">
              <a:defRPr sz="2400">
                <a:solidFill>
                  <a:srgbClr val="172B3A"/>
                </a:solidFill>
                <a:latin typeface="Arial"/>
                <a:ea typeface="Arial"/>
                <a:cs typeface="Arial"/>
              </a:defRPr>
            </a:lvl4pPr>
            <a:lvl5pPr algn="ctr">
              <a:defRPr sz="2400">
                <a:solidFill>
                  <a:srgbClr val="172B3A"/>
                </a:solidFill>
                <a:latin typeface="Arial"/>
                <a:ea typeface="Arial"/>
                <a:cs typeface="Arial"/>
              </a:defRPr>
            </a:lvl5pPr>
            <a:lvl6pPr algn="ctr">
              <a:defRPr sz="2400">
                <a:solidFill>
                  <a:srgbClr val="172B3A"/>
                </a:solidFill>
                <a:latin typeface="Arial"/>
                <a:ea typeface="Arial"/>
                <a:cs typeface="Arial"/>
              </a:defRPr>
            </a:lvl6pPr>
            <a:lvl7pPr algn="ctr">
              <a:defRPr sz="2400">
                <a:solidFill>
                  <a:srgbClr val="172B3A"/>
                </a:solidFill>
                <a:latin typeface="Arial"/>
                <a:ea typeface="Arial"/>
                <a:cs typeface="Arial"/>
              </a:defRPr>
            </a:lvl7pPr>
            <a:lvl8pPr algn="ctr">
              <a:defRPr sz="2400">
                <a:solidFill>
                  <a:srgbClr val="172B3A"/>
                </a:solidFill>
                <a:latin typeface="Arial"/>
                <a:ea typeface="Arial"/>
                <a:cs typeface="Arial"/>
              </a:defRPr>
            </a:lvl8pPr>
            <a:lvl9pPr algn="ctr">
              <a:defRPr sz="2400">
                <a:solidFill>
                  <a:srgbClr val="172B3A"/>
                </a:solidFill>
                <a:latin typeface="Arial"/>
                <a:ea typeface="Arial"/>
                <a:cs typeface="Arial"/>
              </a:defRPr>
            </a:lvl9pPr>
          </a:lstStyle>
          <a:p xmlns:a="http://schemas.openxmlformats.org/drawingml/2006/main">
            <a:pPr algn="ctr">
              <a:defRPr sz="2400">
                <a:solidFill>
                  <a:srgbClr val="172B3A"/>
                </a:solidFill>
                <a:latin typeface="Arial"/>
                <a:ea typeface="Arial"/>
                <a:cs typeface="Arial"/>
              </a:defRPr>
            </a:pPr>
            <a:r>
              <a:rPr sz="2400">
                <a:solidFill>
                  <a:srgbClr val="172B3A"/>
                </a:solidFill>
                <a:latin typeface="Arial"/>
                <a:ea typeface="Arial"/>
                <a:cs typeface="Arial"/>
              </a:rPr>
              <a:t>385 held-out pairs</a:t>
            </a:r>
          </a:p>
        </p:txBody>
      </p:sp>
      <p:sp>
        <p:nvSpPr>
          <p:cNvPr id="6" name="">
            <a:extLst xmlns:a="http://schemas.openxmlformats.org/drawingml/2006/main">
              <a:ext uri="{FF2B5EF4-FFF2-40B4-BE49-F238E27FC236}">
                <a16:creationId xmlns:a16="http://schemas.microsoft.com/office/drawing/2014/main" id="{08C49983-8BAF-4DCD-9BF0-1B2902477C7A}"/>
              </a:ext>
            </a:extLst>
          </p:cNvPr>
          <p:cNvSpPr>
            <a:spLocks xmlns:a="http://schemas.openxmlformats.org/drawingml/2006/main" noGrp="1"/>
          </p:cNvSpPr>
          <p:nvPr/>
        </p:nvSpPr>
        <p:spPr>
          <a:xfrm xmlns:a="http://schemas.openxmlformats.org/drawingml/2006/main">
            <a:off x="952500" y="3619500"/>
            <a:ext cx="5994506"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a:solidFill>
                  <a:srgbClr val="172B3A"/>
                </a:solidFill>
                <a:latin typeface="Arial"/>
                <a:ea typeface="Arial"/>
                <a:cs typeface="Arial"/>
              </a:defRPr>
            </a:defPPr>
            <a:lvl1pPr>
              <a:defRPr sz="2025">
                <a:solidFill>
                  <a:srgbClr val="172B3A"/>
                </a:solidFill>
                <a:latin typeface="Arial"/>
                <a:ea typeface="Arial"/>
                <a:cs typeface="Arial"/>
              </a:defRPr>
            </a:lvl1pPr>
            <a:lvl2pPr>
              <a:defRPr sz="2025">
                <a:solidFill>
                  <a:srgbClr val="172B3A"/>
                </a:solidFill>
                <a:latin typeface="Arial"/>
                <a:ea typeface="Arial"/>
                <a:cs typeface="Arial"/>
              </a:defRPr>
            </a:lvl2pPr>
            <a:lvl3pPr>
              <a:defRPr sz="2025">
                <a:solidFill>
                  <a:srgbClr val="172B3A"/>
                </a:solidFill>
                <a:latin typeface="Arial"/>
                <a:ea typeface="Arial"/>
                <a:cs typeface="Arial"/>
              </a:defRPr>
            </a:lvl3pPr>
            <a:lvl4pPr>
              <a:defRPr sz="2025">
                <a:solidFill>
                  <a:srgbClr val="172B3A"/>
                </a:solidFill>
                <a:latin typeface="Arial"/>
                <a:ea typeface="Arial"/>
                <a:cs typeface="Arial"/>
              </a:defRPr>
            </a:lvl4pPr>
            <a:lvl5pPr>
              <a:defRPr sz="2025">
                <a:solidFill>
                  <a:srgbClr val="172B3A"/>
                </a:solidFill>
                <a:latin typeface="Arial"/>
                <a:ea typeface="Arial"/>
                <a:cs typeface="Arial"/>
              </a:defRPr>
            </a:lvl5pPr>
            <a:lvl6pPr>
              <a:defRPr sz="2025">
                <a:solidFill>
                  <a:srgbClr val="172B3A"/>
                </a:solidFill>
                <a:latin typeface="Arial"/>
                <a:ea typeface="Arial"/>
                <a:cs typeface="Arial"/>
              </a:defRPr>
            </a:lvl6pPr>
            <a:lvl7pPr>
              <a:defRPr sz="2025">
                <a:solidFill>
                  <a:srgbClr val="172B3A"/>
                </a:solidFill>
                <a:latin typeface="Arial"/>
                <a:ea typeface="Arial"/>
                <a:cs typeface="Arial"/>
              </a:defRPr>
            </a:lvl7pPr>
            <a:lvl8pPr>
              <a:defRPr sz="2025">
                <a:solidFill>
                  <a:srgbClr val="172B3A"/>
                </a:solidFill>
                <a:latin typeface="Arial"/>
                <a:ea typeface="Arial"/>
                <a:cs typeface="Arial"/>
              </a:defRPr>
            </a:lvl8pPr>
            <a:lvl9pPr>
              <a:defRPr sz="2025">
                <a:solidFill>
                  <a:srgbClr val="172B3A"/>
                </a:solidFill>
                <a:latin typeface="Arial"/>
                <a:ea typeface="Arial"/>
                <a:cs typeface="Arial"/>
              </a:defRPr>
            </a:lvl9pPr>
          </a:lstStyle>
          <a:p xmlns:a="http://schemas.openxmlformats.org/drawingml/2006/main">
            <a:pPr>
              <a:defRPr sz="2025">
                <a:solidFill>
                  <a:srgbClr val="172B3A"/>
                </a:solidFill>
                <a:latin typeface="Arial"/>
                <a:ea typeface="Arial"/>
                <a:cs typeface="Arial"/>
              </a:defRPr>
            </a:pPr>
            <a:r>
              <a:rPr sz="2025">
                <a:solidFill>
                  <a:srgbClr val="172B3A"/>
                </a:solidFill>
                <a:latin typeface="Arial"/>
                <a:ea typeface="Arial"/>
                <a:cs typeface="Arial"/>
              </a:rPr>
              <a:t>For learning</a:t>
            </a:r>
          </a:p>
        </p:txBody>
      </p:sp>
      <p:sp>
        <p:nvSpPr>
          <p:cNvPr id="7" name="">
            <a:extLst xmlns:a="http://schemas.openxmlformats.org/drawingml/2006/main">
              <a:ext uri="{FF2B5EF4-FFF2-40B4-BE49-F238E27FC236}">
                <a16:creationId xmlns:a16="http://schemas.microsoft.com/office/drawing/2014/main" id="{9011DB01-38B4-41BC-B1AC-1D77B1620CD9}"/>
              </a:ext>
            </a:extLst>
          </p:cNvPr>
          <p:cNvSpPr>
            <a:spLocks xmlns:a="http://schemas.openxmlformats.org/drawingml/2006/main" noGrp="1"/>
          </p:cNvSpPr>
          <p:nvPr/>
        </p:nvSpPr>
        <p:spPr>
          <a:xfrm xmlns:a="http://schemas.openxmlformats.org/drawingml/2006/main">
            <a:off x="6947006" y="3619500"/>
            <a:ext cx="4006744"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a:solidFill>
                  <a:srgbClr val="172B3A"/>
                </a:solidFill>
                <a:latin typeface="Arial"/>
                <a:ea typeface="Arial"/>
                <a:cs typeface="Arial"/>
              </a:defRPr>
            </a:defPPr>
            <a:lvl1pPr>
              <a:defRPr sz="2025">
                <a:solidFill>
                  <a:srgbClr val="172B3A"/>
                </a:solidFill>
                <a:latin typeface="Arial"/>
                <a:ea typeface="Arial"/>
                <a:cs typeface="Arial"/>
              </a:defRPr>
            </a:lvl1pPr>
            <a:lvl2pPr>
              <a:defRPr sz="2025">
                <a:solidFill>
                  <a:srgbClr val="172B3A"/>
                </a:solidFill>
                <a:latin typeface="Arial"/>
                <a:ea typeface="Arial"/>
                <a:cs typeface="Arial"/>
              </a:defRPr>
            </a:lvl2pPr>
            <a:lvl3pPr>
              <a:defRPr sz="2025">
                <a:solidFill>
                  <a:srgbClr val="172B3A"/>
                </a:solidFill>
                <a:latin typeface="Arial"/>
                <a:ea typeface="Arial"/>
                <a:cs typeface="Arial"/>
              </a:defRPr>
            </a:lvl3pPr>
            <a:lvl4pPr>
              <a:defRPr sz="2025">
                <a:solidFill>
                  <a:srgbClr val="172B3A"/>
                </a:solidFill>
                <a:latin typeface="Arial"/>
                <a:ea typeface="Arial"/>
                <a:cs typeface="Arial"/>
              </a:defRPr>
            </a:lvl4pPr>
            <a:lvl5pPr>
              <a:defRPr sz="2025">
                <a:solidFill>
                  <a:srgbClr val="172B3A"/>
                </a:solidFill>
                <a:latin typeface="Arial"/>
                <a:ea typeface="Arial"/>
                <a:cs typeface="Arial"/>
              </a:defRPr>
            </a:lvl5pPr>
            <a:lvl6pPr>
              <a:defRPr sz="2025">
                <a:solidFill>
                  <a:srgbClr val="172B3A"/>
                </a:solidFill>
                <a:latin typeface="Arial"/>
                <a:ea typeface="Arial"/>
                <a:cs typeface="Arial"/>
              </a:defRPr>
            </a:lvl6pPr>
            <a:lvl7pPr>
              <a:defRPr sz="2025">
                <a:solidFill>
                  <a:srgbClr val="172B3A"/>
                </a:solidFill>
                <a:latin typeface="Arial"/>
                <a:ea typeface="Arial"/>
                <a:cs typeface="Arial"/>
              </a:defRPr>
            </a:lvl7pPr>
            <a:lvl8pPr>
              <a:defRPr sz="2025">
                <a:solidFill>
                  <a:srgbClr val="172B3A"/>
                </a:solidFill>
                <a:latin typeface="Arial"/>
                <a:ea typeface="Arial"/>
                <a:cs typeface="Arial"/>
              </a:defRPr>
            </a:lvl8pPr>
            <a:lvl9pPr>
              <a:defRPr sz="2025">
                <a:solidFill>
                  <a:srgbClr val="172B3A"/>
                </a:solidFill>
                <a:latin typeface="Arial"/>
                <a:ea typeface="Arial"/>
                <a:cs typeface="Arial"/>
              </a:defRPr>
            </a:lvl9pPr>
          </a:lstStyle>
          <a:p xmlns:a="http://schemas.openxmlformats.org/drawingml/2006/main">
            <a:pPr>
              <a:defRPr sz="2025">
                <a:solidFill>
                  <a:srgbClr val="172B3A"/>
                </a:solidFill>
                <a:latin typeface="Arial"/>
                <a:ea typeface="Arial"/>
                <a:cs typeface="Arial"/>
              </a:defRPr>
            </a:pPr>
            <a:r>
              <a:rPr sz="2025">
                <a:solidFill>
                  <a:srgbClr val="172B3A"/>
                </a:solidFill>
                <a:latin typeface="Arial"/>
                <a:ea typeface="Arial"/>
                <a:cs typeface="Arial"/>
              </a:rPr>
              <a:t>For evaluation</a:t>
            </a:r>
          </a:p>
        </p:txBody>
      </p:sp>
      <p:sp>
        <p:nvSpPr>
          <p:cNvPr id="8" name="">
            <a:extLst xmlns:a="http://schemas.openxmlformats.org/drawingml/2006/main">
              <a:ext uri="{FF2B5EF4-FFF2-40B4-BE49-F238E27FC236}">
                <a16:creationId xmlns:a16="http://schemas.microsoft.com/office/drawing/2014/main" id="{76F69B65-4B90-4ADC-93FE-1A9EEACD6B8F}"/>
              </a:ext>
            </a:extLst>
          </p:cNvPr>
          <p:cNvSpPr>
            <a:spLocks xmlns:a="http://schemas.openxmlformats.org/drawingml/2006/main" noGrp="1"/>
          </p:cNvSpPr>
          <p:nvPr/>
        </p:nvSpPr>
        <p:spPr>
          <a:xfrm xmlns:a="http://schemas.openxmlformats.org/drawingml/2006/main">
            <a:off x="2190750" y="4333875"/>
            <a:ext cx="142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75F96"/>
                </a:solidFill>
                <a:latin typeface="Arial"/>
                <a:ea typeface="Arial"/>
                <a:cs typeface="Arial"/>
              </a:defRPr>
            </a:defPPr>
            <a:lvl1pPr>
              <a:defRPr sz="3000" b="1">
                <a:solidFill>
                  <a:srgbClr val="175F96"/>
                </a:solidFill>
                <a:latin typeface="Arial"/>
                <a:ea typeface="Arial"/>
                <a:cs typeface="Arial"/>
              </a:defRPr>
            </a:lvl1pPr>
            <a:lvl2pPr>
              <a:defRPr sz="3000" b="1">
                <a:solidFill>
                  <a:srgbClr val="175F96"/>
                </a:solidFill>
                <a:latin typeface="Arial"/>
                <a:ea typeface="Arial"/>
                <a:cs typeface="Arial"/>
              </a:defRPr>
            </a:lvl2pPr>
            <a:lvl3pPr>
              <a:defRPr sz="3000" b="1">
                <a:solidFill>
                  <a:srgbClr val="175F96"/>
                </a:solidFill>
                <a:latin typeface="Arial"/>
                <a:ea typeface="Arial"/>
                <a:cs typeface="Arial"/>
              </a:defRPr>
            </a:lvl3pPr>
            <a:lvl4pPr>
              <a:defRPr sz="3000" b="1">
                <a:solidFill>
                  <a:srgbClr val="175F96"/>
                </a:solidFill>
                <a:latin typeface="Arial"/>
                <a:ea typeface="Arial"/>
                <a:cs typeface="Arial"/>
              </a:defRPr>
            </a:lvl4pPr>
            <a:lvl5pPr>
              <a:defRPr sz="3000" b="1">
                <a:solidFill>
                  <a:srgbClr val="175F96"/>
                </a:solidFill>
                <a:latin typeface="Arial"/>
                <a:ea typeface="Arial"/>
                <a:cs typeface="Arial"/>
              </a:defRPr>
            </a:lvl5pPr>
            <a:lvl6pPr>
              <a:defRPr sz="3000" b="1">
                <a:solidFill>
                  <a:srgbClr val="175F96"/>
                </a:solidFill>
                <a:latin typeface="Arial"/>
                <a:ea typeface="Arial"/>
                <a:cs typeface="Arial"/>
              </a:defRPr>
            </a:lvl6pPr>
            <a:lvl7pPr>
              <a:defRPr sz="3000" b="1">
                <a:solidFill>
                  <a:srgbClr val="175F96"/>
                </a:solidFill>
                <a:latin typeface="Arial"/>
                <a:ea typeface="Arial"/>
                <a:cs typeface="Arial"/>
              </a:defRPr>
            </a:lvl7pPr>
            <a:lvl8pPr>
              <a:defRPr sz="3000" b="1">
                <a:solidFill>
                  <a:srgbClr val="175F96"/>
                </a:solidFill>
                <a:latin typeface="Arial"/>
                <a:ea typeface="Arial"/>
                <a:cs typeface="Arial"/>
              </a:defRPr>
            </a:lvl8pPr>
            <a:lvl9pPr>
              <a:defRPr sz="3000" b="1">
                <a:solidFill>
                  <a:srgbClr val="175F96"/>
                </a:solidFill>
                <a:latin typeface="Arial"/>
                <a:ea typeface="Arial"/>
                <a:cs typeface="Arial"/>
              </a:defRPr>
            </a:lvl9pPr>
          </a:lstStyle>
          <a:p xmlns:a="http://schemas.openxmlformats.org/drawingml/2006/main">
            <a:pPr>
              <a:defRPr sz="3000" b="1">
                <a:solidFill>
                  <a:srgbClr val="175F96"/>
                </a:solidFill>
                <a:latin typeface="Arial"/>
                <a:ea typeface="Arial"/>
                <a:cs typeface="Arial"/>
              </a:defRPr>
            </a:pPr>
            <a:r>
              <a:rPr sz="3000" b="1">
                <a:solidFill>
                  <a:srgbClr val="175F96"/>
                </a:solidFill>
                <a:latin typeface="Arial"/>
                <a:ea typeface="Arial"/>
                <a:cs typeface="Arial"/>
              </a:rPr>
              <a:t>S1</a:t>
            </a:r>
          </a:p>
        </p:txBody>
      </p:sp>
      <p:sp>
        <p:nvSpPr>
          <p:cNvPr id="9" name="">
            <a:extLst xmlns:a="http://schemas.openxmlformats.org/drawingml/2006/main">
              <a:ext uri="{FF2B5EF4-FFF2-40B4-BE49-F238E27FC236}">
                <a16:creationId xmlns:a16="http://schemas.microsoft.com/office/drawing/2014/main" id="{B8488F44-6716-4D08-9BFA-4455D5D89A76}"/>
              </a:ext>
            </a:extLst>
          </p:cNvPr>
          <p:cNvSpPr>
            <a:spLocks xmlns:a="http://schemas.openxmlformats.org/drawingml/2006/main" noGrp="1"/>
          </p:cNvSpPr>
          <p:nvPr/>
        </p:nvSpPr>
        <p:spPr>
          <a:xfrm xmlns:a="http://schemas.openxmlformats.org/drawingml/2006/main">
            <a:off x="5381625" y="4333875"/>
            <a:ext cx="142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75F96"/>
                </a:solidFill>
                <a:latin typeface="Arial"/>
                <a:ea typeface="Arial"/>
                <a:cs typeface="Arial"/>
              </a:defRPr>
            </a:defPPr>
            <a:lvl1pPr>
              <a:defRPr sz="3000" b="1">
                <a:solidFill>
                  <a:srgbClr val="175F96"/>
                </a:solidFill>
                <a:latin typeface="Arial"/>
                <a:ea typeface="Arial"/>
                <a:cs typeface="Arial"/>
              </a:defRPr>
            </a:lvl1pPr>
            <a:lvl2pPr>
              <a:defRPr sz="3000" b="1">
                <a:solidFill>
                  <a:srgbClr val="175F96"/>
                </a:solidFill>
                <a:latin typeface="Arial"/>
                <a:ea typeface="Arial"/>
                <a:cs typeface="Arial"/>
              </a:defRPr>
            </a:lvl2pPr>
            <a:lvl3pPr>
              <a:defRPr sz="3000" b="1">
                <a:solidFill>
                  <a:srgbClr val="175F96"/>
                </a:solidFill>
                <a:latin typeface="Arial"/>
                <a:ea typeface="Arial"/>
                <a:cs typeface="Arial"/>
              </a:defRPr>
            </a:lvl3pPr>
            <a:lvl4pPr>
              <a:defRPr sz="3000" b="1">
                <a:solidFill>
                  <a:srgbClr val="175F96"/>
                </a:solidFill>
                <a:latin typeface="Arial"/>
                <a:ea typeface="Arial"/>
                <a:cs typeface="Arial"/>
              </a:defRPr>
            </a:lvl4pPr>
            <a:lvl5pPr>
              <a:defRPr sz="3000" b="1">
                <a:solidFill>
                  <a:srgbClr val="175F96"/>
                </a:solidFill>
                <a:latin typeface="Arial"/>
                <a:ea typeface="Arial"/>
                <a:cs typeface="Arial"/>
              </a:defRPr>
            </a:lvl5pPr>
            <a:lvl6pPr>
              <a:defRPr sz="3000" b="1">
                <a:solidFill>
                  <a:srgbClr val="175F96"/>
                </a:solidFill>
                <a:latin typeface="Arial"/>
                <a:ea typeface="Arial"/>
                <a:cs typeface="Arial"/>
              </a:defRPr>
            </a:lvl6pPr>
            <a:lvl7pPr>
              <a:defRPr sz="3000" b="1">
                <a:solidFill>
                  <a:srgbClr val="175F96"/>
                </a:solidFill>
                <a:latin typeface="Arial"/>
                <a:ea typeface="Arial"/>
                <a:cs typeface="Arial"/>
              </a:defRPr>
            </a:lvl7pPr>
            <a:lvl8pPr>
              <a:defRPr sz="3000" b="1">
                <a:solidFill>
                  <a:srgbClr val="175F96"/>
                </a:solidFill>
                <a:latin typeface="Arial"/>
                <a:ea typeface="Arial"/>
                <a:cs typeface="Arial"/>
              </a:defRPr>
            </a:lvl8pPr>
            <a:lvl9pPr>
              <a:defRPr sz="3000" b="1">
                <a:solidFill>
                  <a:srgbClr val="175F96"/>
                </a:solidFill>
                <a:latin typeface="Arial"/>
                <a:ea typeface="Arial"/>
                <a:cs typeface="Arial"/>
              </a:defRPr>
            </a:lvl9pPr>
          </a:lstStyle>
          <a:p xmlns:a="http://schemas.openxmlformats.org/drawingml/2006/main">
            <a:pPr>
              <a:defRPr sz="3000" b="1">
                <a:solidFill>
                  <a:srgbClr val="175F96"/>
                </a:solidFill>
                <a:latin typeface="Arial"/>
                <a:ea typeface="Arial"/>
                <a:cs typeface="Arial"/>
              </a:defRPr>
            </a:pPr>
            <a:r>
              <a:rPr sz="3000" b="1">
                <a:solidFill>
                  <a:srgbClr val="175F96"/>
                </a:solidFill>
                <a:latin typeface="Arial"/>
                <a:ea typeface="Arial"/>
                <a:cs typeface="Arial"/>
              </a:rPr>
              <a:t>S2</a:t>
            </a:r>
          </a:p>
        </p:txBody>
      </p:sp>
      <p:sp>
        <p:nvSpPr>
          <p:cNvPr id="10" name="">
            <a:extLst xmlns:a="http://schemas.openxmlformats.org/drawingml/2006/main">
              <a:ext uri="{FF2B5EF4-FFF2-40B4-BE49-F238E27FC236}">
                <a16:creationId xmlns:a16="http://schemas.microsoft.com/office/drawing/2014/main" id="{6FAAC246-2035-42B2-9483-89FA4BAAEC25}"/>
              </a:ext>
            </a:extLst>
          </p:cNvPr>
          <p:cNvSpPr>
            <a:spLocks xmlns:a="http://schemas.openxmlformats.org/drawingml/2006/main" noGrp="1"/>
          </p:cNvSpPr>
          <p:nvPr/>
        </p:nvSpPr>
        <p:spPr>
          <a:xfrm xmlns:a="http://schemas.openxmlformats.org/drawingml/2006/main">
            <a:off x="8572500" y="4333875"/>
            <a:ext cx="142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75F96"/>
                </a:solidFill>
                <a:latin typeface="Arial"/>
                <a:ea typeface="Arial"/>
                <a:cs typeface="Arial"/>
              </a:defRPr>
            </a:defPPr>
            <a:lvl1pPr>
              <a:defRPr sz="3000" b="1">
                <a:solidFill>
                  <a:srgbClr val="175F96"/>
                </a:solidFill>
                <a:latin typeface="Arial"/>
                <a:ea typeface="Arial"/>
                <a:cs typeface="Arial"/>
              </a:defRPr>
            </a:lvl1pPr>
            <a:lvl2pPr>
              <a:defRPr sz="3000" b="1">
                <a:solidFill>
                  <a:srgbClr val="175F96"/>
                </a:solidFill>
                <a:latin typeface="Arial"/>
                <a:ea typeface="Arial"/>
                <a:cs typeface="Arial"/>
              </a:defRPr>
            </a:lvl2pPr>
            <a:lvl3pPr>
              <a:defRPr sz="3000" b="1">
                <a:solidFill>
                  <a:srgbClr val="175F96"/>
                </a:solidFill>
                <a:latin typeface="Arial"/>
                <a:ea typeface="Arial"/>
                <a:cs typeface="Arial"/>
              </a:defRPr>
            </a:lvl3pPr>
            <a:lvl4pPr>
              <a:defRPr sz="3000" b="1">
                <a:solidFill>
                  <a:srgbClr val="175F96"/>
                </a:solidFill>
                <a:latin typeface="Arial"/>
                <a:ea typeface="Arial"/>
                <a:cs typeface="Arial"/>
              </a:defRPr>
            </a:lvl4pPr>
            <a:lvl5pPr>
              <a:defRPr sz="3000" b="1">
                <a:solidFill>
                  <a:srgbClr val="175F96"/>
                </a:solidFill>
                <a:latin typeface="Arial"/>
                <a:ea typeface="Arial"/>
                <a:cs typeface="Arial"/>
              </a:defRPr>
            </a:lvl5pPr>
            <a:lvl6pPr>
              <a:defRPr sz="3000" b="1">
                <a:solidFill>
                  <a:srgbClr val="175F96"/>
                </a:solidFill>
                <a:latin typeface="Arial"/>
                <a:ea typeface="Arial"/>
                <a:cs typeface="Arial"/>
              </a:defRPr>
            </a:lvl6pPr>
            <a:lvl7pPr>
              <a:defRPr sz="3000" b="1">
                <a:solidFill>
                  <a:srgbClr val="175F96"/>
                </a:solidFill>
                <a:latin typeface="Arial"/>
                <a:ea typeface="Arial"/>
                <a:cs typeface="Arial"/>
              </a:defRPr>
            </a:lvl7pPr>
            <a:lvl8pPr>
              <a:defRPr sz="3000" b="1">
                <a:solidFill>
                  <a:srgbClr val="175F96"/>
                </a:solidFill>
                <a:latin typeface="Arial"/>
                <a:ea typeface="Arial"/>
                <a:cs typeface="Arial"/>
              </a:defRPr>
            </a:lvl8pPr>
            <a:lvl9pPr>
              <a:defRPr sz="3000" b="1">
                <a:solidFill>
                  <a:srgbClr val="175F96"/>
                </a:solidFill>
                <a:latin typeface="Arial"/>
                <a:ea typeface="Arial"/>
                <a:cs typeface="Arial"/>
              </a:defRPr>
            </a:lvl9pPr>
          </a:lstStyle>
          <a:p xmlns:a="http://schemas.openxmlformats.org/drawingml/2006/main">
            <a:pPr>
              <a:defRPr sz="3000" b="1">
                <a:solidFill>
                  <a:srgbClr val="175F96"/>
                </a:solidFill>
                <a:latin typeface="Arial"/>
                <a:ea typeface="Arial"/>
                <a:cs typeface="Arial"/>
              </a:defRPr>
            </a:pPr>
            <a:r>
              <a:rPr sz="3000" b="1">
                <a:solidFill>
                  <a:srgbClr val="175F96"/>
                </a:solidFill>
                <a:latin typeface="Arial"/>
                <a:ea typeface="Arial"/>
                <a:cs typeface="Arial"/>
              </a:rPr>
              <a:t>S3</a:t>
            </a:r>
          </a:p>
        </p:txBody>
      </p:sp>
      <p:sp>
        <p:nvSpPr>
          <p:cNvPr id="11" name="">
            <a:extLst xmlns:a="http://schemas.openxmlformats.org/drawingml/2006/main">
              <a:ext uri="{FF2B5EF4-FFF2-40B4-BE49-F238E27FC236}">
                <a16:creationId xmlns:a16="http://schemas.microsoft.com/office/drawing/2014/main" id="{FDF822CF-5A8B-4640-9071-5F5F387D0937}"/>
              </a:ext>
            </a:extLst>
          </p:cNvPr>
          <p:cNvSpPr>
            <a:spLocks xmlns:a="http://schemas.openxmlformats.org/drawingml/2006/main" noGrp="1"/>
          </p:cNvSpPr>
          <p:nvPr/>
        </p:nvSpPr>
        <p:spPr>
          <a:xfrm xmlns:a="http://schemas.openxmlformats.org/drawingml/2006/main">
            <a:off x="952500" y="5000625"/>
            <a:ext cx="1028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a:solidFill>
                  <a:srgbClr val="172B3A"/>
                </a:solidFill>
                <a:latin typeface="Arial"/>
                <a:ea typeface="Arial"/>
                <a:cs typeface="Arial"/>
              </a:defRPr>
            </a:defPPr>
            <a:lvl1pPr>
              <a:defRPr sz="2175">
                <a:solidFill>
                  <a:srgbClr val="172B3A"/>
                </a:solidFill>
                <a:latin typeface="Arial"/>
                <a:ea typeface="Arial"/>
                <a:cs typeface="Arial"/>
              </a:defRPr>
            </a:lvl1pPr>
            <a:lvl2pPr>
              <a:defRPr sz="2175">
                <a:solidFill>
                  <a:srgbClr val="172B3A"/>
                </a:solidFill>
                <a:latin typeface="Arial"/>
                <a:ea typeface="Arial"/>
                <a:cs typeface="Arial"/>
              </a:defRPr>
            </a:lvl2pPr>
            <a:lvl3pPr>
              <a:defRPr sz="2175">
                <a:solidFill>
                  <a:srgbClr val="172B3A"/>
                </a:solidFill>
                <a:latin typeface="Arial"/>
                <a:ea typeface="Arial"/>
                <a:cs typeface="Arial"/>
              </a:defRPr>
            </a:lvl3pPr>
            <a:lvl4pPr>
              <a:defRPr sz="2175">
                <a:solidFill>
                  <a:srgbClr val="172B3A"/>
                </a:solidFill>
                <a:latin typeface="Arial"/>
                <a:ea typeface="Arial"/>
                <a:cs typeface="Arial"/>
              </a:defRPr>
            </a:lvl4pPr>
            <a:lvl5pPr>
              <a:defRPr sz="2175">
                <a:solidFill>
                  <a:srgbClr val="172B3A"/>
                </a:solidFill>
                <a:latin typeface="Arial"/>
                <a:ea typeface="Arial"/>
                <a:cs typeface="Arial"/>
              </a:defRPr>
            </a:lvl5pPr>
            <a:lvl6pPr>
              <a:defRPr sz="2175">
                <a:solidFill>
                  <a:srgbClr val="172B3A"/>
                </a:solidFill>
                <a:latin typeface="Arial"/>
                <a:ea typeface="Arial"/>
                <a:cs typeface="Arial"/>
              </a:defRPr>
            </a:lvl6pPr>
            <a:lvl7pPr>
              <a:defRPr sz="2175">
                <a:solidFill>
                  <a:srgbClr val="172B3A"/>
                </a:solidFill>
                <a:latin typeface="Arial"/>
                <a:ea typeface="Arial"/>
                <a:cs typeface="Arial"/>
              </a:defRPr>
            </a:lvl7pPr>
            <a:lvl8pPr>
              <a:defRPr sz="2175">
                <a:solidFill>
                  <a:srgbClr val="172B3A"/>
                </a:solidFill>
                <a:latin typeface="Arial"/>
                <a:ea typeface="Arial"/>
                <a:cs typeface="Arial"/>
              </a:defRPr>
            </a:lvl8pPr>
            <a:lvl9pPr>
              <a:defRPr sz="2175">
                <a:solidFill>
                  <a:srgbClr val="172B3A"/>
                </a:solidFill>
                <a:latin typeface="Arial"/>
                <a:ea typeface="Arial"/>
                <a:cs typeface="Arial"/>
              </a:defRPr>
            </a:lvl9pPr>
          </a:lstStyle>
          <a:p xmlns:a="http://schemas.openxmlformats.org/drawingml/2006/main">
            <a:pPr>
              <a:defRPr sz="2175">
                <a:solidFill>
                  <a:srgbClr val="172B3A"/>
                </a:solidFill>
                <a:latin typeface="Arial"/>
                <a:ea typeface="Arial"/>
                <a:cs typeface="Arial"/>
              </a:defRPr>
            </a:pPr>
            <a:r>
              <a:rPr sz="2175">
                <a:solidFill>
                  <a:srgbClr val="172B3A"/>
                </a:solidFill>
                <a:latin typeface="Arial"/>
                <a:ea typeface="Arial"/>
                <a:cs typeface="Arial"/>
              </a:rPr>
              <a:t>Three fixed partitions. Independent starting seeds within each.</a:t>
            </a:r>
          </a:p>
        </p:txBody>
      </p:sp>
      <p:sp>
        <p:nvSpPr>
          <p:cNvPr id="12" name="">
            <a:extLst xmlns:a="http://schemas.openxmlformats.org/drawingml/2006/main">
              <a:ext uri="{FF2B5EF4-FFF2-40B4-BE49-F238E27FC236}">
                <a16:creationId xmlns:a16="http://schemas.microsoft.com/office/drawing/2014/main" id="{308D6C32-62EB-4E51-9DDB-99C7707386C4}"/>
              </a:ext>
            </a:extLst>
          </p:cNvPr>
          <p:cNvSpPr>
            <a:spLocks xmlns:a="http://schemas.openxmlformats.org/drawingml/2006/main" noGrp="1"/>
          </p:cNvSpPr>
          <p:nvPr/>
        </p:nvSpPr>
        <p:spPr>
          <a:xfrm xmlns:a="http://schemas.openxmlformats.org/drawingml/2006/main">
            <a:off x="952500" y="5724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90 calibration observations</a:t>
            </a:r>
          </a:p>
        </p:txBody>
      </p:sp>
      <p:sp>
        <p:nvSpPr>
          <p:cNvPr id="13" name="">
            <a:extLst xmlns:a="http://schemas.openxmlformats.org/drawingml/2006/main">
              <a:ext uri="{FF2B5EF4-FFF2-40B4-BE49-F238E27FC236}">
                <a16:creationId xmlns:a16="http://schemas.microsoft.com/office/drawing/2014/main" id="{E427510F-3AC8-4B94-8820-DDA52370A9DC}"/>
              </a:ext>
            </a:extLst>
          </p:cNvPr>
          <p:cNvSpPr>
            <a:spLocks xmlns:a="http://schemas.openxmlformats.org/drawingml/2006/main" noGrp="1"/>
          </p:cNvSpPr>
          <p:nvPr/>
        </p:nvSpPr>
        <p:spPr>
          <a:xfrm xmlns:a="http://schemas.openxmlformats.org/drawingml/2006/main">
            <a:off x="6334125" y="5724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540 fresh budget attempts</a:t>
            </a:r>
          </a:p>
        </p:txBody>
      </p:sp>
      <p:sp>
        <p:nvSpPr>
          <p:cNvPr id="14" name="">
            <a:extLst xmlns:a="http://schemas.openxmlformats.org/drawingml/2006/main">
              <a:ext uri="{FF2B5EF4-FFF2-40B4-BE49-F238E27FC236}">
                <a16:creationId xmlns:a16="http://schemas.microsoft.com/office/drawing/2014/main" id="{607F10ED-B8EA-4E6F-ADC0-12B785AB86F3}"/>
              </a:ext>
            </a:extLst>
          </p:cNvPr>
          <p:cNvSpPr>
            <a:spLocks xmlns:a="http://schemas.openxmlformats.org/drawingml/2006/main" noGrp="1"/>
          </p:cNvSpPr>
          <p:nvPr/>
        </p:nvSpPr>
        <p:spPr>
          <a:xfrm xmlns:a="http://schemas.openxmlformats.org/drawingml/2006/main">
            <a:off x="952500" y="6181725"/>
            <a:ext cx="10287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a:solidFill>
                  <a:srgbClr val="637E8E"/>
                </a:solidFill>
                <a:latin typeface="Arial"/>
                <a:ea typeface="Arial"/>
                <a:cs typeface="Arial"/>
              </a:defRPr>
            </a:defPPr>
            <a:lvl1pPr>
              <a:defRPr sz="1575">
                <a:solidFill>
                  <a:srgbClr val="637E8E"/>
                </a:solidFill>
                <a:latin typeface="Arial"/>
                <a:ea typeface="Arial"/>
                <a:cs typeface="Arial"/>
              </a:defRPr>
            </a:lvl1pPr>
            <a:lvl2pPr>
              <a:defRPr sz="1575">
                <a:solidFill>
                  <a:srgbClr val="637E8E"/>
                </a:solidFill>
                <a:latin typeface="Arial"/>
                <a:ea typeface="Arial"/>
                <a:cs typeface="Arial"/>
              </a:defRPr>
            </a:lvl2pPr>
            <a:lvl3pPr>
              <a:defRPr sz="1575">
                <a:solidFill>
                  <a:srgbClr val="637E8E"/>
                </a:solidFill>
                <a:latin typeface="Arial"/>
                <a:ea typeface="Arial"/>
                <a:cs typeface="Arial"/>
              </a:defRPr>
            </a:lvl3pPr>
            <a:lvl4pPr>
              <a:defRPr sz="1575">
                <a:solidFill>
                  <a:srgbClr val="637E8E"/>
                </a:solidFill>
                <a:latin typeface="Arial"/>
                <a:ea typeface="Arial"/>
                <a:cs typeface="Arial"/>
              </a:defRPr>
            </a:lvl4pPr>
            <a:lvl5pPr>
              <a:defRPr sz="1575">
                <a:solidFill>
                  <a:srgbClr val="637E8E"/>
                </a:solidFill>
                <a:latin typeface="Arial"/>
                <a:ea typeface="Arial"/>
                <a:cs typeface="Arial"/>
              </a:defRPr>
            </a:lvl5pPr>
            <a:lvl6pPr>
              <a:defRPr sz="1575">
                <a:solidFill>
                  <a:srgbClr val="637E8E"/>
                </a:solidFill>
                <a:latin typeface="Arial"/>
                <a:ea typeface="Arial"/>
                <a:cs typeface="Arial"/>
              </a:defRPr>
            </a:lvl6pPr>
            <a:lvl7pPr>
              <a:defRPr sz="1575">
                <a:solidFill>
                  <a:srgbClr val="637E8E"/>
                </a:solidFill>
                <a:latin typeface="Arial"/>
                <a:ea typeface="Arial"/>
                <a:cs typeface="Arial"/>
              </a:defRPr>
            </a:lvl7pPr>
            <a:lvl8pPr>
              <a:defRPr sz="1575">
                <a:solidFill>
                  <a:srgbClr val="637E8E"/>
                </a:solidFill>
                <a:latin typeface="Arial"/>
                <a:ea typeface="Arial"/>
                <a:cs typeface="Arial"/>
              </a:defRPr>
            </a:lvl8pPr>
            <a:lvl9pPr>
              <a:defRPr sz="1575">
                <a:solidFill>
                  <a:srgbClr val="637E8E"/>
                </a:solidFill>
                <a:latin typeface="Arial"/>
                <a:ea typeface="Arial"/>
                <a:cs typeface="Arial"/>
              </a:defRPr>
            </a:lvl9pPr>
          </a:lstStyle>
          <a:p xmlns:a="http://schemas.openxmlformats.org/drawingml/2006/main">
            <a:pPr>
              <a:defRPr sz="1575">
                <a:solidFill>
                  <a:srgbClr val="637E8E"/>
                </a:solidFill>
                <a:latin typeface="Arial"/>
                <a:ea typeface="Arial"/>
                <a:cs typeface="Arial"/>
              </a:defRPr>
            </a:pPr>
            <a:r>
              <a:rPr sz="1575">
                <a:solidFill>
                  <a:srgbClr val="637E8E"/>
                </a:solidFill>
                <a:latin typeface="Arial"/>
                <a:ea typeface="Arial"/>
                <a:cs typeface="Arial"/>
              </a:rPr>
              <a:t>20 reused + 70 new calibration runs</a:t>
            </a:r>
          </a:p>
        </p:txBody>
      </p:sp>
    </p:spTree>
    <p:extLst>
      <p:ext uri="{BB962C8B-B14F-4D97-AF65-F5344CB8AC3E}">
        <p14:creationId xmlns:p14="http://schemas.microsoft.com/office/powerpoint/2010/main" val="176253175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0BD87924-202B-4378-8582-B7D58BEC800B}"/>
              </a:ext>
            </a:extLst>
          </p:cNvPr>
          <p:cNvCxnSpPr>
            <a:stCxn xmlns:a="http://schemas.openxmlformats.org/drawingml/2006/main" id="4" idx="2"/>
            <a:endCxn xmlns:a="http://schemas.openxmlformats.org/drawingml/2006/main" id="12" idx="0"/>
          </p:cNvCxnSpPr>
          <p:nvPr/>
        </p:nvCxnSpPr>
        <p:spPr>
          <a:xfrm xmlns:a="http://schemas.openxmlformats.org/drawingml/2006/main">
            <a:off x="3871913" y="3590925"/>
            <a:ext cx="0" cy="904875"/>
          </a:xfrm>
          <a:prstGeom xmlns:a="http://schemas.openxmlformats.org/drawingml/2006/main" prst="straightConnector1">
            <a:avLst/>
          </a:prstGeom>
          <a:ln xmlns:a="http://schemas.openxmlformats.org/drawingml/2006/main" w="19050">
            <a:solidFill>
              <a:srgbClr val="175F96"/>
            </a:solidFill>
            <a:headEnd type="arrow" w="med" len="med"/>
            <a:tailEnd type="arrow" w="med" len="med"/>
          </a:ln>
        </p:spPr>
      </p:cxnSp>
      <p:cxnSp>
        <p:nvCxnSpPr>
          <p:cNvPr id="11" name="">
            <a:extLst xmlns:a="http://schemas.openxmlformats.org/drawingml/2006/main">
              <a:ext uri="{FF2B5EF4-FFF2-40B4-BE49-F238E27FC236}">
                <a16:creationId xmlns:a16="http://schemas.microsoft.com/office/drawing/2014/main" id="{CA28F477-15D3-42F6-9464-F9D712CF1B62}"/>
              </a:ext>
            </a:extLst>
          </p:cNvPr>
          <p:cNvCxnSpPr>
            <a:stCxn xmlns:a="http://schemas.openxmlformats.org/drawingml/2006/main" id="8" idx="3"/>
            <a:endCxn xmlns:a="http://schemas.openxmlformats.org/drawingml/2006/main" id="10" idx="1"/>
          </p:cNvCxnSpPr>
          <p:nvPr/>
        </p:nvCxnSpPr>
        <p:spPr>
          <a:xfrm xmlns:a="http://schemas.openxmlformats.org/drawingml/2006/main">
            <a:off x="9401175" y="2962275"/>
            <a:ext cx="323850" cy="0"/>
          </a:xfrm>
          <a:prstGeom xmlns:a="http://schemas.openxmlformats.org/drawingml/2006/main" prst="straightConnector1">
            <a:avLst/>
          </a:prstGeom>
          <a:ln xmlns:a="http://schemas.openxmlformats.org/drawingml/2006/main" w="19050">
            <a:solidFill>
              <a:srgbClr val="175F96"/>
            </a:solidFill>
            <a:tailEnd type="arrow" w="med" len="med"/>
          </a:ln>
        </p:spPr>
      </p:cxnSp>
      <p:cxnSp>
        <p:nvCxnSpPr>
          <p:cNvPr id="9" name="">
            <a:extLst xmlns:a="http://schemas.openxmlformats.org/drawingml/2006/main">
              <a:ext uri="{FF2B5EF4-FFF2-40B4-BE49-F238E27FC236}">
                <a16:creationId xmlns:a16="http://schemas.microsoft.com/office/drawing/2014/main" id="{756051F3-B439-447D-8696-22F48C821F05}"/>
              </a:ext>
            </a:extLst>
          </p:cNvPr>
          <p:cNvCxnSpPr>
            <a:stCxn xmlns:a="http://schemas.openxmlformats.org/drawingml/2006/main" id="6" idx="3"/>
            <a:endCxn xmlns:a="http://schemas.openxmlformats.org/drawingml/2006/main" id="8" idx="1"/>
          </p:cNvCxnSpPr>
          <p:nvPr/>
        </p:nvCxnSpPr>
        <p:spPr>
          <a:xfrm xmlns:a="http://schemas.openxmlformats.org/drawingml/2006/main">
            <a:off x="7124700" y="2962275"/>
            <a:ext cx="323850" cy="0"/>
          </a:xfrm>
          <a:prstGeom xmlns:a="http://schemas.openxmlformats.org/drawingml/2006/main" prst="straightConnector1">
            <a:avLst/>
          </a:prstGeom>
          <a:ln xmlns:a="http://schemas.openxmlformats.org/drawingml/2006/main" w="19050">
            <a:solidFill>
              <a:srgbClr val="175F96"/>
            </a:solidFill>
            <a:tailEnd type="arrow" w="med" len="med"/>
          </a:ln>
        </p:spPr>
      </p:cxnSp>
      <p:cxnSp>
        <p:nvCxnSpPr>
          <p:cNvPr id="7" name="">
            <a:extLst xmlns:a="http://schemas.openxmlformats.org/drawingml/2006/main">
              <a:ext uri="{FF2B5EF4-FFF2-40B4-BE49-F238E27FC236}">
                <a16:creationId xmlns:a16="http://schemas.microsoft.com/office/drawing/2014/main" id="{C9B8A7F7-1DF7-4C34-9CA1-33D85F5414C9}"/>
              </a:ext>
            </a:extLst>
          </p:cNvPr>
          <p:cNvCxnSpPr>
            <a:stCxn xmlns:a="http://schemas.openxmlformats.org/drawingml/2006/main" id="4" idx="3"/>
            <a:endCxn xmlns:a="http://schemas.openxmlformats.org/drawingml/2006/main" id="6" idx="1"/>
          </p:cNvCxnSpPr>
          <p:nvPr/>
        </p:nvCxnSpPr>
        <p:spPr>
          <a:xfrm xmlns:a="http://schemas.openxmlformats.org/drawingml/2006/main">
            <a:off x="4848225" y="2962275"/>
            <a:ext cx="323850" cy="0"/>
          </a:xfrm>
          <a:prstGeom xmlns:a="http://schemas.openxmlformats.org/drawingml/2006/main" prst="straightConnector1">
            <a:avLst/>
          </a:prstGeom>
          <a:ln xmlns:a="http://schemas.openxmlformats.org/drawingml/2006/main" w="19050">
            <a:solidFill>
              <a:srgbClr val="175F96"/>
            </a:solidFill>
            <a:tailEnd type="arrow" w="med" len="med"/>
          </a:ln>
        </p:spPr>
      </p:cxnSp>
      <p:cxnSp>
        <p:nvCxnSpPr>
          <p:cNvPr id="5" name="">
            <a:extLst xmlns:a="http://schemas.openxmlformats.org/drawingml/2006/main">
              <a:ext uri="{FF2B5EF4-FFF2-40B4-BE49-F238E27FC236}">
                <a16:creationId xmlns:a16="http://schemas.microsoft.com/office/drawing/2014/main" id="{C7A86A5C-5539-475B-8B7E-91CE72D655FA}"/>
              </a:ext>
            </a:extLst>
          </p:cNvPr>
          <p:cNvCxnSpPr>
            <a:stCxn xmlns:a="http://schemas.openxmlformats.org/drawingml/2006/main" id="3" idx="3"/>
            <a:endCxn xmlns:a="http://schemas.openxmlformats.org/drawingml/2006/main" id="4" idx="1"/>
          </p:cNvCxnSpPr>
          <p:nvPr/>
        </p:nvCxnSpPr>
        <p:spPr>
          <a:xfrm xmlns:a="http://schemas.openxmlformats.org/drawingml/2006/main">
            <a:off x="2571750" y="2962275"/>
            <a:ext cx="323850" cy="0"/>
          </a:xfrm>
          <a:prstGeom xmlns:a="http://schemas.openxmlformats.org/drawingml/2006/main" prst="straightConnector1">
            <a:avLst/>
          </a:prstGeom>
          <a:ln xmlns:a="http://schemas.openxmlformats.org/drawingml/2006/main" w="19050">
            <a:solidFill>
              <a:srgbClr val="175F96"/>
            </a:solidFill>
            <a:tailEnd type="arrow" w="med" len="med"/>
          </a:ln>
        </p:spPr>
      </p:cxnSp>
      <p:sp>
        <p:nvSpPr>
          <p:cNvPr id="17" name="">
            <a:extLst xmlns:a="http://schemas.openxmlformats.org/drawingml/2006/main">
              <a:ext uri="{FF2B5EF4-FFF2-40B4-BE49-F238E27FC236}">
                <a16:creationId xmlns:a16="http://schemas.microsoft.com/office/drawing/2014/main" id="{605A77AC-086C-4E76-B6DA-E6DCAFC7CAD1}"/>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How the experiment works</a:t>
            </a:r>
          </a:p>
        </p:txBody>
      </p:sp>
      <p:sp>
        <p:nvSpPr>
          <p:cNvPr id="2" name="">
            <a:extLst xmlns:a="http://schemas.openxmlformats.org/drawingml/2006/main">
              <a:ext uri="{FF2B5EF4-FFF2-40B4-BE49-F238E27FC236}">
                <a16:creationId xmlns:a16="http://schemas.microsoft.com/office/drawing/2014/main" id="{48B5B075-A978-4DA1-90C1-205FF8FBA180}"/>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4</a:t>
            </a:r>
          </a:p>
        </p:txBody>
      </p:sp>
      <p:sp>
        <p:nvSpPr>
          <p:cNvPr id="3" name="">
            <a:extLst xmlns:a="http://schemas.openxmlformats.org/drawingml/2006/main">
              <a:ext uri="{FF2B5EF4-FFF2-40B4-BE49-F238E27FC236}">
                <a16:creationId xmlns:a16="http://schemas.microsoft.com/office/drawing/2014/main" id="{35686B2E-42C0-430A-9284-1E38E0740CC0}"/>
              </a:ext>
            </a:extLst>
          </p:cNvPr>
          <p:cNvSpPr>
            <a:spLocks xmlns:a="http://schemas.openxmlformats.org/drawingml/2006/main" noGrp="1"/>
          </p:cNvSpPr>
          <p:nvPr/>
        </p:nvSpPr>
        <p:spPr>
          <a:xfrm xmlns:a="http://schemas.openxmlformats.org/drawingml/2006/main">
            <a:off x="619125" y="2333625"/>
            <a:ext cx="1952625" cy="125730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Python</a:t>
            </a:r>
          </a:p>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Pairs + labels</a:t>
            </a:r>
          </a:p>
        </p:txBody>
      </p:sp>
      <p:sp>
        <p:nvSpPr>
          <p:cNvPr id="4" name="">
            <a:extLst xmlns:a="http://schemas.openxmlformats.org/drawingml/2006/main">
              <a:ext uri="{FF2B5EF4-FFF2-40B4-BE49-F238E27FC236}">
                <a16:creationId xmlns:a16="http://schemas.microsoft.com/office/drawing/2014/main" id="{4ED177C9-ABD9-4C51-BDD4-28E2906843AC}"/>
              </a:ext>
            </a:extLst>
          </p:cNvPr>
          <p:cNvSpPr>
            <a:spLocks xmlns:a="http://schemas.openxmlformats.org/drawingml/2006/main" noGrp="1"/>
          </p:cNvSpPr>
          <p:nvPr/>
        </p:nvSpPr>
        <p:spPr>
          <a:xfrm xmlns:a="http://schemas.openxmlformats.org/drawingml/2006/main">
            <a:off x="2895600" y="2333625"/>
            <a:ext cx="1952625" cy="125730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Small model</a:t>
            </a:r>
          </a:p>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Train + check</a:t>
            </a:r>
          </a:p>
        </p:txBody>
      </p:sp>
      <p:sp>
        <p:nvSpPr>
          <p:cNvPr id="6" name="">
            <a:extLst xmlns:a="http://schemas.openxmlformats.org/drawingml/2006/main">
              <a:ext uri="{FF2B5EF4-FFF2-40B4-BE49-F238E27FC236}">
                <a16:creationId xmlns:a16="http://schemas.microsoft.com/office/drawing/2014/main" id="{39D01CA0-7DEF-489F-BDC6-CC9FBCF39A42}"/>
              </a:ext>
            </a:extLst>
          </p:cNvPr>
          <p:cNvSpPr>
            <a:spLocks xmlns:a="http://schemas.openxmlformats.org/drawingml/2006/main" noGrp="1"/>
          </p:cNvSpPr>
          <p:nvPr/>
        </p:nvSpPr>
        <p:spPr>
          <a:xfrm xmlns:a="http://schemas.openxmlformats.org/drawingml/2006/main">
            <a:off x="5172075" y="2333625"/>
            <a:ext cx="1952625" cy="125730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CSV files</a:t>
            </a:r>
          </a:p>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Every 25 updates</a:t>
            </a:r>
          </a:p>
        </p:txBody>
      </p:sp>
      <p:sp>
        <p:nvSpPr>
          <p:cNvPr id="8" name="">
            <a:extLst xmlns:a="http://schemas.openxmlformats.org/drawingml/2006/main">
              <a:ext uri="{FF2B5EF4-FFF2-40B4-BE49-F238E27FC236}">
                <a16:creationId xmlns:a16="http://schemas.microsoft.com/office/drawing/2014/main" id="{4C1CF181-0046-466D-A1FB-6E8008AD3EF7}"/>
              </a:ext>
            </a:extLst>
          </p:cNvPr>
          <p:cNvSpPr>
            <a:spLocks xmlns:a="http://schemas.openxmlformats.org/drawingml/2006/main" noGrp="1"/>
          </p:cNvSpPr>
          <p:nvPr/>
        </p:nvSpPr>
        <p:spPr>
          <a:xfrm xmlns:a="http://schemas.openxmlformats.org/drawingml/2006/main">
            <a:off x="7448550" y="2333625"/>
            <a:ext cx="1952625" cy="125730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R</a:t>
            </a:r>
          </a:p>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Statistics</a:t>
            </a:r>
          </a:p>
        </p:txBody>
      </p:sp>
      <p:sp>
        <p:nvSpPr>
          <p:cNvPr id="10" name="">
            <a:extLst xmlns:a="http://schemas.openxmlformats.org/drawingml/2006/main">
              <a:ext uri="{FF2B5EF4-FFF2-40B4-BE49-F238E27FC236}">
                <a16:creationId xmlns:a16="http://schemas.microsoft.com/office/drawing/2014/main" id="{6C1424B3-5625-4521-9154-46F96D1D94BC}"/>
              </a:ext>
            </a:extLst>
          </p:cNvPr>
          <p:cNvSpPr>
            <a:spLocks xmlns:a="http://schemas.openxmlformats.org/drawingml/2006/main" noGrp="1"/>
          </p:cNvSpPr>
          <p:nvPr/>
        </p:nvSpPr>
        <p:spPr>
          <a:xfrm xmlns:a="http://schemas.openxmlformats.org/drawingml/2006/main">
            <a:off x="9725025" y="2333625"/>
            <a:ext cx="1952625" cy="125730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Outputs</a:t>
            </a:r>
          </a:p>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Graphs + paper</a:t>
            </a:r>
          </a:p>
        </p:txBody>
      </p:sp>
      <p:sp>
        <p:nvSpPr>
          <p:cNvPr id="12" name="">
            <a:extLst xmlns:a="http://schemas.openxmlformats.org/drawingml/2006/main">
              <a:ext uri="{FF2B5EF4-FFF2-40B4-BE49-F238E27FC236}">
                <a16:creationId xmlns:a16="http://schemas.microsoft.com/office/drawing/2014/main" id="{260F9210-E9A8-43A7-AB9F-FEFE18ECE44A}"/>
              </a:ext>
            </a:extLst>
          </p:cNvPr>
          <p:cNvSpPr>
            <a:spLocks xmlns:a="http://schemas.openxmlformats.org/drawingml/2006/main" noGrp="1"/>
          </p:cNvSpPr>
          <p:nvPr/>
        </p:nvSpPr>
        <p:spPr>
          <a:xfrm xmlns:a="http://schemas.openxmlformats.org/drawingml/2006/main">
            <a:off x="2895600" y="4495800"/>
            <a:ext cx="1952625"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025">
                <a:solidFill>
                  <a:srgbClr val="172B3A"/>
                </a:solidFill>
                <a:latin typeface="Arial"/>
                <a:ea typeface="Arial"/>
                <a:cs typeface="Arial"/>
              </a:defRPr>
            </a:defPPr>
            <a:lvl1pPr algn="ctr">
              <a:defRPr sz="2025">
                <a:solidFill>
                  <a:srgbClr val="172B3A"/>
                </a:solidFill>
                <a:latin typeface="Arial"/>
                <a:ea typeface="Arial"/>
                <a:cs typeface="Arial"/>
              </a:defRPr>
            </a:lvl1pPr>
            <a:lvl2pPr algn="ctr">
              <a:defRPr sz="2025">
                <a:solidFill>
                  <a:srgbClr val="172B3A"/>
                </a:solidFill>
                <a:latin typeface="Arial"/>
                <a:ea typeface="Arial"/>
                <a:cs typeface="Arial"/>
              </a:defRPr>
            </a:lvl2pPr>
            <a:lvl3pPr algn="ctr">
              <a:defRPr sz="2025">
                <a:solidFill>
                  <a:srgbClr val="172B3A"/>
                </a:solidFill>
                <a:latin typeface="Arial"/>
                <a:ea typeface="Arial"/>
                <a:cs typeface="Arial"/>
              </a:defRPr>
            </a:lvl3pPr>
            <a:lvl4pPr algn="ctr">
              <a:defRPr sz="2025">
                <a:solidFill>
                  <a:srgbClr val="172B3A"/>
                </a:solidFill>
                <a:latin typeface="Arial"/>
                <a:ea typeface="Arial"/>
                <a:cs typeface="Arial"/>
              </a:defRPr>
            </a:lvl4pPr>
            <a:lvl5pPr algn="ctr">
              <a:defRPr sz="2025">
                <a:solidFill>
                  <a:srgbClr val="172B3A"/>
                </a:solidFill>
                <a:latin typeface="Arial"/>
                <a:ea typeface="Arial"/>
                <a:cs typeface="Arial"/>
              </a:defRPr>
            </a:lvl5pPr>
            <a:lvl6pPr algn="ctr">
              <a:defRPr sz="2025">
                <a:solidFill>
                  <a:srgbClr val="172B3A"/>
                </a:solidFill>
                <a:latin typeface="Arial"/>
                <a:ea typeface="Arial"/>
                <a:cs typeface="Arial"/>
              </a:defRPr>
            </a:lvl6pPr>
            <a:lvl7pPr algn="ctr">
              <a:defRPr sz="2025">
                <a:solidFill>
                  <a:srgbClr val="172B3A"/>
                </a:solidFill>
                <a:latin typeface="Arial"/>
                <a:ea typeface="Arial"/>
                <a:cs typeface="Arial"/>
              </a:defRPr>
            </a:lvl7pPr>
            <a:lvl8pPr algn="ctr">
              <a:defRPr sz="2025">
                <a:solidFill>
                  <a:srgbClr val="172B3A"/>
                </a:solidFill>
                <a:latin typeface="Arial"/>
                <a:ea typeface="Arial"/>
                <a:cs typeface="Arial"/>
              </a:defRPr>
            </a:lvl8pPr>
            <a:lvl9pPr algn="ctr">
              <a:defRPr sz="2025">
                <a:solidFill>
                  <a:srgbClr val="172B3A"/>
                </a:solidFill>
                <a:latin typeface="Arial"/>
                <a:ea typeface="Arial"/>
                <a:cs typeface="Arial"/>
              </a:defRPr>
            </a:lvl9pPr>
          </a:lstStyle>
          <a:p xmlns:a="http://schemas.openxmlformats.org/drawingml/2006/main">
            <a:pPr algn="ctr">
              <a:defRPr sz="2025">
                <a:solidFill>
                  <a:srgbClr val="172B3A"/>
                </a:solidFill>
                <a:latin typeface="Arial"/>
                <a:ea typeface="Arial"/>
                <a:cs typeface="Arial"/>
              </a:defRPr>
            </a:pPr>
            <a:r>
              <a:rPr sz="2025">
                <a:solidFill>
                  <a:srgbClr val="172B3A"/>
                </a:solidFill>
                <a:latin typeface="Arial"/>
                <a:ea typeface="Arial"/>
                <a:cs typeface="Arial"/>
              </a:rPr>
              <a:t>Checkpoint</a:t>
            </a:r>
          </a:p>
          <a:p xmlns:a="http://schemas.openxmlformats.org/drawingml/2006/main">
            <a:pPr algn="ctr">
              <a:defRPr sz="2025">
                <a:solidFill>
                  <a:srgbClr val="172B3A"/>
                </a:solidFill>
                <a:latin typeface="Arial"/>
                <a:ea typeface="Arial"/>
                <a:cs typeface="Arial"/>
              </a:defRPr>
            </a:pPr>
            <a:r>
              <a:rPr sz="2025">
                <a:solidFill>
                  <a:srgbClr val="172B3A"/>
                </a:solidFill>
                <a:latin typeface="Arial"/>
                <a:ea typeface="Arial"/>
                <a:cs typeface="Arial"/>
              </a:rPr>
              <a:t>Save + resume</a:t>
            </a:r>
          </a:p>
        </p:txBody>
      </p:sp>
      <p:sp>
        <p:nvSpPr>
          <p:cNvPr id="14" name="">
            <a:extLst xmlns:a="http://schemas.openxmlformats.org/drawingml/2006/main">
              <a:ext uri="{FF2B5EF4-FFF2-40B4-BE49-F238E27FC236}">
                <a16:creationId xmlns:a16="http://schemas.microsoft.com/office/drawing/2014/main" id="{1AC786FF-AB7B-4A1E-8ADA-A02CD52EB02B}"/>
              </a:ext>
            </a:extLst>
          </p:cNvPr>
          <p:cNvSpPr>
            <a:spLocks xmlns:a="http://schemas.openxmlformats.org/drawingml/2006/main" noGrp="1"/>
          </p:cNvSpPr>
          <p:nvPr/>
        </p:nvSpPr>
        <p:spPr>
          <a:xfrm xmlns:a="http://schemas.openxmlformats.org/drawingml/2006/main">
            <a:off x="666750" y="1638300"/>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a:solidFill>
                  <a:srgbClr val="175F96"/>
                </a:solidFill>
                <a:latin typeface="Arial"/>
                <a:ea typeface="Arial"/>
                <a:cs typeface="Arial"/>
              </a:defRPr>
            </a:defPPr>
            <a:lvl1pPr>
              <a:defRPr sz="2250">
                <a:solidFill>
                  <a:srgbClr val="175F96"/>
                </a:solidFill>
                <a:latin typeface="Arial"/>
                <a:ea typeface="Arial"/>
                <a:cs typeface="Arial"/>
              </a:defRPr>
            </a:lvl1pPr>
            <a:lvl2pPr>
              <a:defRPr sz="2250">
                <a:solidFill>
                  <a:srgbClr val="175F96"/>
                </a:solidFill>
                <a:latin typeface="Arial"/>
                <a:ea typeface="Arial"/>
                <a:cs typeface="Arial"/>
              </a:defRPr>
            </a:lvl2pPr>
            <a:lvl3pPr>
              <a:defRPr sz="2250">
                <a:solidFill>
                  <a:srgbClr val="175F96"/>
                </a:solidFill>
                <a:latin typeface="Arial"/>
                <a:ea typeface="Arial"/>
                <a:cs typeface="Arial"/>
              </a:defRPr>
            </a:lvl3pPr>
            <a:lvl4pPr>
              <a:defRPr sz="2250">
                <a:solidFill>
                  <a:srgbClr val="175F96"/>
                </a:solidFill>
                <a:latin typeface="Arial"/>
                <a:ea typeface="Arial"/>
                <a:cs typeface="Arial"/>
              </a:defRPr>
            </a:lvl4pPr>
            <a:lvl5pPr>
              <a:defRPr sz="2250">
                <a:solidFill>
                  <a:srgbClr val="175F96"/>
                </a:solidFill>
                <a:latin typeface="Arial"/>
                <a:ea typeface="Arial"/>
                <a:cs typeface="Arial"/>
              </a:defRPr>
            </a:lvl5pPr>
            <a:lvl6pPr>
              <a:defRPr sz="2250">
                <a:solidFill>
                  <a:srgbClr val="175F96"/>
                </a:solidFill>
                <a:latin typeface="Arial"/>
                <a:ea typeface="Arial"/>
                <a:cs typeface="Arial"/>
              </a:defRPr>
            </a:lvl6pPr>
            <a:lvl7pPr>
              <a:defRPr sz="2250">
                <a:solidFill>
                  <a:srgbClr val="175F96"/>
                </a:solidFill>
                <a:latin typeface="Arial"/>
                <a:ea typeface="Arial"/>
                <a:cs typeface="Arial"/>
              </a:defRPr>
            </a:lvl7pPr>
            <a:lvl8pPr>
              <a:defRPr sz="2250">
                <a:solidFill>
                  <a:srgbClr val="175F96"/>
                </a:solidFill>
                <a:latin typeface="Arial"/>
                <a:ea typeface="Arial"/>
                <a:cs typeface="Arial"/>
              </a:defRPr>
            </a:lvl8pPr>
            <a:lvl9pPr>
              <a:defRPr sz="2250">
                <a:solidFill>
                  <a:srgbClr val="175F96"/>
                </a:solidFill>
                <a:latin typeface="Arial"/>
                <a:ea typeface="Arial"/>
                <a:cs typeface="Arial"/>
              </a:defRPr>
            </a:lvl9pPr>
          </a:lstStyle>
          <a:p xmlns:a="http://schemas.openxmlformats.org/drawingml/2006/main">
            <a:pPr>
              <a:defRPr sz="2250">
                <a:solidFill>
                  <a:srgbClr val="175F96"/>
                </a:solidFill>
                <a:latin typeface="Arial"/>
                <a:ea typeface="Arial"/>
                <a:cs typeface="Arial"/>
              </a:defRPr>
            </a:pPr>
            <a:r>
              <a:rPr sz="2250">
                <a:solidFill>
                  <a:srgbClr val="175F96"/>
                </a:solidFill>
                <a:latin typeface="Arial"/>
                <a:ea typeface="Arial"/>
                <a:cs typeface="Arial"/>
              </a:rPr>
              <a:t>Fixed model: 36,992 parameters</a:t>
            </a:r>
          </a:p>
        </p:txBody>
      </p:sp>
      <p:sp>
        <p:nvSpPr>
          <p:cNvPr id="15" name="">
            <a:extLst xmlns:a="http://schemas.openxmlformats.org/drawingml/2006/main">
              <a:ext uri="{FF2B5EF4-FFF2-40B4-BE49-F238E27FC236}">
                <a16:creationId xmlns:a16="http://schemas.microsoft.com/office/drawing/2014/main" id="{E3A06BC0-58E1-4654-9E7A-19853D978D16}"/>
              </a:ext>
            </a:extLst>
          </p:cNvPr>
          <p:cNvSpPr>
            <a:spLocks xmlns:a="http://schemas.openxmlformats.org/drawingml/2006/main" noGrp="1"/>
          </p:cNvSpPr>
          <p:nvPr/>
        </p:nvSpPr>
        <p:spPr>
          <a:xfrm xmlns:a="http://schemas.openxmlformats.org/drawingml/2006/main">
            <a:off x="666750" y="5829300"/>
            <a:ext cx="481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1">
                <a:solidFill>
                  <a:srgbClr val="172B3A"/>
                </a:solidFill>
                <a:latin typeface="Arial"/>
                <a:ea typeface="Arial"/>
                <a:cs typeface="Arial"/>
              </a:defRPr>
            </a:defPPr>
            <a:lvl1pPr>
              <a:defRPr sz="2475" b="1">
                <a:solidFill>
                  <a:srgbClr val="172B3A"/>
                </a:solidFill>
                <a:latin typeface="Arial"/>
                <a:ea typeface="Arial"/>
                <a:cs typeface="Arial"/>
              </a:defRPr>
            </a:lvl1pPr>
            <a:lvl2pPr>
              <a:defRPr sz="2475" b="1">
                <a:solidFill>
                  <a:srgbClr val="172B3A"/>
                </a:solidFill>
                <a:latin typeface="Arial"/>
                <a:ea typeface="Arial"/>
                <a:cs typeface="Arial"/>
              </a:defRPr>
            </a:lvl2pPr>
            <a:lvl3pPr>
              <a:defRPr sz="2475" b="1">
                <a:solidFill>
                  <a:srgbClr val="172B3A"/>
                </a:solidFill>
                <a:latin typeface="Arial"/>
                <a:ea typeface="Arial"/>
                <a:cs typeface="Arial"/>
              </a:defRPr>
            </a:lvl3pPr>
            <a:lvl4pPr>
              <a:defRPr sz="2475" b="1">
                <a:solidFill>
                  <a:srgbClr val="172B3A"/>
                </a:solidFill>
                <a:latin typeface="Arial"/>
                <a:ea typeface="Arial"/>
                <a:cs typeface="Arial"/>
              </a:defRPr>
            </a:lvl4pPr>
            <a:lvl5pPr>
              <a:defRPr sz="2475" b="1">
                <a:solidFill>
                  <a:srgbClr val="172B3A"/>
                </a:solidFill>
                <a:latin typeface="Arial"/>
                <a:ea typeface="Arial"/>
                <a:cs typeface="Arial"/>
              </a:defRPr>
            </a:lvl5pPr>
            <a:lvl6pPr>
              <a:defRPr sz="2475" b="1">
                <a:solidFill>
                  <a:srgbClr val="172B3A"/>
                </a:solidFill>
                <a:latin typeface="Arial"/>
                <a:ea typeface="Arial"/>
                <a:cs typeface="Arial"/>
              </a:defRPr>
            </a:lvl6pPr>
            <a:lvl7pPr>
              <a:defRPr sz="2475" b="1">
                <a:solidFill>
                  <a:srgbClr val="172B3A"/>
                </a:solidFill>
                <a:latin typeface="Arial"/>
                <a:ea typeface="Arial"/>
                <a:cs typeface="Arial"/>
              </a:defRPr>
            </a:lvl7pPr>
            <a:lvl8pPr>
              <a:defRPr sz="2475" b="1">
                <a:solidFill>
                  <a:srgbClr val="172B3A"/>
                </a:solidFill>
                <a:latin typeface="Arial"/>
                <a:ea typeface="Arial"/>
                <a:cs typeface="Arial"/>
              </a:defRPr>
            </a:lvl8pPr>
            <a:lvl9pPr>
              <a:defRPr sz="2475" b="1">
                <a:solidFill>
                  <a:srgbClr val="172B3A"/>
                </a:solidFill>
                <a:latin typeface="Arial"/>
                <a:ea typeface="Arial"/>
                <a:cs typeface="Arial"/>
              </a:defRPr>
            </a:lvl9pPr>
          </a:lstStyle>
          <a:p xmlns:a="http://schemas.openxmlformats.org/drawingml/2006/main">
            <a:pPr>
              <a:defRPr sz="2475" b="1">
                <a:solidFill>
                  <a:srgbClr val="172B3A"/>
                </a:solidFill>
                <a:latin typeface="Arial"/>
                <a:ea typeface="Arial"/>
                <a:cs typeface="Arial"/>
              </a:defRPr>
            </a:pPr>
            <a:r>
              <a:rPr sz="2475" b="1">
                <a:solidFill>
                  <a:srgbClr val="172B3A"/>
                </a:solidFill>
                <a:latin typeface="Arial"/>
                <a:ea typeface="Arial"/>
                <a:cs typeface="Arial"/>
              </a:rPr>
              <a:t>1,330 new runs</a:t>
            </a:r>
          </a:p>
        </p:txBody>
      </p:sp>
      <p:sp>
        <p:nvSpPr>
          <p:cNvPr id="16" name="">
            <a:extLst xmlns:a="http://schemas.openxmlformats.org/drawingml/2006/main">
              <a:ext uri="{FF2B5EF4-FFF2-40B4-BE49-F238E27FC236}">
                <a16:creationId xmlns:a16="http://schemas.microsoft.com/office/drawing/2014/main" id="{729CC56B-ED79-4063-B32C-6183767A9606}"/>
              </a:ext>
            </a:extLst>
          </p:cNvPr>
          <p:cNvSpPr>
            <a:spLocks xmlns:a="http://schemas.openxmlformats.org/drawingml/2006/main" noGrp="1"/>
          </p:cNvSpPr>
          <p:nvPr/>
        </p:nvSpPr>
        <p:spPr>
          <a:xfrm xmlns:a="http://schemas.openxmlformats.org/drawingml/2006/main">
            <a:off x="6191250" y="58293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1">
                <a:solidFill>
                  <a:srgbClr val="172B3A"/>
                </a:solidFill>
                <a:latin typeface="Arial"/>
                <a:ea typeface="Arial"/>
                <a:cs typeface="Arial"/>
              </a:defRPr>
            </a:defPPr>
            <a:lvl1pPr>
              <a:defRPr sz="2475" b="1">
                <a:solidFill>
                  <a:srgbClr val="172B3A"/>
                </a:solidFill>
                <a:latin typeface="Arial"/>
                <a:ea typeface="Arial"/>
                <a:cs typeface="Arial"/>
              </a:defRPr>
            </a:lvl1pPr>
            <a:lvl2pPr>
              <a:defRPr sz="2475" b="1">
                <a:solidFill>
                  <a:srgbClr val="172B3A"/>
                </a:solidFill>
                <a:latin typeface="Arial"/>
                <a:ea typeface="Arial"/>
                <a:cs typeface="Arial"/>
              </a:defRPr>
            </a:lvl2pPr>
            <a:lvl3pPr>
              <a:defRPr sz="2475" b="1">
                <a:solidFill>
                  <a:srgbClr val="172B3A"/>
                </a:solidFill>
                <a:latin typeface="Arial"/>
                <a:ea typeface="Arial"/>
                <a:cs typeface="Arial"/>
              </a:defRPr>
            </a:lvl3pPr>
            <a:lvl4pPr>
              <a:defRPr sz="2475" b="1">
                <a:solidFill>
                  <a:srgbClr val="172B3A"/>
                </a:solidFill>
                <a:latin typeface="Arial"/>
                <a:ea typeface="Arial"/>
                <a:cs typeface="Arial"/>
              </a:defRPr>
            </a:lvl4pPr>
            <a:lvl5pPr>
              <a:defRPr sz="2475" b="1">
                <a:solidFill>
                  <a:srgbClr val="172B3A"/>
                </a:solidFill>
                <a:latin typeface="Arial"/>
                <a:ea typeface="Arial"/>
                <a:cs typeface="Arial"/>
              </a:defRPr>
            </a:lvl5pPr>
            <a:lvl6pPr>
              <a:defRPr sz="2475" b="1">
                <a:solidFill>
                  <a:srgbClr val="172B3A"/>
                </a:solidFill>
                <a:latin typeface="Arial"/>
                <a:ea typeface="Arial"/>
                <a:cs typeface="Arial"/>
              </a:defRPr>
            </a:lvl6pPr>
            <a:lvl7pPr>
              <a:defRPr sz="2475" b="1">
                <a:solidFill>
                  <a:srgbClr val="172B3A"/>
                </a:solidFill>
                <a:latin typeface="Arial"/>
                <a:ea typeface="Arial"/>
                <a:cs typeface="Arial"/>
              </a:defRPr>
            </a:lvl7pPr>
            <a:lvl8pPr>
              <a:defRPr sz="2475" b="1">
                <a:solidFill>
                  <a:srgbClr val="172B3A"/>
                </a:solidFill>
                <a:latin typeface="Arial"/>
                <a:ea typeface="Arial"/>
                <a:cs typeface="Arial"/>
              </a:defRPr>
            </a:lvl8pPr>
            <a:lvl9pPr>
              <a:defRPr sz="2475" b="1">
                <a:solidFill>
                  <a:srgbClr val="172B3A"/>
                </a:solidFill>
                <a:latin typeface="Arial"/>
                <a:ea typeface="Arial"/>
                <a:cs typeface="Arial"/>
              </a:defRPr>
            </a:lvl9pPr>
          </a:lstStyle>
          <a:p xmlns:a="http://schemas.openxmlformats.org/drawingml/2006/main">
            <a:pPr>
              <a:defRPr sz="2475" b="1">
                <a:solidFill>
                  <a:srgbClr val="172B3A"/>
                </a:solidFill>
                <a:latin typeface="Arial"/>
                <a:ea typeface="Arial"/>
                <a:cs typeface="Arial"/>
              </a:defRPr>
            </a:pPr>
            <a:r>
              <a:rPr sz="2475" b="1">
                <a:solidFill>
                  <a:srgbClr val="172B3A"/>
                </a:solidFill>
                <a:latin typeface="Arial"/>
                <a:ea typeface="Arial"/>
                <a:cs typeface="Arial"/>
              </a:rPr>
              <a:t>7.5 million logical updates</a:t>
            </a:r>
          </a:p>
        </p:txBody>
      </p:sp>
    </p:spTree>
    <p:extLst>
      <p:ext uri="{BB962C8B-B14F-4D97-AF65-F5344CB8AC3E}">
        <p14:creationId xmlns:p14="http://schemas.microsoft.com/office/powerpoint/2010/main" val="199656345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0" name="">
            <a:extLst xmlns:a="http://schemas.openxmlformats.org/drawingml/2006/main">
              <a:ext uri="{FF2B5EF4-FFF2-40B4-BE49-F238E27FC236}">
                <a16:creationId xmlns:a16="http://schemas.microsoft.com/office/drawing/2014/main" id="{8EE48E48-E007-4A4A-A72E-A033A5881DEE}"/>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How we confirm success</a:t>
            </a:r>
          </a:p>
        </p:txBody>
      </p:sp>
      <p:sp>
        <p:nvSpPr>
          <p:cNvPr id="2" name="">
            <a:extLst xmlns:a="http://schemas.openxmlformats.org/drawingml/2006/main">
              <a:ext uri="{FF2B5EF4-FFF2-40B4-BE49-F238E27FC236}">
                <a16:creationId xmlns:a16="http://schemas.microsoft.com/office/drawing/2014/main" id="{CB49D861-7692-4BA9-83AA-F9E891A5A7F5}"/>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5</a:t>
            </a:r>
          </a:p>
        </p:txBody>
      </p:sp>
      <p:sp>
        <p:nvSpPr>
          <p:cNvPr id="3" name="">
            <a:extLst xmlns:a="http://schemas.openxmlformats.org/drawingml/2006/main">
              <a:ext uri="{FF2B5EF4-FFF2-40B4-BE49-F238E27FC236}">
                <a16:creationId xmlns:a16="http://schemas.microsoft.com/office/drawing/2014/main" id="{4D8A5765-CD01-4E46-889E-E5B50EE180DE}"/>
              </a:ext>
            </a:extLst>
          </p:cNvPr>
          <p:cNvSpPr>
            <a:spLocks xmlns:a="http://schemas.openxmlformats.org/drawingml/2006/main" noGrp="1"/>
          </p:cNvSpPr>
          <p:nvPr/>
        </p:nvSpPr>
        <p:spPr>
          <a:xfrm xmlns:a="http://schemas.openxmlformats.org/drawingml/2006/main">
            <a:off x="666750" y="14954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a:solidFill>
                  <a:srgbClr val="175F96"/>
                </a:solidFill>
                <a:latin typeface="Arial"/>
                <a:ea typeface="Arial"/>
                <a:cs typeface="Arial"/>
              </a:defRPr>
            </a:defPPr>
            <a:lvl1pPr>
              <a:defRPr sz="2400">
                <a:solidFill>
                  <a:srgbClr val="175F96"/>
                </a:solidFill>
                <a:latin typeface="Arial"/>
                <a:ea typeface="Arial"/>
                <a:cs typeface="Arial"/>
              </a:defRPr>
            </a:lvl1pPr>
            <a:lvl2pPr>
              <a:defRPr sz="2400">
                <a:solidFill>
                  <a:srgbClr val="175F96"/>
                </a:solidFill>
                <a:latin typeface="Arial"/>
                <a:ea typeface="Arial"/>
                <a:cs typeface="Arial"/>
              </a:defRPr>
            </a:lvl2pPr>
            <a:lvl3pPr>
              <a:defRPr sz="2400">
                <a:solidFill>
                  <a:srgbClr val="175F96"/>
                </a:solidFill>
                <a:latin typeface="Arial"/>
                <a:ea typeface="Arial"/>
                <a:cs typeface="Arial"/>
              </a:defRPr>
            </a:lvl3pPr>
            <a:lvl4pPr>
              <a:defRPr sz="2400">
                <a:solidFill>
                  <a:srgbClr val="175F96"/>
                </a:solidFill>
                <a:latin typeface="Arial"/>
                <a:ea typeface="Arial"/>
                <a:cs typeface="Arial"/>
              </a:defRPr>
            </a:lvl4pPr>
            <a:lvl5pPr>
              <a:defRPr sz="2400">
                <a:solidFill>
                  <a:srgbClr val="175F96"/>
                </a:solidFill>
                <a:latin typeface="Arial"/>
                <a:ea typeface="Arial"/>
                <a:cs typeface="Arial"/>
              </a:defRPr>
            </a:lvl5pPr>
            <a:lvl6pPr>
              <a:defRPr sz="2400">
                <a:solidFill>
                  <a:srgbClr val="175F96"/>
                </a:solidFill>
                <a:latin typeface="Arial"/>
                <a:ea typeface="Arial"/>
                <a:cs typeface="Arial"/>
              </a:defRPr>
            </a:lvl6pPr>
            <a:lvl7pPr>
              <a:defRPr sz="2400">
                <a:solidFill>
                  <a:srgbClr val="175F96"/>
                </a:solidFill>
                <a:latin typeface="Arial"/>
                <a:ea typeface="Arial"/>
                <a:cs typeface="Arial"/>
              </a:defRPr>
            </a:lvl7pPr>
            <a:lvl8pPr>
              <a:defRPr sz="2400">
                <a:solidFill>
                  <a:srgbClr val="175F96"/>
                </a:solidFill>
                <a:latin typeface="Arial"/>
                <a:ea typeface="Arial"/>
                <a:cs typeface="Arial"/>
              </a:defRPr>
            </a:lvl8pPr>
            <a:lvl9pPr>
              <a:defRPr sz="2400">
                <a:solidFill>
                  <a:srgbClr val="175F96"/>
                </a:solidFill>
                <a:latin typeface="Arial"/>
                <a:ea typeface="Arial"/>
                <a:cs typeface="Arial"/>
              </a:defRPr>
            </a:lvl9pPr>
          </a:lstStyle>
          <a:p xmlns:a="http://schemas.openxmlformats.org/drawingml/2006/main">
            <a:pPr>
              <a:defRPr sz="2400">
                <a:solidFill>
                  <a:srgbClr val="175F96"/>
                </a:solidFill>
                <a:latin typeface="Arial"/>
                <a:ea typeface="Arial"/>
                <a:cs typeface="Arial"/>
              </a:defRPr>
            </a:pPr>
            <a:r>
              <a:rPr sz="2400">
                <a:solidFill>
                  <a:srgbClr val="175F96"/>
                </a:solidFill>
                <a:latin typeface="Arial"/>
                <a:ea typeface="Arial"/>
                <a:cs typeface="Arial"/>
              </a:rPr>
              <a:t>Every good check: practice ≥99% and held-out ≥95%</a:t>
            </a:r>
          </a:p>
        </p:txBody>
      </p:sp>
      <p:sp>
        <p:nvSpPr>
          <p:cNvPr id="4" name="">
            <a:extLst xmlns:a="http://schemas.openxmlformats.org/drawingml/2006/main">
              <a:ext uri="{FF2B5EF4-FFF2-40B4-BE49-F238E27FC236}">
                <a16:creationId xmlns:a16="http://schemas.microsoft.com/office/drawing/2014/main" id="{BEFF4395-DF58-430F-B96D-5C7F18255846}"/>
              </a:ext>
            </a:extLst>
          </p:cNvPr>
          <p:cNvSpPr>
            <a:spLocks xmlns:a="http://schemas.openxmlformats.org/drawingml/2006/main" noGrp="1"/>
          </p:cNvSpPr>
          <p:nvPr/>
        </p:nvSpPr>
        <p:spPr>
          <a:xfrm xmlns:a="http://schemas.openxmlformats.org/drawingml/2006/main">
            <a:off x="666750" y="2447925"/>
            <a:ext cx="3619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First confirmation T</a:t>
            </a:r>
          </a:p>
        </p:txBody>
      </p:sp>
      <p:sp>
        <p:nvSpPr>
          <p:cNvPr id="5" name="">
            <a:extLst xmlns:a="http://schemas.openxmlformats.org/drawingml/2006/main">
              <a:ext uri="{FF2B5EF4-FFF2-40B4-BE49-F238E27FC236}">
                <a16:creationId xmlns:a16="http://schemas.microsoft.com/office/drawing/2014/main" id="{B9A82D6F-6060-476D-8E9F-0A9A589CD6DF}"/>
              </a:ext>
            </a:extLst>
          </p:cNvPr>
          <p:cNvSpPr>
            <a:spLocks xmlns:a="http://schemas.openxmlformats.org/drawingml/2006/main" noGrp="1"/>
          </p:cNvSpPr>
          <p:nvPr/>
        </p:nvSpPr>
        <p:spPr>
          <a:xfrm xmlns:a="http://schemas.openxmlformats.org/drawingml/2006/main">
            <a:off x="4552950" y="2571750"/>
            <a:ext cx="133350" cy="1333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4CB1217-AF82-4B03-998C-ECE81C9FFA01}"/>
              </a:ext>
            </a:extLst>
          </p:cNvPr>
          <p:cNvSpPr>
            <a:spLocks xmlns:a="http://schemas.openxmlformats.org/drawingml/2006/main" noGrp="1"/>
          </p:cNvSpPr>
          <p:nvPr/>
        </p:nvSpPr>
        <p:spPr>
          <a:xfrm xmlns:a="http://schemas.openxmlformats.org/drawingml/2006/main">
            <a:off x="4686300" y="2638425"/>
            <a:ext cx="152400" cy="953"/>
          </a:xfrm>
          <a:custGeom xmlns:a="http://schemas.openxmlformats.org/drawingml/2006/main">
            <a:pathLst>
              <a:path w="152400" h="953">
                <a:moveTo>
                  <a:pt x="0" y="0"/>
                </a:moveTo>
                <a:lnTo>
                  <a:pt x="152400" y="0"/>
                </a:lnTo>
              </a:path>
            </a:pathLst>
          </a:custGeom>
          <a:noFill xmlns:a="http://schemas.openxmlformats.org/drawingml/2006/main"/>
          <a:ln xmlns:a="http://schemas.openxmlformats.org/drawingml/2006/main" w="28575">
            <a:solidFill>
              <a:srgbClr val="175F96"/>
            </a:solidFill>
          </a:ln>
        </p:spPr>
      </p:sp>
      <p:sp>
        <p:nvSpPr>
          <p:cNvPr id="7" name="">
            <a:extLst xmlns:a="http://schemas.openxmlformats.org/drawingml/2006/main">
              <a:ext uri="{FF2B5EF4-FFF2-40B4-BE49-F238E27FC236}">
                <a16:creationId xmlns:a16="http://schemas.microsoft.com/office/drawing/2014/main" id="{E6E8CF59-997E-4FDE-A354-D2D5EB4C41FA}"/>
              </a:ext>
            </a:extLst>
          </p:cNvPr>
          <p:cNvSpPr>
            <a:spLocks xmlns:a="http://schemas.openxmlformats.org/drawingml/2006/main" noGrp="1"/>
          </p:cNvSpPr>
          <p:nvPr/>
        </p:nvSpPr>
        <p:spPr>
          <a:xfrm xmlns:a="http://schemas.openxmlformats.org/drawingml/2006/main">
            <a:off x="4381500" y="2895600"/>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800">
                <a:solidFill>
                  <a:srgbClr val="172B3A"/>
                </a:solidFill>
                <a:latin typeface="Arial"/>
                <a:ea typeface="Arial"/>
                <a:cs typeface="Arial"/>
              </a:defRPr>
            </a:defPPr>
            <a:lvl1pPr algn="ctr">
              <a:defRPr sz="1800">
                <a:solidFill>
                  <a:srgbClr val="172B3A"/>
                </a:solidFill>
                <a:latin typeface="Arial"/>
                <a:ea typeface="Arial"/>
                <a:cs typeface="Arial"/>
              </a:defRPr>
            </a:lvl1pPr>
            <a:lvl2pPr algn="ctr">
              <a:defRPr sz="1800">
                <a:solidFill>
                  <a:srgbClr val="172B3A"/>
                </a:solidFill>
                <a:latin typeface="Arial"/>
                <a:ea typeface="Arial"/>
                <a:cs typeface="Arial"/>
              </a:defRPr>
            </a:lvl2pPr>
            <a:lvl3pPr algn="ctr">
              <a:defRPr sz="1800">
                <a:solidFill>
                  <a:srgbClr val="172B3A"/>
                </a:solidFill>
                <a:latin typeface="Arial"/>
                <a:ea typeface="Arial"/>
                <a:cs typeface="Arial"/>
              </a:defRPr>
            </a:lvl3pPr>
            <a:lvl4pPr algn="ctr">
              <a:defRPr sz="1800">
                <a:solidFill>
                  <a:srgbClr val="172B3A"/>
                </a:solidFill>
                <a:latin typeface="Arial"/>
                <a:ea typeface="Arial"/>
                <a:cs typeface="Arial"/>
              </a:defRPr>
            </a:lvl4pPr>
            <a:lvl5pPr algn="ctr">
              <a:defRPr sz="1800">
                <a:solidFill>
                  <a:srgbClr val="172B3A"/>
                </a:solidFill>
                <a:latin typeface="Arial"/>
                <a:ea typeface="Arial"/>
                <a:cs typeface="Arial"/>
              </a:defRPr>
            </a:lvl5pPr>
            <a:lvl6pPr algn="ctr">
              <a:defRPr sz="1800">
                <a:solidFill>
                  <a:srgbClr val="172B3A"/>
                </a:solidFill>
                <a:latin typeface="Arial"/>
                <a:ea typeface="Arial"/>
                <a:cs typeface="Arial"/>
              </a:defRPr>
            </a:lvl6pPr>
            <a:lvl7pPr algn="ctr">
              <a:defRPr sz="1800">
                <a:solidFill>
                  <a:srgbClr val="172B3A"/>
                </a:solidFill>
                <a:latin typeface="Arial"/>
                <a:ea typeface="Arial"/>
                <a:cs typeface="Arial"/>
              </a:defRPr>
            </a:lvl7pPr>
            <a:lvl8pPr algn="ctr">
              <a:defRPr sz="1800">
                <a:solidFill>
                  <a:srgbClr val="172B3A"/>
                </a:solidFill>
                <a:latin typeface="Arial"/>
                <a:ea typeface="Arial"/>
                <a:cs typeface="Arial"/>
              </a:defRPr>
            </a:lvl8pPr>
            <a:lvl9pPr algn="ctr">
              <a:defRPr sz="1800">
                <a:solidFill>
                  <a:srgbClr val="172B3A"/>
                </a:solidFill>
                <a:latin typeface="Arial"/>
                <a:ea typeface="Arial"/>
                <a:cs typeface="Arial"/>
              </a:defRPr>
            </a:lvl9pPr>
          </a:lstStyle>
          <a:p xmlns:a="http://schemas.openxmlformats.org/drawingml/2006/main">
            <a:pPr algn="ctr">
              <a:defRPr sz="1800">
                <a:solidFill>
                  <a:srgbClr val="172B3A"/>
                </a:solidFill>
                <a:latin typeface="Arial"/>
                <a:ea typeface="Arial"/>
                <a:cs typeface="Arial"/>
              </a:defRPr>
            </a:pPr>
            <a:r>
              <a:rPr sz="1800">
                <a:solidFill>
                  <a:srgbClr val="172B3A"/>
                </a:solidFill>
                <a:latin typeface="Arial"/>
                <a:ea typeface="Arial"/>
                <a:cs typeface="Arial"/>
              </a:rPr>
              <a:t>0</a:t>
            </a:r>
          </a:p>
        </p:txBody>
      </p:sp>
      <p:sp>
        <p:nvSpPr>
          <p:cNvPr id="8" name="">
            <a:extLst xmlns:a="http://schemas.openxmlformats.org/drawingml/2006/main">
              <a:ext uri="{FF2B5EF4-FFF2-40B4-BE49-F238E27FC236}">
                <a16:creationId xmlns:a16="http://schemas.microsoft.com/office/drawing/2014/main" id="{F91F7C88-0508-4D5E-B421-2544323DF397}"/>
              </a:ext>
            </a:extLst>
          </p:cNvPr>
          <p:cNvSpPr>
            <a:spLocks xmlns:a="http://schemas.openxmlformats.org/drawingml/2006/main" noGrp="1"/>
          </p:cNvSpPr>
          <p:nvPr/>
        </p:nvSpPr>
        <p:spPr>
          <a:xfrm xmlns:a="http://schemas.openxmlformats.org/drawingml/2006/main">
            <a:off x="4838700" y="2571750"/>
            <a:ext cx="133350" cy="1333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35475FC-3235-4AAD-BE6E-E40ADD89D974}"/>
              </a:ext>
            </a:extLst>
          </p:cNvPr>
          <p:cNvSpPr>
            <a:spLocks xmlns:a="http://schemas.openxmlformats.org/drawingml/2006/main" noGrp="1"/>
          </p:cNvSpPr>
          <p:nvPr/>
        </p:nvSpPr>
        <p:spPr>
          <a:xfrm xmlns:a="http://schemas.openxmlformats.org/drawingml/2006/main">
            <a:off x="4972050" y="2638425"/>
            <a:ext cx="152400" cy="953"/>
          </a:xfrm>
          <a:custGeom xmlns:a="http://schemas.openxmlformats.org/drawingml/2006/main">
            <a:pathLst>
              <a:path w="152400" h="953">
                <a:moveTo>
                  <a:pt x="0" y="0"/>
                </a:moveTo>
                <a:lnTo>
                  <a:pt x="152400" y="0"/>
                </a:lnTo>
              </a:path>
            </a:pathLst>
          </a:custGeom>
          <a:noFill xmlns:a="http://schemas.openxmlformats.org/drawingml/2006/main"/>
          <a:ln xmlns:a="http://schemas.openxmlformats.org/drawingml/2006/main" w="28575">
            <a:solidFill>
              <a:srgbClr val="175F96"/>
            </a:solidFill>
          </a:ln>
        </p:spPr>
      </p:sp>
      <p:sp>
        <p:nvSpPr>
          <p:cNvPr id="10" name="">
            <a:extLst xmlns:a="http://schemas.openxmlformats.org/drawingml/2006/main">
              <a:ext uri="{FF2B5EF4-FFF2-40B4-BE49-F238E27FC236}">
                <a16:creationId xmlns:a16="http://schemas.microsoft.com/office/drawing/2014/main" id="{531B1E95-DA84-46D9-9CE0-644DC943AE8C}"/>
              </a:ext>
            </a:extLst>
          </p:cNvPr>
          <p:cNvSpPr>
            <a:spLocks xmlns:a="http://schemas.openxmlformats.org/drawingml/2006/main" noGrp="1"/>
          </p:cNvSpPr>
          <p:nvPr/>
        </p:nvSpPr>
        <p:spPr>
          <a:xfrm xmlns:a="http://schemas.openxmlformats.org/drawingml/2006/main">
            <a:off x="5124450" y="2571750"/>
            <a:ext cx="133350" cy="1333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022B551-7D26-4AD4-A611-DE759C695A6B}"/>
              </a:ext>
            </a:extLst>
          </p:cNvPr>
          <p:cNvSpPr>
            <a:spLocks xmlns:a="http://schemas.openxmlformats.org/drawingml/2006/main" noGrp="1"/>
          </p:cNvSpPr>
          <p:nvPr/>
        </p:nvSpPr>
        <p:spPr>
          <a:xfrm xmlns:a="http://schemas.openxmlformats.org/drawingml/2006/main">
            <a:off x="4953000" y="2895600"/>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800">
                <a:solidFill>
                  <a:srgbClr val="172B3A"/>
                </a:solidFill>
                <a:latin typeface="Arial"/>
                <a:ea typeface="Arial"/>
                <a:cs typeface="Arial"/>
              </a:defRPr>
            </a:defPPr>
            <a:lvl1pPr algn="ctr">
              <a:defRPr sz="1800">
                <a:solidFill>
                  <a:srgbClr val="172B3A"/>
                </a:solidFill>
                <a:latin typeface="Arial"/>
                <a:ea typeface="Arial"/>
                <a:cs typeface="Arial"/>
              </a:defRPr>
            </a:lvl1pPr>
            <a:lvl2pPr algn="ctr">
              <a:defRPr sz="1800">
                <a:solidFill>
                  <a:srgbClr val="172B3A"/>
                </a:solidFill>
                <a:latin typeface="Arial"/>
                <a:ea typeface="Arial"/>
                <a:cs typeface="Arial"/>
              </a:defRPr>
            </a:lvl2pPr>
            <a:lvl3pPr algn="ctr">
              <a:defRPr sz="1800">
                <a:solidFill>
                  <a:srgbClr val="172B3A"/>
                </a:solidFill>
                <a:latin typeface="Arial"/>
                <a:ea typeface="Arial"/>
                <a:cs typeface="Arial"/>
              </a:defRPr>
            </a:lvl3pPr>
            <a:lvl4pPr algn="ctr">
              <a:defRPr sz="1800">
                <a:solidFill>
                  <a:srgbClr val="172B3A"/>
                </a:solidFill>
                <a:latin typeface="Arial"/>
                <a:ea typeface="Arial"/>
                <a:cs typeface="Arial"/>
              </a:defRPr>
            </a:lvl4pPr>
            <a:lvl5pPr algn="ctr">
              <a:defRPr sz="1800">
                <a:solidFill>
                  <a:srgbClr val="172B3A"/>
                </a:solidFill>
                <a:latin typeface="Arial"/>
                <a:ea typeface="Arial"/>
                <a:cs typeface="Arial"/>
              </a:defRPr>
            </a:lvl5pPr>
            <a:lvl6pPr algn="ctr">
              <a:defRPr sz="1800">
                <a:solidFill>
                  <a:srgbClr val="172B3A"/>
                </a:solidFill>
                <a:latin typeface="Arial"/>
                <a:ea typeface="Arial"/>
                <a:cs typeface="Arial"/>
              </a:defRPr>
            </a:lvl6pPr>
            <a:lvl7pPr algn="ctr">
              <a:defRPr sz="1800">
                <a:solidFill>
                  <a:srgbClr val="172B3A"/>
                </a:solidFill>
                <a:latin typeface="Arial"/>
                <a:ea typeface="Arial"/>
                <a:cs typeface="Arial"/>
              </a:defRPr>
            </a:lvl7pPr>
            <a:lvl8pPr algn="ctr">
              <a:defRPr sz="1800">
                <a:solidFill>
                  <a:srgbClr val="172B3A"/>
                </a:solidFill>
                <a:latin typeface="Arial"/>
                <a:ea typeface="Arial"/>
                <a:cs typeface="Arial"/>
              </a:defRPr>
            </a:lvl8pPr>
            <a:lvl9pPr algn="ctr">
              <a:defRPr sz="1800">
                <a:solidFill>
                  <a:srgbClr val="172B3A"/>
                </a:solidFill>
                <a:latin typeface="Arial"/>
                <a:ea typeface="Arial"/>
                <a:cs typeface="Arial"/>
              </a:defRPr>
            </a:lvl9pPr>
          </a:lstStyle>
          <a:p xmlns:a="http://schemas.openxmlformats.org/drawingml/2006/main">
            <a:pPr algn="ctr">
              <a:defRPr sz="1800">
                <a:solidFill>
                  <a:srgbClr val="172B3A"/>
                </a:solidFill>
                <a:latin typeface="Arial"/>
                <a:ea typeface="Arial"/>
                <a:cs typeface="Arial"/>
              </a:defRPr>
            </a:pPr>
            <a:r>
              <a:rPr sz="1800">
                <a:solidFill>
                  <a:srgbClr val="172B3A"/>
                </a:solidFill>
                <a:latin typeface="Arial"/>
                <a:ea typeface="Arial"/>
                <a:cs typeface="Arial"/>
              </a:rPr>
              <a:t>50</a:t>
            </a:r>
          </a:p>
        </p:txBody>
      </p:sp>
      <p:sp>
        <p:nvSpPr>
          <p:cNvPr id="12" name="">
            <a:extLst xmlns:a="http://schemas.openxmlformats.org/drawingml/2006/main">
              <a:ext uri="{FF2B5EF4-FFF2-40B4-BE49-F238E27FC236}">
                <a16:creationId xmlns:a16="http://schemas.microsoft.com/office/drawing/2014/main" id="{9E8AD613-7E6E-40A5-8A77-12035F63489F}"/>
              </a:ext>
            </a:extLst>
          </p:cNvPr>
          <p:cNvSpPr>
            <a:spLocks xmlns:a="http://schemas.openxmlformats.org/drawingml/2006/main" noGrp="1"/>
          </p:cNvSpPr>
          <p:nvPr/>
        </p:nvSpPr>
        <p:spPr>
          <a:xfrm xmlns:a="http://schemas.openxmlformats.org/drawingml/2006/main">
            <a:off x="8096250" y="247650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72B3A"/>
                </a:solidFill>
                <a:latin typeface="Arial"/>
                <a:ea typeface="Arial"/>
                <a:cs typeface="Arial"/>
              </a:defRPr>
            </a:defPPr>
            <a:lvl1pPr>
              <a:defRPr sz="2400" b="1">
                <a:solidFill>
                  <a:srgbClr val="172B3A"/>
                </a:solidFill>
                <a:latin typeface="Arial"/>
                <a:ea typeface="Arial"/>
                <a:cs typeface="Arial"/>
              </a:defRPr>
            </a:lvl1pPr>
            <a:lvl2pPr>
              <a:defRPr sz="2400" b="1">
                <a:solidFill>
                  <a:srgbClr val="172B3A"/>
                </a:solidFill>
                <a:latin typeface="Arial"/>
                <a:ea typeface="Arial"/>
                <a:cs typeface="Arial"/>
              </a:defRPr>
            </a:lvl2pPr>
            <a:lvl3pPr>
              <a:defRPr sz="2400" b="1">
                <a:solidFill>
                  <a:srgbClr val="172B3A"/>
                </a:solidFill>
                <a:latin typeface="Arial"/>
                <a:ea typeface="Arial"/>
                <a:cs typeface="Arial"/>
              </a:defRPr>
            </a:lvl3pPr>
            <a:lvl4pPr>
              <a:defRPr sz="2400" b="1">
                <a:solidFill>
                  <a:srgbClr val="172B3A"/>
                </a:solidFill>
                <a:latin typeface="Arial"/>
                <a:ea typeface="Arial"/>
                <a:cs typeface="Arial"/>
              </a:defRPr>
            </a:lvl4pPr>
            <a:lvl5pPr>
              <a:defRPr sz="2400" b="1">
                <a:solidFill>
                  <a:srgbClr val="172B3A"/>
                </a:solidFill>
                <a:latin typeface="Arial"/>
                <a:ea typeface="Arial"/>
                <a:cs typeface="Arial"/>
              </a:defRPr>
            </a:lvl5pPr>
            <a:lvl6pPr>
              <a:defRPr sz="2400" b="1">
                <a:solidFill>
                  <a:srgbClr val="172B3A"/>
                </a:solidFill>
                <a:latin typeface="Arial"/>
                <a:ea typeface="Arial"/>
                <a:cs typeface="Arial"/>
              </a:defRPr>
            </a:lvl6pPr>
            <a:lvl7pPr>
              <a:defRPr sz="2400" b="1">
                <a:solidFill>
                  <a:srgbClr val="172B3A"/>
                </a:solidFill>
                <a:latin typeface="Arial"/>
                <a:ea typeface="Arial"/>
                <a:cs typeface="Arial"/>
              </a:defRPr>
            </a:lvl7pPr>
            <a:lvl8pPr>
              <a:defRPr sz="2400" b="1">
                <a:solidFill>
                  <a:srgbClr val="172B3A"/>
                </a:solidFill>
                <a:latin typeface="Arial"/>
                <a:ea typeface="Arial"/>
                <a:cs typeface="Arial"/>
              </a:defRPr>
            </a:lvl8pPr>
            <a:lvl9pPr>
              <a:defRPr sz="2400" b="1">
                <a:solidFill>
                  <a:srgbClr val="172B3A"/>
                </a:solidFill>
                <a:latin typeface="Arial"/>
                <a:ea typeface="Arial"/>
                <a:cs typeface="Arial"/>
              </a:defRPr>
            </a:lvl9pPr>
          </a:lstStyle>
          <a:p xmlns:a="http://schemas.openxmlformats.org/drawingml/2006/main">
            <a:pPr>
              <a:defRPr sz="2400" b="1">
                <a:solidFill>
                  <a:srgbClr val="172B3A"/>
                </a:solidFill>
                <a:latin typeface="Arial"/>
                <a:ea typeface="Arial"/>
                <a:cs typeface="Arial"/>
              </a:defRPr>
            </a:pPr>
            <a:r>
              <a:rPr sz="2400" b="1">
                <a:solidFill>
                  <a:srgbClr val="172B3A"/>
                </a:solidFill>
                <a:latin typeface="Arial"/>
                <a:ea typeface="Arial"/>
                <a:cs typeface="Arial"/>
              </a:rPr>
              <a:t>3 checks</a:t>
            </a:r>
          </a:p>
        </p:txBody>
      </p:sp>
      <p:sp>
        <p:nvSpPr>
          <p:cNvPr id="13" name="">
            <a:extLst xmlns:a="http://schemas.openxmlformats.org/drawingml/2006/main">
              <a:ext uri="{FF2B5EF4-FFF2-40B4-BE49-F238E27FC236}">
                <a16:creationId xmlns:a16="http://schemas.microsoft.com/office/drawing/2014/main" id="{503435FB-B0BA-4290-A74D-DEDF4634F940}"/>
              </a:ext>
            </a:extLst>
          </p:cNvPr>
          <p:cNvSpPr>
            <a:spLocks xmlns:a="http://schemas.openxmlformats.org/drawingml/2006/main" noGrp="1"/>
          </p:cNvSpPr>
          <p:nvPr/>
        </p:nvSpPr>
        <p:spPr>
          <a:xfrm xmlns:a="http://schemas.openxmlformats.org/drawingml/2006/main">
            <a:off x="666750" y="4019550"/>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500-update window</a:t>
            </a:r>
          </a:p>
        </p:txBody>
      </p:sp>
      <p:sp>
        <p:nvSpPr>
          <p:cNvPr id="14" name="">
            <a:extLst xmlns:a="http://schemas.openxmlformats.org/drawingml/2006/main">
              <a:ext uri="{FF2B5EF4-FFF2-40B4-BE49-F238E27FC236}">
                <a16:creationId xmlns:a16="http://schemas.microsoft.com/office/drawing/2014/main" id="{E44DB7DE-BCB1-4C9B-B1C3-C00B71575FA2}"/>
              </a:ext>
            </a:extLst>
          </p:cNvPr>
          <p:cNvSpPr>
            <a:spLocks xmlns:a="http://schemas.openxmlformats.org/drawingml/2006/main" noGrp="1"/>
          </p:cNvSpPr>
          <p:nvPr/>
        </p:nvSpPr>
        <p:spPr>
          <a:xfrm xmlns:a="http://schemas.openxmlformats.org/drawingml/2006/main">
            <a:off x="45720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9E02170-E220-4A3F-AB3E-101D3353C9B5}"/>
              </a:ext>
            </a:extLst>
          </p:cNvPr>
          <p:cNvSpPr>
            <a:spLocks xmlns:a="http://schemas.openxmlformats.org/drawingml/2006/main" noGrp="1"/>
          </p:cNvSpPr>
          <p:nvPr/>
        </p:nvSpPr>
        <p:spPr>
          <a:xfrm xmlns:a="http://schemas.openxmlformats.org/drawingml/2006/main">
            <a:off x="46672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16" name="">
            <a:extLst xmlns:a="http://schemas.openxmlformats.org/drawingml/2006/main">
              <a:ext uri="{FF2B5EF4-FFF2-40B4-BE49-F238E27FC236}">
                <a16:creationId xmlns:a16="http://schemas.microsoft.com/office/drawing/2014/main" id="{B7F563FD-342C-4ABA-80ED-F3E0FBD89CAB}"/>
              </a:ext>
            </a:extLst>
          </p:cNvPr>
          <p:cNvSpPr>
            <a:spLocks xmlns:a="http://schemas.openxmlformats.org/drawingml/2006/main" noGrp="1"/>
          </p:cNvSpPr>
          <p:nvPr/>
        </p:nvSpPr>
        <p:spPr>
          <a:xfrm xmlns:a="http://schemas.openxmlformats.org/drawingml/2006/main">
            <a:off x="48577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E1BB331-D33E-4197-B6E9-A8CEA4AD56B0}"/>
              </a:ext>
            </a:extLst>
          </p:cNvPr>
          <p:cNvSpPr>
            <a:spLocks xmlns:a="http://schemas.openxmlformats.org/drawingml/2006/main" noGrp="1"/>
          </p:cNvSpPr>
          <p:nvPr/>
        </p:nvSpPr>
        <p:spPr>
          <a:xfrm xmlns:a="http://schemas.openxmlformats.org/drawingml/2006/main">
            <a:off x="49530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18" name="">
            <a:extLst xmlns:a="http://schemas.openxmlformats.org/drawingml/2006/main">
              <a:ext uri="{FF2B5EF4-FFF2-40B4-BE49-F238E27FC236}">
                <a16:creationId xmlns:a16="http://schemas.microsoft.com/office/drawing/2014/main" id="{0A3C9D9F-1D75-4E7C-AA2F-F08F3A9C69F8}"/>
              </a:ext>
            </a:extLst>
          </p:cNvPr>
          <p:cNvSpPr>
            <a:spLocks xmlns:a="http://schemas.openxmlformats.org/drawingml/2006/main" noGrp="1"/>
          </p:cNvSpPr>
          <p:nvPr/>
        </p:nvSpPr>
        <p:spPr>
          <a:xfrm xmlns:a="http://schemas.openxmlformats.org/drawingml/2006/main">
            <a:off x="51435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B457867-D6AC-4867-8D5D-0D5F0A6550D7}"/>
              </a:ext>
            </a:extLst>
          </p:cNvPr>
          <p:cNvSpPr>
            <a:spLocks xmlns:a="http://schemas.openxmlformats.org/drawingml/2006/main" noGrp="1"/>
          </p:cNvSpPr>
          <p:nvPr/>
        </p:nvSpPr>
        <p:spPr>
          <a:xfrm xmlns:a="http://schemas.openxmlformats.org/drawingml/2006/main">
            <a:off x="52387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20" name="">
            <a:extLst xmlns:a="http://schemas.openxmlformats.org/drawingml/2006/main">
              <a:ext uri="{FF2B5EF4-FFF2-40B4-BE49-F238E27FC236}">
                <a16:creationId xmlns:a16="http://schemas.microsoft.com/office/drawing/2014/main" id="{8ED29944-1817-4F00-AD6A-440FF9504556}"/>
              </a:ext>
            </a:extLst>
          </p:cNvPr>
          <p:cNvSpPr>
            <a:spLocks xmlns:a="http://schemas.openxmlformats.org/drawingml/2006/main" noGrp="1"/>
          </p:cNvSpPr>
          <p:nvPr/>
        </p:nvSpPr>
        <p:spPr>
          <a:xfrm xmlns:a="http://schemas.openxmlformats.org/drawingml/2006/main">
            <a:off x="54292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718D4F9-7661-4575-873C-7A4DF8F317F9}"/>
              </a:ext>
            </a:extLst>
          </p:cNvPr>
          <p:cNvSpPr>
            <a:spLocks xmlns:a="http://schemas.openxmlformats.org/drawingml/2006/main" noGrp="1"/>
          </p:cNvSpPr>
          <p:nvPr/>
        </p:nvSpPr>
        <p:spPr>
          <a:xfrm xmlns:a="http://schemas.openxmlformats.org/drawingml/2006/main">
            <a:off x="55245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22" name="">
            <a:extLst xmlns:a="http://schemas.openxmlformats.org/drawingml/2006/main">
              <a:ext uri="{FF2B5EF4-FFF2-40B4-BE49-F238E27FC236}">
                <a16:creationId xmlns:a16="http://schemas.microsoft.com/office/drawing/2014/main" id="{52ED3CC6-CB68-472B-910D-7AD156E2D150}"/>
              </a:ext>
            </a:extLst>
          </p:cNvPr>
          <p:cNvSpPr>
            <a:spLocks xmlns:a="http://schemas.openxmlformats.org/drawingml/2006/main" noGrp="1"/>
          </p:cNvSpPr>
          <p:nvPr/>
        </p:nvSpPr>
        <p:spPr>
          <a:xfrm xmlns:a="http://schemas.openxmlformats.org/drawingml/2006/main">
            <a:off x="57150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ACAA213-1341-434C-BB38-C5CACDDE7B73}"/>
              </a:ext>
            </a:extLst>
          </p:cNvPr>
          <p:cNvSpPr>
            <a:spLocks xmlns:a="http://schemas.openxmlformats.org/drawingml/2006/main" noGrp="1"/>
          </p:cNvSpPr>
          <p:nvPr/>
        </p:nvSpPr>
        <p:spPr>
          <a:xfrm xmlns:a="http://schemas.openxmlformats.org/drawingml/2006/main">
            <a:off x="58102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24" name="">
            <a:extLst xmlns:a="http://schemas.openxmlformats.org/drawingml/2006/main">
              <a:ext uri="{FF2B5EF4-FFF2-40B4-BE49-F238E27FC236}">
                <a16:creationId xmlns:a16="http://schemas.microsoft.com/office/drawing/2014/main" id="{017AFA5E-BFC3-4474-B2B3-6056B359F7EC}"/>
              </a:ext>
            </a:extLst>
          </p:cNvPr>
          <p:cNvSpPr>
            <a:spLocks xmlns:a="http://schemas.openxmlformats.org/drawingml/2006/main" noGrp="1"/>
          </p:cNvSpPr>
          <p:nvPr/>
        </p:nvSpPr>
        <p:spPr>
          <a:xfrm xmlns:a="http://schemas.openxmlformats.org/drawingml/2006/main">
            <a:off x="60007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B0029E6C-257B-456A-B6FF-0AD1B9ADA206}"/>
              </a:ext>
            </a:extLst>
          </p:cNvPr>
          <p:cNvSpPr>
            <a:spLocks xmlns:a="http://schemas.openxmlformats.org/drawingml/2006/main" noGrp="1"/>
          </p:cNvSpPr>
          <p:nvPr/>
        </p:nvSpPr>
        <p:spPr>
          <a:xfrm xmlns:a="http://schemas.openxmlformats.org/drawingml/2006/main">
            <a:off x="60960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26" name="">
            <a:extLst xmlns:a="http://schemas.openxmlformats.org/drawingml/2006/main">
              <a:ext uri="{FF2B5EF4-FFF2-40B4-BE49-F238E27FC236}">
                <a16:creationId xmlns:a16="http://schemas.microsoft.com/office/drawing/2014/main" id="{314093F1-3F8D-481A-884E-5CF580599C3B}"/>
              </a:ext>
            </a:extLst>
          </p:cNvPr>
          <p:cNvSpPr>
            <a:spLocks xmlns:a="http://schemas.openxmlformats.org/drawingml/2006/main" noGrp="1"/>
          </p:cNvSpPr>
          <p:nvPr/>
        </p:nvSpPr>
        <p:spPr>
          <a:xfrm xmlns:a="http://schemas.openxmlformats.org/drawingml/2006/main">
            <a:off x="62865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696B610F-4CC6-4600-AB18-3E47A3D6808E}"/>
              </a:ext>
            </a:extLst>
          </p:cNvPr>
          <p:cNvSpPr>
            <a:spLocks xmlns:a="http://schemas.openxmlformats.org/drawingml/2006/main" noGrp="1"/>
          </p:cNvSpPr>
          <p:nvPr/>
        </p:nvSpPr>
        <p:spPr>
          <a:xfrm xmlns:a="http://schemas.openxmlformats.org/drawingml/2006/main">
            <a:off x="63817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28" name="">
            <a:extLst xmlns:a="http://schemas.openxmlformats.org/drawingml/2006/main">
              <a:ext uri="{FF2B5EF4-FFF2-40B4-BE49-F238E27FC236}">
                <a16:creationId xmlns:a16="http://schemas.microsoft.com/office/drawing/2014/main" id="{B262C059-AF79-4AE4-944D-88F7A151C77F}"/>
              </a:ext>
            </a:extLst>
          </p:cNvPr>
          <p:cNvSpPr>
            <a:spLocks xmlns:a="http://schemas.openxmlformats.org/drawingml/2006/main" noGrp="1"/>
          </p:cNvSpPr>
          <p:nvPr/>
        </p:nvSpPr>
        <p:spPr>
          <a:xfrm xmlns:a="http://schemas.openxmlformats.org/drawingml/2006/main">
            <a:off x="65722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C019DA9-6739-4E10-89CF-2626965CDEE7}"/>
              </a:ext>
            </a:extLst>
          </p:cNvPr>
          <p:cNvSpPr>
            <a:spLocks xmlns:a="http://schemas.openxmlformats.org/drawingml/2006/main" noGrp="1"/>
          </p:cNvSpPr>
          <p:nvPr/>
        </p:nvSpPr>
        <p:spPr>
          <a:xfrm xmlns:a="http://schemas.openxmlformats.org/drawingml/2006/main">
            <a:off x="66675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30" name="">
            <a:extLst xmlns:a="http://schemas.openxmlformats.org/drawingml/2006/main">
              <a:ext uri="{FF2B5EF4-FFF2-40B4-BE49-F238E27FC236}">
                <a16:creationId xmlns:a16="http://schemas.microsoft.com/office/drawing/2014/main" id="{E1068F38-068D-48C9-96CA-DA934BD9D2D4}"/>
              </a:ext>
            </a:extLst>
          </p:cNvPr>
          <p:cNvSpPr>
            <a:spLocks xmlns:a="http://schemas.openxmlformats.org/drawingml/2006/main" noGrp="1"/>
          </p:cNvSpPr>
          <p:nvPr/>
        </p:nvSpPr>
        <p:spPr>
          <a:xfrm xmlns:a="http://schemas.openxmlformats.org/drawingml/2006/main">
            <a:off x="68580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D5BDF87C-3634-43E0-AE6D-75B2F9E421C5}"/>
              </a:ext>
            </a:extLst>
          </p:cNvPr>
          <p:cNvSpPr>
            <a:spLocks xmlns:a="http://schemas.openxmlformats.org/drawingml/2006/main" noGrp="1"/>
          </p:cNvSpPr>
          <p:nvPr/>
        </p:nvSpPr>
        <p:spPr>
          <a:xfrm xmlns:a="http://schemas.openxmlformats.org/drawingml/2006/main">
            <a:off x="69532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32" name="">
            <a:extLst xmlns:a="http://schemas.openxmlformats.org/drawingml/2006/main">
              <a:ext uri="{FF2B5EF4-FFF2-40B4-BE49-F238E27FC236}">
                <a16:creationId xmlns:a16="http://schemas.microsoft.com/office/drawing/2014/main" id="{4E2C800E-6A91-4ADF-AA6A-8C498EC68F43}"/>
              </a:ext>
            </a:extLst>
          </p:cNvPr>
          <p:cNvSpPr>
            <a:spLocks xmlns:a="http://schemas.openxmlformats.org/drawingml/2006/main" noGrp="1"/>
          </p:cNvSpPr>
          <p:nvPr/>
        </p:nvSpPr>
        <p:spPr>
          <a:xfrm xmlns:a="http://schemas.openxmlformats.org/drawingml/2006/main">
            <a:off x="71437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2B0D7215-E63E-4B8B-A04D-05F28D3B7F95}"/>
              </a:ext>
            </a:extLst>
          </p:cNvPr>
          <p:cNvSpPr>
            <a:spLocks xmlns:a="http://schemas.openxmlformats.org/drawingml/2006/main" noGrp="1"/>
          </p:cNvSpPr>
          <p:nvPr/>
        </p:nvSpPr>
        <p:spPr>
          <a:xfrm xmlns:a="http://schemas.openxmlformats.org/drawingml/2006/main">
            <a:off x="72390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34" name="">
            <a:extLst xmlns:a="http://schemas.openxmlformats.org/drawingml/2006/main">
              <a:ext uri="{FF2B5EF4-FFF2-40B4-BE49-F238E27FC236}">
                <a16:creationId xmlns:a16="http://schemas.microsoft.com/office/drawing/2014/main" id="{8B671CAF-2B9B-42B2-A83A-9F555F1E6116}"/>
              </a:ext>
            </a:extLst>
          </p:cNvPr>
          <p:cNvSpPr>
            <a:spLocks xmlns:a="http://schemas.openxmlformats.org/drawingml/2006/main" noGrp="1"/>
          </p:cNvSpPr>
          <p:nvPr/>
        </p:nvSpPr>
        <p:spPr>
          <a:xfrm xmlns:a="http://schemas.openxmlformats.org/drawingml/2006/main">
            <a:off x="74295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E1ED630C-37EA-453A-8E2F-C5AD63271DD2}"/>
              </a:ext>
            </a:extLst>
          </p:cNvPr>
          <p:cNvSpPr>
            <a:spLocks xmlns:a="http://schemas.openxmlformats.org/drawingml/2006/main" noGrp="1"/>
          </p:cNvSpPr>
          <p:nvPr/>
        </p:nvSpPr>
        <p:spPr>
          <a:xfrm xmlns:a="http://schemas.openxmlformats.org/drawingml/2006/main">
            <a:off x="75247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36" name="">
            <a:extLst xmlns:a="http://schemas.openxmlformats.org/drawingml/2006/main">
              <a:ext uri="{FF2B5EF4-FFF2-40B4-BE49-F238E27FC236}">
                <a16:creationId xmlns:a16="http://schemas.microsoft.com/office/drawing/2014/main" id="{19E72055-B137-4BB4-A571-1A2647D91C36}"/>
              </a:ext>
            </a:extLst>
          </p:cNvPr>
          <p:cNvSpPr>
            <a:spLocks xmlns:a="http://schemas.openxmlformats.org/drawingml/2006/main" noGrp="1"/>
          </p:cNvSpPr>
          <p:nvPr/>
        </p:nvSpPr>
        <p:spPr>
          <a:xfrm xmlns:a="http://schemas.openxmlformats.org/drawingml/2006/main">
            <a:off x="77152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174B7F6D-447D-4E60-818E-F36C1B354FFC}"/>
              </a:ext>
            </a:extLst>
          </p:cNvPr>
          <p:cNvSpPr>
            <a:spLocks xmlns:a="http://schemas.openxmlformats.org/drawingml/2006/main" noGrp="1"/>
          </p:cNvSpPr>
          <p:nvPr/>
        </p:nvSpPr>
        <p:spPr>
          <a:xfrm xmlns:a="http://schemas.openxmlformats.org/drawingml/2006/main">
            <a:off x="78105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38" name="">
            <a:extLst xmlns:a="http://schemas.openxmlformats.org/drawingml/2006/main">
              <a:ext uri="{FF2B5EF4-FFF2-40B4-BE49-F238E27FC236}">
                <a16:creationId xmlns:a16="http://schemas.microsoft.com/office/drawing/2014/main" id="{F5661531-1D6C-444C-9596-F78A3E9C79B9}"/>
              </a:ext>
            </a:extLst>
          </p:cNvPr>
          <p:cNvSpPr>
            <a:spLocks xmlns:a="http://schemas.openxmlformats.org/drawingml/2006/main" noGrp="1"/>
          </p:cNvSpPr>
          <p:nvPr/>
        </p:nvSpPr>
        <p:spPr>
          <a:xfrm xmlns:a="http://schemas.openxmlformats.org/drawingml/2006/main">
            <a:off x="80010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EDD7A1A-34BB-478C-A343-A11C3E930046}"/>
              </a:ext>
            </a:extLst>
          </p:cNvPr>
          <p:cNvSpPr>
            <a:spLocks xmlns:a="http://schemas.openxmlformats.org/drawingml/2006/main" noGrp="1"/>
          </p:cNvSpPr>
          <p:nvPr/>
        </p:nvSpPr>
        <p:spPr>
          <a:xfrm xmlns:a="http://schemas.openxmlformats.org/drawingml/2006/main">
            <a:off x="80962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40" name="">
            <a:extLst xmlns:a="http://schemas.openxmlformats.org/drawingml/2006/main">
              <a:ext uri="{FF2B5EF4-FFF2-40B4-BE49-F238E27FC236}">
                <a16:creationId xmlns:a16="http://schemas.microsoft.com/office/drawing/2014/main" id="{FF9CEC8E-A60E-4C57-ABD3-DF93929D7E48}"/>
              </a:ext>
            </a:extLst>
          </p:cNvPr>
          <p:cNvSpPr>
            <a:spLocks xmlns:a="http://schemas.openxmlformats.org/drawingml/2006/main" noGrp="1"/>
          </p:cNvSpPr>
          <p:nvPr/>
        </p:nvSpPr>
        <p:spPr>
          <a:xfrm xmlns:a="http://schemas.openxmlformats.org/drawingml/2006/main">
            <a:off x="82867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A2C267D8-99D1-4BDD-801E-87CA446ADCFF}"/>
              </a:ext>
            </a:extLst>
          </p:cNvPr>
          <p:cNvSpPr>
            <a:spLocks xmlns:a="http://schemas.openxmlformats.org/drawingml/2006/main" noGrp="1"/>
          </p:cNvSpPr>
          <p:nvPr/>
        </p:nvSpPr>
        <p:spPr>
          <a:xfrm xmlns:a="http://schemas.openxmlformats.org/drawingml/2006/main">
            <a:off x="83820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42" name="">
            <a:extLst xmlns:a="http://schemas.openxmlformats.org/drawingml/2006/main">
              <a:ext uri="{FF2B5EF4-FFF2-40B4-BE49-F238E27FC236}">
                <a16:creationId xmlns:a16="http://schemas.microsoft.com/office/drawing/2014/main" id="{E6C807EE-3C51-451E-B654-FE46CB064773}"/>
              </a:ext>
            </a:extLst>
          </p:cNvPr>
          <p:cNvSpPr>
            <a:spLocks xmlns:a="http://schemas.openxmlformats.org/drawingml/2006/main" noGrp="1"/>
          </p:cNvSpPr>
          <p:nvPr/>
        </p:nvSpPr>
        <p:spPr>
          <a:xfrm xmlns:a="http://schemas.openxmlformats.org/drawingml/2006/main">
            <a:off x="85725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971EE776-2FE0-473A-9909-7F47F06A20A5}"/>
              </a:ext>
            </a:extLst>
          </p:cNvPr>
          <p:cNvSpPr>
            <a:spLocks xmlns:a="http://schemas.openxmlformats.org/drawingml/2006/main" noGrp="1"/>
          </p:cNvSpPr>
          <p:nvPr/>
        </p:nvSpPr>
        <p:spPr>
          <a:xfrm xmlns:a="http://schemas.openxmlformats.org/drawingml/2006/main">
            <a:off x="86677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44" name="">
            <a:extLst xmlns:a="http://schemas.openxmlformats.org/drawingml/2006/main">
              <a:ext uri="{FF2B5EF4-FFF2-40B4-BE49-F238E27FC236}">
                <a16:creationId xmlns:a16="http://schemas.microsoft.com/office/drawing/2014/main" id="{BA4198A6-3565-49F6-A57B-D7B3A382FFBF}"/>
              </a:ext>
            </a:extLst>
          </p:cNvPr>
          <p:cNvSpPr>
            <a:spLocks xmlns:a="http://schemas.openxmlformats.org/drawingml/2006/main" noGrp="1"/>
          </p:cNvSpPr>
          <p:nvPr/>
        </p:nvSpPr>
        <p:spPr>
          <a:xfrm xmlns:a="http://schemas.openxmlformats.org/drawingml/2006/main">
            <a:off x="88582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3117D457-603E-438F-BC3C-232FFCB02521}"/>
              </a:ext>
            </a:extLst>
          </p:cNvPr>
          <p:cNvSpPr>
            <a:spLocks xmlns:a="http://schemas.openxmlformats.org/drawingml/2006/main" noGrp="1"/>
          </p:cNvSpPr>
          <p:nvPr/>
        </p:nvSpPr>
        <p:spPr>
          <a:xfrm xmlns:a="http://schemas.openxmlformats.org/drawingml/2006/main">
            <a:off x="89535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46" name="">
            <a:extLst xmlns:a="http://schemas.openxmlformats.org/drawingml/2006/main">
              <a:ext uri="{FF2B5EF4-FFF2-40B4-BE49-F238E27FC236}">
                <a16:creationId xmlns:a16="http://schemas.microsoft.com/office/drawing/2014/main" id="{7B1553C3-86DA-487E-9295-E73204642814}"/>
              </a:ext>
            </a:extLst>
          </p:cNvPr>
          <p:cNvSpPr>
            <a:spLocks xmlns:a="http://schemas.openxmlformats.org/drawingml/2006/main" noGrp="1"/>
          </p:cNvSpPr>
          <p:nvPr/>
        </p:nvSpPr>
        <p:spPr>
          <a:xfrm xmlns:a="http://schemas.openxmlformats.org/drawingml/2006/main">
            <a:off x="91440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2B0850DB-624A-40AD-A4DB-5E6AAA934017}"/>
              </a:ext>
            </a:extLst>
          </p:cNvPr>
          <p:cNvSpPr>
            <a:spLocks xmlns:a="http://schemas.openxmlformats.org/drawingml/2006/main" noGrp="1"/>
          </p:cNvSpPr>
          <p:nvPr/>
        </p:nvSpPr>
        <p:spPr>
          <a:xfrm xmlns:a="http://schemas.openxmlformats.org/drawingml/2006/main">
            <a:off x="92392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48" name="">
            <a:extLst xmlns:a="http://schemas.openxmlformats.org/drawingml/2006/main">
              <a:ext uri="{FF2B5EF4-FFF2-40B4-BE49-F238E27FC236}">
                <a16:creationId xmlns:a16="http://schemas.microsoft.com/office/drawing/2014/main" id="{6D2FAF3C-3401-43D9-A19F-7C25E9813682}"/>
              </a:ext>
            </a:extLst>
          </p:cNvPr>
          <p:cNvSpPr>
            <a:spLocks xmlns:a="http://schemas.openxmlformats.org/drawingml/2006/main" noGrp="1"/>
          </p:cNvSpPr>
          <p:nvPr/>
        </p:nvSpPr>
        <p:spPr>
          <a:xfrm xmlns:a="http://schemas.openxmlformats.org/drawingml/2006/main">
            <a:off x="94297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EA73A760-E771-4C9F-8D2B-4D92CEA641AA}"/>
              </a:ext>
            </a:extLst>
          </p:cNvPr>
          <p:cNvSpPr>
            <a:spLocks xmlns:a="http://schemas.openxmlformats.org/drawingml/2006/main" noGrp="1"/>
          </p:cNvSpPr>
          <p:nvPr/>
        </p:nvSpPr>
        <p:spPr>
          <a:xfrm xmlns:a="http://schemas.openxmlformats.org/drawingml/2006/main">
            <a:off x="95250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50" name="">
            <a:extLst xmlns:a="http://schemas.openxmlformats.org/drawingml/2006/main">
              <a:ext uri="{FF2B5EF4-FFF2-40B4-BE49-F238E27FC236}">
                <a16:creationId xmlns:a16="http://schemas.microsoft.com/office/drawing/2014/main" id="{574F42DD-925A-461E-B728-2815F6D77516}"/>
              </a:ext>
            </a:extLst>
          </p:cNvPr>
          <p:cNvSpPr>
            <a:spLocks xmlns:a="http://schemas.openxmlformats.org/drawingml/2006/main" noGrp="1"/>
          </p:cNvSpPr>
          <p:nvPr/>
        </p:nvSpPr>
        <p:spPr>
          <a:xfrm xmlns:a="http://schemas.openxmlformats.org/drawingml/2006/main">
            <a:off x="97155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51" name="">
            <a:extLst xmlns:a="http://schemas.openxmlformats.org/drawingml/2006/main">
              <a:ext uri="{FF2B5EF4-FFF2-40B4-BE49-F238E27FC236}">
                <a16:creationId xmlns:a16="http://schemas.microsoft.com/office/drawing/2014/main" id="{F15C516B-D18C-44FB-956F-B3F578330C04}"/>
              </a:ext>
            </a:extLst>
          </p:cNvPr>
          <p:cNvSpPr>
            <a:spLocks xmlns:a="http://schemas.openxmlformats.org/drawingml/2006/main" noGrp="1"/>
          </p:cNvSpPr>
          <p:nvPr/>
        </p:nvSpPr>
        <p:spPr>
          <a:xfrm xmlns:a="http://schemas.openxmlformats.org/drawingml/2006/main">
            <a:off x="98107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52" name="">
            <a:extLst xmlns:a="http://schemas.openxmlformats.org/drawingml/2006/main">
              <a:ext uri="{FF2B5EF4-FFF2-40B4-BE49-F238E27FC236}">
                <a16:creationId xmlns:a16="http://schemas.microsoft.com/office/drawing/2014/main" id="{E831E5D2-7D24-4528-B1D8-00A1E222C498}"/>
              </a:ext>
            </a:extLst>
          </p:cNvPr>
          <p:cNvSpPr>
            <a:spLocks xmlns:a="http://schemas.openxmlformats.org/drawingml/2006/main" noGrp="1"/>
          </p:cNvSpPr>
          <p:nvPr/>
        </p:nvSpPr>
        <p:spPr>
          <a:xfrm xmlns:a="http://schemas.openxmlformats.org/drawingml/2006/main">
            <a:off x="100012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53" name="">
            <a:extLst xmlns:a="http://schemas.openxmlformats.org/drawingml/2006/main">
              <a:ext uri="{FF2B5EF4-FFF2-40B4-BE49-F238E27FC236}">
                <a16:creationId xmlns:a16="http://schemas.microsoft.com/office/drawing/2014/main" id="{A2473267-A6F5-48D0-83C3-733D7EBA1EC4}"/>
              </a:ext>
            </a:extLst>
          </p:cNvPr>
          <p:cNvSpPr>
            <a:spLocks xmlns:a="http://schemas.openxmlformats.org/drawingml/2006/main" noGrp="1"/>
          </p:cNvSpPr>
          <p:nvPr/>
        </p:nvSpPr>
        <p:spPr>
          <a:xfrm xmlns:a="http://schemas.openxmlformats.org/drawingml/2006/main">
            <a:off x="100965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54" name="">
            <a:extLst xmlns:a="http://schemas.openxmlformats.org/drawingml/2006/main">
              <a:ext uri="{FF2B5EF4-FFF2-40B4-BE49-F238E27FC236}">
                <a16:creationId xmlns:a16="http://schemas.microsoft.com/office/drawing/2014/main" id="{C996D03A-13EF-441D-863B-AFCB32320CF7}"/>
              </a:ext>
            </a:extLst>
          </p:cNvPr>
          <p:cNvSpPr>
            <a:spLocks xmlns:a="http://schemas.openxmlformats.org/drawingml/2006/main" noGrp="1"/>
          </p:cNvSpPr>
          <p:nvPr/>
        </p:nvSpPr>
        <p:spPr>
          <a:xfrm xmlns:a="http://schemas.openxmlformats.org/drawingml/2006/main">
            <a:off x="102870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98625045-020E-4F39-82BF-91BF19437B6E}"/>
              </a:ext>
            </a:extLst>
          </p:cNvPr>
          <p:cNvSpPr>
            <a:spLocks xmlns:a="http://schemas.openxmlformats.org/drawingml/2006/main" noGrp="1"/>
          </p:cNvSpPr>
          <p:nvPr/>
        </p:nvSpPr>
        <p:spPr>
          <a:xfrm xmlns:a="http://schemas.openxmlformats.org/drawingml/2006/main">
            <a:off x="4429125" y="448627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a:solidFill>
                  <a:srgbClr val="172B3A"/>
                </a:solidFill>
                <a:latin typeface="Arial"/>
                <a:ea typeface="Arial"/>
                <a:cs typeface="Arial"/>
              </a:defRPr>
            </a:defPPr>
            <a:lvl1pPr>
              <a:defRPr sz="1800">
                <a:solidFill>
                  <a:srgbClr val="172B3A"/>
                </a:solidFill>
                <a:latin typeface="Arial"/>
                <a:ea typeface="Arial"/>
                <a:cs typeface="Arial"/>
              </a:defRPr>
            </a:lvl1pPr>
            <a:lvl2pPr>
              <a:defRPr sz="1800">
                <a:solidFill>
                  <a:srgbClr val="172B3A"/>
                </a:solidFill>
                <a:latin typeface="Arial"/>
                <a:ea typeface="Arial"/>
                <a:cs typeface="Arial"/>
              </a:defRPr>
            </a:lvl2pPr>
            <a:lvl3pPr>
              <a:defRPr sz="1800">
                <a:solidFill>
                  <a:srgbClr val="172B3A"/>
                </a:solidFill>
                <a:latin typeface="Arial"/>
                <a:ea typeface="Arial"/>
                <a:cs typeface="Arial"/>
              </a:defRPr>
            </a:lvl3pPr>
            <a:lvl4pPr>
              <a:defRPr sz="1800">
                <a:solidFill>
                  <a:srgbClr val="172B3A"/>
                </a:solidFill>
                <a:latin typeface="Arial"/>
                <a:ea typeface="Arial"/>
                <a:cs typeface="Arial"/>
              </a:defRPr>
            </a:lvl4pPr>
            <a:lvl5pPr>
              <a:defRPr sz="1800">
                <a:solidFill>
                  <a:srgbClr val="172B3A"/>
                </a:solidFill>
                <a:latin typeface="Arial"/>
                <a:ea typeface="Arial"/>
                <a:cs typeface="Arial"/>
              </a:defRPr>
            </a:lvl5pPr>
            <a:lvl6pPr>
              <a:defRPr sz="1800">
                <a:solidFill>
                  <a:srgbClr val="172B3A"/>
                </a:solidFill>
                <a:latin typeface="Arial"/>
                <a:ea typeface="Arial"/>
                <a:cs typeface="Arial"/>
              </a:defRPr>
            </a:lvl6pPr>
            <a:lvl7pPr>
              <a:defRPr sz="1800">
                <a:solidFill>
                  <a:srgbClr val="172B3A"/>
                </a:solidFill>
                <a:latin typeface="Arial"/>
                <a:ea typeface="Arial"/>
                <a:cs typeface="Arial"/>
              </a:defRPr>
            </a:lvl7pPr>
            <a:lvl8pPr>
              <a:defRPr sz="1800">
                <a:solidFill>
                  <a:srgbClr val="172B3A"/>
                </a:solidFill>
                <a:latin typeface="Arial"/>
                <a:ea typeface="Arial"/>
                <a:cs typeface="Arial"/>
              </a:defRPr>
            </a:lvl8pPr>
            <a:lvl9pPr>
              <a:defRPr sz="1800">
                <a:solidFill>
                  <a:srgbClr val="172B3A"/>
                </a:solidFill>
                <a:latin typeface="Arial"/>
                <a:ea typeface="Arial"/>
                <a:cs typeface="Arial"/>
              </a:defRPr>
            </a:lvl9pPr>
          </a:lstStyle>
          <a:p xmlns:a="http://schemas.openxmlformats.org/drawingml/2006/main">
            <a:pPr>
              <a:defRPr sz="1800">
                <a:solidFill>
                  <a:srgbClr val="172B3A"/>
                </a:solidFill>
                <a:latin typeface="Arial"/>
                <a:ea typeface="Arial"/>
                <a:cs typeface="Arial"/>
              </a:defRPr>
            </a:pPr>
            <a:r>
              <a:rPr sz="1800">
                <a:solidFill>
                  <a:srgbClr val="172B3A"/>
                </a:solidFill>
                <a:latin typeface="Arial"/>
                <a:ea typeface="Arial"/>
                <a:cs typeface="Arial"/>
              </a:rPr>
              <a:t>0</a:t>
            </a:r>
          </a:p>
        </p:txBody>
      </p:sp>
      <p:sp>
        <p:nvSpPr>
          <p:cNvPr id="56" name="">
            <a:extLst xmlns:a="http://schemas.openxmlformats.org/drawingml/2006/main">
              <a:ext uri="{FF2B5EF4-FFF2-40B4-BE49-F238E27FC236}">
                <a16:creationId xmlns:a16="http://schemas.microsoft.com/office/drawing/2014/main" id="{B3D512B2-A0F5-4FB3-8749-ADEB0399EECF}"/>
              </a:ext>
            </a:extLst>
          </p:cNvPr>
          <p:cNvSpPr>
            <a:spLocks xmlns:a="http://schemas.openxmlformats.org/drawingml/2006/main" noGrp="1"/>
          </p:cNvSpPr>
          <p:nvPr/>
        </p:nvSpPr>
        <p:spPr>
          <a:xfrm xmlns:a="http://schemas.openxmlformats.org/drawingml/2006/main">
            <a:off x="9982200" y="448627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a:solidFill>
                  <a:srgbClr val="172B3A"/>
                </a:solidFill>
                <a:latin typeface="Arial"/>
                <a:ea typeface="Arial"/>
                <a:cs typeface="Arial"/>
              </a:defRPr>
            </a:defPPr>
            <a:lvl1pPr>
              <a:defRPr sz="1800">
                <a:solidFill>
                  <a:srgbClr val="172B3A"/>
                </a:solidFill>
                <a:latin typeface="Arial"/>
                <a:ea typeface="Arial"/>
                <a:cs typeface="Arial"/>
              </a:defRPr>
            </a:lvl1pPr>
            <a:lvl2pPr>
              <a:defRPr sz="1800">
                <a:solidFill>
                  <a:srgbClr val="172B3A"/>
                </a:solidFill>
                <a:latin typeface="Arial"/>
                <a:ea typeface="Arial"/>
                <a:cs typeface="Arial"/>
              </a:defRPr>
            </a:lvl2pPr>
            <a:lvl3pPr>
              <a:defRPr sz="1800">
                <a:solidFill>
                  <a:srgbClr val="172B3A"/>
                </a:solidFill>
                <a:latin typeface="Arial"/>
                <a:ea typeface="Arial"/>
                <a:cs typeface="Arial"/>
              </a:defRPr>
            </a:lvl3pPr>
            <a:lvl4pPr>
              <a:defRPr sz="1800">
                <a:solidFill>
                  <a:srgbClr val="172B3A"/>
                </a:solidFill>
                <a:latin typeface="Arial"/>
                <a:ea typeface="Arial"/>
                <a:cs typeface="Arial"/>
              </a:defRPr>
            </a:lvl4pPr>
            <a:lvl5pPr>
              <a:defRPr sz="1800">
                <a:solidFill>
                  <a:srgbClr val="172B3A"/>
                </a:solidFill>
                <a:latin typeface="Arial"/>
                <a:ea typeface="Arial"/>
                <a:cs typeface="Arial"/>
              </a:defRPr>
            </a:lvl5pPr>
            <a:lvl6pPr>
              <a:defRPr sz="1800">
                <a:solidFill>
                  <a:srgbClr val="172B3A"/>
                </a:solidFill>
                <a:latin typeface="Arial"/>
                <a:ea typeface="Arial"/>
                <a:cs typeface="Arial"/>
              </a:defRPr>
            </a:lvl6pPr>
            <a:lvl7pPr>
              <a:defRPr sz="1800">
                <a:solidFill>
                  <a:srgbClr val="172B3A"/>
                </a:solidFill>
                <a:latin typeface="Arial"/>
                <a:ea typeface="Arial"/>
                <a:cs typeface="Arial"/>
              </a:defRPr>
            </a:lvl7pPr>
            <a:lvl8pPr>
              <a:defRPr sz="1800">
                <a:solidFill>
                  <a:srgbClr val="172B3A"/>
                </a:solidFill>
                <a:latin typeface="Arial"/>
                <a:ea typeface="Arial"/>
                <a:cs typeface="Arial"/>
              </a:defRPr>
            </a:lvl8pPr>
            <a:lvl9pPr>
              <a:defRPr sz="1800">
                <a:solidFill>
                  <a:srgbClr val="172B3A"/>
                </a:solidFill>
                <a:latin typeface="Arial"/>
                <a:ea typeface="Arial"/>
                <a:cs typeface="Arial"/>
              </a:defRPr>
            </a:lvl9pPr>
          </a:lstStyle>
          <a:p xmlns:a="http://schemas.openxmlformats.org/drawingml/2006/main">
            <a:pPr>
              <a:defRPr sz="1800">
                <a:solidFill>
                  <a:srgbClr val="172B3A"/>
                </a:solidFill>
                <a:latin typeface="Arial"/>
                <a:ea typeface="Arial"/>
                <a:cs typeface="Arial"/>
              </a:defRPr>
            </a:pPr>
            <a:r>
              <a:rPr sz="1800">
                <a:solidFill>
                  <a:srgbClr val="172B3A"/>
                </a:solidFill>
                <a:latin typeface="Arial"/>
                <a:ea typeface="Arial"/>
                <a:cs typeface="Arial"/>
              </a:rPr>
              <a:t>500</a:t>
            </a:r>
          </a:p>
        </p:txBody>
      </p:sp>
      <p:sp>
        <p:nvSpPr>
          <p:cNvPr id="57" name="">
            <a:extLst xmlns:a="http://schemas.openxmlformats.org/drawingml/2006/main">
              <a:ext uri="{FF2B5EF4-FFF2-40B4-BE49-F238E27FC236}">
                <a16:creationId xmlns:a16="http://schemas.microsoft.com/office/drawing/2014/main" id="{0C8432BC-6F23-400C-9BE0-E8E2DF30EA3A}"/>
              </a:ext>
            </a:extLst>
          </p:cNvPr>
          <p:cNvSpPr>
            <a:spLocks xmlns:a="http://schemas.openxmlformats.org/drawingml/2006/main" noGrp="1"/>
          </p:cNvSpPr>
          <p:nvPr/>
        </p:nvSpPr>
        <p:spPr>
          <a:xfrm xmlns:a="http://schemas.openxmlformats.org/drawingml/2006/main">
            <a:off x="8096250" y="3638550"/>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2B3A"/>
                </a:solidFill>
                <a:latin typeface="Arial"/>
                <a:ea typeface="Arial"/>
                <a:cs typeface="Arial"/>
              </a:defRPr>
            </a:defPPr>
            <a:lvl1pPr>
              <a:defRPr sz="2250" b="1">
                <a:solidFill>
                  <a:srgbClr val="172B3A"/>
                </a:solidFill>
                <a:latin typeface="Arial"/>
                <a:ea typeface="Arial"/>
                <a:cs typeface="Arial"/>
              </a:defRPr>
            </a:lvl1pPr>
            <a:lvl2pPr>
              <a:defRPr sz="2250" b="1">
                <a:solidFill>
                  <a:srgbClr val="172B3A"/>
                </a:solidFill>
                <a:latin typeface="Arial"/>
                <a:ea typeface="Arial"/>
                <a:cs typeface="Arial"/>
              </a:defRPr>
            </a:lvl2pPr>
            <a:lvl3pPr>
              <a:defRPr sz="2250" b="1">
                <a:solidFill>
                  <a:srgbClr val="172B3A"/>
                </a:solidFill>
                <a:latin typeface="Arial"/>
                <a:ea typeface="Arial"/>
                <a:cs typeface="Arial"/>
              </a:defRPr>
            </a:lvl3pPr>
            <a:lvl4pPr>
              <a:defRPr sz="2250" b="1">
                <a:solidFill>
                  <a:srgbClr val="172B3A"/>
                </a:solidFill>
                <a:latin typeface="Arial"/>
                <a:ea typeface="Arial"/>
                <a:cs typeface="Arial"/>
              </a:defRPr>
            </a:lvl4pPr>
            <a:lvl5pPr>
              <a:defRPr sz="2250" b="1">
                <a:solidFill>
                  <a:srgbClr val="172B3A"/>
                </a:solidFill>
                <a:latin typeface="Arial"/>
                <a:ea typeface="Arial"/>
                <a:cs typeface="Arial"/>
              </a:defRPr>
            </a:lvl5pPr>
            <a:lvl6pPr>
              <a:defRPr sz="2250" b="1">
                <a:solidFill>
                  <a:srgbClr val="172B3A"/>
                </a:solidFill>
                <a:latin typeface="Arial"/>
                <a:ea typeface="Arial"/>
                <a:cs typeface="Arial"/>
              </a:defRPr>
            </a:lvl6pPr>
            <a:lvl7pPr>
              <a:defRPr sz="2250" b="1">
                <a:solidFill>
                  <a:srgbClr val="172B3A"/>
                </a:solidFill>
                <a:latin typeface="Arial"/>
                <a:ea typeface="Arial"/>
                <a:cs typeface="Arial"/>
              </a:defRPr>
            </a:lvl7pPr>
            <a:lvl8pPr>
              <a:defRPr sz="2250" b="1">
                <a:solidFill>
                  <a:srgbClr val="172B3A"/>
                </a:solidFill>
                <a:latin typeface="Arial"/>
                <a:ea typeface="Arial"/>
                <a:cs typeface="Arial"/>
              </a:defRPr>
            </a:lvl8pPr>
            <a:lvl9pPr>
              <a:defRPr sz="2250" b="1">
                <a:solidFill>
                  <a:srgbClr val="172B3A"/>
                </a:solidFill>
                <a:latin typeface="Arial"/>
                <a:ea typeface="Arial"/>
                <a:cs typeface="Arial"/>
              </a:defRPr>
            </a:lvl9pPr>
          </a:lstStyle>
          <a:p xmlns:a="http://schemas.openxmlformats.org/drawingml/2006/main">
            <a:pPr>
              <a:defRPr sz="2250" b="1">
                <a:solidFill>
                  <a:srgbClr val="172B3A"/>
                </a:solidFill>
                <a:latin typeface="Arial"/>
                <a:ea typeface="Arial"/>
                <a:cs typeface="Arial"/>
              </a:defRPr>
            </a:pPr>
            <a:r>
              <a:rPr sz="2250" b="1">
                <a:solidFill>
                  <a:srgbClr val="172B3A"/>
                </a:solidFill>
                <a:latin typeface="Arial"/>
                <a:ea typeface="Arial"/>
                <a:cs typeface="Arial"/>
              </a:rPr>
              <a:t>21 checks</a:t>
            </a:r>
          </a:p>
        </p:txBody>
      </p:sp>
      <p:sp>
        <p:nvSpPr>
          <p:cNvPr id="58" name="">
            <a:extLst xmlns:a="http://schemas.openxmlformats.org/drawingml/2006/main">
              <a:ext uri="{FF2B5EF4-FFF2-40B4-BE49-F238E27FC236}">
                <a16:creationId xmlns:a16="http://schemas.microsoft.com/office/drawing/2014/main" id="{9D8840E9-FD79-41B8-A7DB-4E7DA3E1C2E1}"/>
              </a:ext>
            </a:extLst>
          </p:cNvPr>
          <p:cNvSpPr>
            <a:spLocks xmlns:a="http://schemas.openxmlformats.org/drawingml/2006/main" noGrp="1"/>
          </p:cNvSpPr>
          <p:nvPr/>
        </p:nvSpPr>
        <p:spPr>
          <a:xfrm xmlns:a="http://schemas.openxmlformats.org/drawingml/2006/main">
            <a:off x="666750" y="52673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a:solidFill>
                  <a:srgbClr val="637E8E"/>
                </a:solidFill>
                <a:latin typeface="Arial"/>
                <a:ea typeface="Arial"/>
                <a:cs typeface="Arial"/>
              </a:defRPr>
            </a:defPPr>
            <a:lvl1pPr>
              <a:defRPr sz="2025">
                <a:solidFill>
                  <a:srgbClr val="637E8E"/>
                </a:solidFill>
                <a:latin typeface="Arial"/>
                <a:ea typeface="Arial"/>
                <a:cs typeface="Arial"/>
              </a:defRPr>
            </a:lvl1pPr>
            <a:lvl2pPr>
              <a:defRPr sz="2025">
                <a:solidFill>
                  <a:srgbClr val="637E8E"/>
                </a:solidFill>
                <a:latin typeface="Arial"/>
                <a:ea typeface="Arial"/>
                <a:cs typeface="Arial"/>
              </a:defRPr>
            </a:lvl2pPr>
            <a:lvl3pPr>
              <a:defRPr sz="2025">
                <a:solidFill>
                  <a:srgbClr val="637E8E"/>
                </a:solidFill>
                <a:latin typeface="Arial"/>
                <a:ea typeface="Arial"/>
                <a:cs typeface="Arial"/>
              </a:defRPr>
            </a:lvl3pPr>
            <a:lvl4pPr>
              <a:defRPr sz="2025">
                <a:solidFill>
                  <a:srgbClr val="637E8E"/>
                </a:solidFill>
                <a:latin typeface="Arial"/>
                <a:ea typeface="Arial"/>
                <a:cs typeface="Arial"/>
              </a:defRPr>
            </a:lvl4pPr>
            <a:lvl5pPr>
              <a:defRPr sz="2025">
                <a:solidFill>
                  <a:srgbClr val="637E8E"/>
                </a:solidFill>
                <a:latin typeface="Arial"/>
                <a:ea typeface="Arial"/>
                <a:cs typeface="Arial"/>
              </a:defRPr>
            </a:lvl5pPr>
            <a:lvl6pPr>
              <a:defRPr sz="2025">
                <a:solidFill>
                  <a:srgbClr val="637E8E"/>
                </a:solidFill>
                <a:latin typeface="Arial"/>
                <a:ea typeface="Arial"/>
                <a:cs typeface="Arial"/>
              </a:defRPr>
            </a:lvl6pPr>
            <a:lvl7pPr>
              <a:defRPr sz="2025">
                <a:solidFill>
                  <a:srgbClr val="637E8E"/>
                </a:solidFill>
                <a:latin typeface="Arial"/>
                <a:ea typeface="Arial"/>
                <a:cs typeface="Arial"/>
              </a:defRPr>
            </a:lvl7pPr>
            <a:lvl8pPr>
              <a:defRPr sz="2025">
                <a:solidFill>
                  <a:srgbClr val="637E8E"/>
                </a:solidFill>
                <a:latin typeface="Arial"/>
                <a:ea typeface="Arial"/>
                <a:cs typeface="Arial"/>
              </a:defRPr>
            </a:lvl8pPr>
            <a:lvl9pPr>
              <a:defRPr sz="2025">
                <a:solidFill>
                  <a:srgbClr val="637E8E"/>
                </a:solidFill>
                <a:latin typeface="Arial"/>
                <a:ea typeface="Arial"/>
                <a:cs typeface="Arial"/>
              </a:defRPr>
            </a:lvl9pPr>
          </a:lstStyle>
          <a:p xmlns:a="http://schemas.openxmlformats.org/drawingml/2006/main">
            <a:pPr>
              <a:defRPr sz="2025">
                <a:solidFill>
                  <a:srgbClr val="637E8E"/>
                </a:solidFill>
                <a:latin typeface="Arial"/>
                <a:ea typeface="Arial"/>
                <a:cs typeface="Arial"/>
              </a:defRPr>
            </a:pPr>
            <a:r>
              <a:rPr sz="2025">
                <a:solidFill>
                  <a:srgbClr val="637E8E"/>
                </a:solidFill>
                <a:latin typeface="Arial"/>
                <a:ea typeface="Arial"/>
                <a:cs typeface="Arial"/>
              </a:rPr>
              <a:t>Same scale: updates since the first qualifying check.</a:t>
            </a:r>
          </a:p>
        </p:txBody>
      </p:sp>
      <p:sp>
        <p:nvSpPr>
          <p:cNvPr id="59" name="">
            <a:extLst xmlns:a="http://schemas.openxmlformats.org/drawingml/2006/main">
              <a:ext uri="{FF2B5EF4-FFF2-40B4-BE49-F238E27FC236}">
                <a16:creationId xmlns:a16="http://schemas.microsoft.com/office/drawing/2014/main" id="{C14AD329-2105-422E-A071-53382F1ECC9D}"/>
              </a:ext>
            </a:extLst>
          </p:cNvPr>
          <p:cNvSpPr>
            <a:spLocks xmlns:a="http://schemas.openxmlformats.org/drawingml/2006/main" noGrp="1"/>
          </p:cNvSpPr>
          <p:nvPr/>
        </p:nvSpPr>
        <p:spPr>
          <a:xfrm xmlns:a="http://schemas.openxmlformats.org/drawingml/2006/main">
            <a:off x="666750" y="585787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a:solidFill>
                  <a:srgbClr val="175F96"/>
                </a:solidFill>
                <a:latin typeface="Arial"/>
                <a:ea typeface="Arial"/>
                <a:cs typeface="Arial"/>
              </a:defRPr>
            </a:defPPr>
            <a:lvl1pPr>
              <a:defRPr sz="2175">
                <a:solidFill>
                  <a:srgbClr val="175F96"/>
                </a:solidFill>
                <a:latin typeface="Arial"/>
                <a:ea typeface="Arial"/>
                <a:cs typeface="Arial"/>
              </a:defRPr>
            </a:lvl1pPr>
            <a:lvl2pPr>
              <a:defRPr sz="2175">
                <a:solidFill>
                  <a:srgbClr val="175F96"/>
                </a:solidFill>
                <a:latin typeface="Arial"/>
                <a:ea typeface="Arial"/>
                <a:cs typeface="Arial"/>
              </a:defRPr>
            </a:lvl2pPr>
            <a:lvl3pPr>
              <a:defRPr sz="2175">
                <a:solidFill>
                  <a:srgbClr val="175F96"/>
                </a:solidFill>
                <a:latin typeface="Arial"/>
                <a:ea typeface="Arial"/>
                <a:cs typeface="Arial"/>
              </a:defRPr>
            </a:lvl3pPr>
            <a:lvl4pPr>
              <a:defRPr sz="2175">
                <a:solidFill>
                  <a:srgbClr val="175F96"/>
                </a:solidFill>
                <a:latin typeface="Arial"/>
                <a:ea typeface="Arial"/>
                <a:cs typeface="Arial"/>
              </a:defRPr>
            </a:lvl4pPr>
            <a:lvl5pPr>
              <a:defRPr sz="2175">
                <a:solidFill>
                  <a:srgbClr val="175F96"/>
                </a:solidFill>
                <a:latin typeface="Arial"/>
                <a:ea typeface="Arial"/>
                <a:cs typeface="Arial"/>
              </a:defRPr>
            </a:lvl5pPr>
            <a:lvl6pPr>
              <a:defRPr sz="2175">
                <a:solidFill>
                  <a:srgbClr val="175F96"/>
                </a:solidFill>
                <a:latin typeface="Arial"/>
                <a:ea typeface="Arial"/>
                <a:cs typeface="Arial"/>
              </a:defRPr>
            </a:lvl6pPr>
            <a:lvl7pPr>
              <a:defRPr sz="2175">
                <a:solidFill>
                  <a:srgbClr val="175F96"/>
                </a:solidFill>
                <a:latin typeface="Arial"/>
                <a:ea typeface="Arial"/>
                <a:cs typeface="Arial"/>
              </a:defRPr>
            </a:lvl7pPr>
            <a:lvl8pPr>
              <a:defRPr sz="2175">
                <a:solidFill>
                  <a:srgbClr val="175F96"/>
                </a:solidFill>
                <a:latin typeface="Arial"/>
                <a:ea typeface="Arial"/>
                <a:cs typeface="Arial"/>
              </a:defRPr>
            </a:lvl8pPr>
            <a:lvl9pPr>
              <a:defRPr sz="2175">
                <a:solidFill>
                  <a:srgbClr val="175F96"/>
                </a:solidFill>
                <a:latin typeface="Arial"/>
                <a:ea typeface="Arial"/>
                <a:cs typeface="Arial"/>
              </a:defRPr>
            </a:lvl9pPr>
          </a:lstStyle>
          <a:p xmlns:a="http://schemas.openxmlformats.org/drawingml/2006/main">
            <a:pPr>
              <a:defRPr sz="2175">
                <a:solidFill>
                  <a:srgbClr val="175F96"/>
                </a:solidFill>
                <a:latin typeface="Arial"/>
                <a:ea typeface="Arial"/>
                <a:cs typeface="Arial"/>
              </a:defRPr>
            </a:pPr>
            <a:r>
              <a:rPr sz="2175">
                <a:solidFill>
                  <a:srgbClr val="175F96"/>
                </a:solidFill>
                <a:latin typeface="Arial"/>
                <a:ea typeface="Arial"/>
                <a:cs typeface="Arial"/>
              </a:rPr>
              <a:t>Count the final check. It must fit inside the allocated run budget.</a:t>
            </a:r>
          </a:p>
        </p:txBody>
      </p:sp>
    </p:spTree>
    <p:extLst>
      <p:ext uri="{BB962C8B-B14F-4D97-AF65-F5344CB8AC3E}">
        <p14:creationId xmlns:p14="http://schemas.microsoft.com/office/powerpoint/2010/main" val="97776237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301ED6C-DF00-44DF-9D0F-B36FE1CDDFAD}"/>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One budget, different allocations</a:t>
            </a:r>
          </a:p>
        </p:txBody>
      </p:sp>
      <p:sp>
        <p:nvSpPr>
          <p:cNvPr id="2" name="">
            <a:extLst xmlns:a="http://schemas.openxmlformats.org/drawingml/2006/main">
              <a:ext uri="{FF2B5EF4-FFF2-40B4-BE49-F238E27FC236}">
                <a16:creationId xmlns:a16="http://schemas.microsoft.com/office/drawing/2014/main" id="{A3D891B0-CE67-413F-B903-457A15FD6ED6}"/>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6</a:t>
            </a:r>
          </a:p>
        </p:txBody>
      </p:sp>
      <p:sp>
        <p:nvSpPr>
          <p:cNvPr id="3" name="">
            <a:extLst xmlns:a="http://schemas.openxmlformats.org/drawingml/2006/main">
              <a:ext uri="{FF2B5EF4-FFF2-40B4-BE49-F238E27FC236}">
                <a16:creationId xmlns:a16="http://schemas.microsoft.com/office/drawing/2014/main" id="{37B2A299-75CD-4DCD-9864-B33677D848E9}"/>
              </a:ext>
            </a:extLst>
          </p:cNvPr>
          <p:cNvSpPr>
            <a:spLocks xmlns:a="http://schemas.openxmlformats.org/drawingml/2006/main" noGrp="1"/>
          </p:cNvSpPr>
          <p:nvPr/>
        </p:nvSpPr>
        <p:spPr>
          <a:xfrm xmlns:a="http://schemas.openxmlformats.org/drawingml/2006/main">
            <a:off x="666750" y="14763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a:solidFill>
                  <a:srgbClr val="175F96"/>
                </a:solidFill>
                <a:latin typeface="Arial"/>
                <a:ea typeface="Arial"/>
                <a:cs typeface="Arial"/>
              </a:defRPr>
            </a:defPPr>
            <a:lvl1pPr>
              <a:defRPr sz="2550">
                <a:solidFill>
                  <a:srgbClr val="175F96"/>
                </a:solidFill>
                <a:latin typeface="Arial"/>
                <a:ea typeface="Arial"/>
                <a:cs typeface="Arial"/>
              </a:defRPr>
            </a:lvl1pPr>
            <a:lvl2pPr>
              <a:defRPr sz="2550">
                <a:solidFill>
                  <a:srgbClr val="175F96"/>
                </a:solidFill>
                <a:latin typeface="Arial"/>
                <a:ea typeface="Arial"/>
                <a:cs typeface="Arial"/>
              </a:defRPr>
            </a:lvl2pPr>
            <a:lvl3pPr>
              <a:defRPr sz="2550">
                <a:solidFill>
                  <a:srgbClr val="175F96"/>
                </a:solidFill>
                <a:latin typeface="Arial"/>
                <a:ea typeface="Arial"/>
                <a:cs typeface="Arial"/>
              </a:defRPr>
            </a:lvl3pPr>
            <a:lvl4pPr>
              <a:defRPr sz="2550">
                <a:solidFill>
                  <a:srgbClr val="175F96"/>
                </a:solidFill>
                <a:latin typeface="Arial"/>
                <a:ea typeface="Arial"/>
                <a:cs typeface="Arial"/>
              </a:defRPr>
            </a:lvl4pPr>
            <a:lvl5pPr>
              <a:defRPr sz="2550">
                <a:solidFill>
                  <a:srgbClr val="175F96"/>
                </a:solidFill>
                <a:latin typeface="Arial"/>
                <a:ea typeface="Arial"/>
                <a:cs typeface="Arial"/>
              </a:defRPr>
            </a:lvl5pPr>
            <a:lvl6pPr>
              <a:defRPr sz="2550">
                <a:solidFill>
                  <a:srgbClr val="175F96"/>
                </a:solidFill>
                <a:latin typeface="Arial"/>
                <a:ea typeface="Arial"/>
                <a:cs typeface="Arial"/>
              </a:defRPr>
            </a:lvl6pPr>
            <a:lvl7pPr>
              <a:defRPr sz="2550">
                <a:solidFill>
                  <a:srgbClr val="175F96"/>
                </a:solidFill>
                <a:latin typeface="Arial"/>
                <a:ea typeface="Arial"/>
                <a:cs typeface="Arial"/>
              </a:defRPr>
            </a:lvl7pPr>
            <a:lvl8pPr>
              <a:defRPr sz="2550">
                <a:solidFill>
                  <a:srgbClr val="175F96"/>
                </a:solidFill>
                <a:latin typeface="Arial"/>
                <a:ea typeface="Arial"/>
                <a:cs typeface="Arial"/>
              </a:defRPr>
            </a:lvl8pPr>
            <a:lvl9pPr>
              <a:defRPr sz="2550">
                <a:solidFill>
                  <a:srgbClr val="175F96"/>
                </a:solidFill>
                <a:latin typeface="Arial"/>
                <a:ea typeface="Arial"/>
                <a:cs typeface="Arial"/>
              </a:defRPr>
            </a:lvl9pPr>
          </a:lstStyle>
          <a:p xmlns:a="http://schemas.openxmlformats.org/drawingml/2006/main">
            <a:pPr>
              <a:defRPr sz="2550">
                <a:solidFill>
                  <a:srgbClr val="175F96"/>
                </a:solidFill>
                <a:latin typeface="Arial"/>
                <a:ea typeface="Arial"/>
                <a:cs typeface="Arial"/>
              </a:defRPr>
            </a:pPr>
            <a:r>
              <a:rPr sz="2550">
                <a:solidFill>
                  <a:srgbClr val="175F96"/>
                </a:solidFill>
                <a:latin typeface="Arial"/>
                <a:ea typeface="Arial"/>
                <a:cs typeface="Arial"/>
              </a:rPr>
              <a:t>Total B = 8,000 updates in every row</a:t>
            </a:r>
          </a:p>
        </p:txBody>
      </p:sp>
      <p:sp>
        <p:nvSpPr>
          <p:cNvPr id="4" name="">
            <a:extLst xmlns:a="http://schemas.openxmlformats.org/drawingml/2006/main">
              <a:ext uri="{FF2B5EF4-FFF2-40B4-BE49-F238E27FC236}">
                <a16:creationId xmlns:a16="http://schemas.microsoft.com/office/drawing/2014/main" id="{5E977487-184F-4C8B-9767-6C13C5CF4E08}"/>
              </a:ext>
            </a:extLst>
          </p:cNvPr>
          <p:cNvSpPr>
            <a:spLocks xmlns:a="http://schemas.openxmlformats.org/drawingml/2006/main" noGrp="1"/>
          </p:cNvSpPr>
          <p:nvPr/>
        </p:nvSpPr>
        <p:spPr>
          <a:xfrm xmlns:a="http://schemas.openxmlformats.org/drawingml/2006/main">
            <a:off x="762000" y="2362200"/>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2B3A"/>
                </a:solidFill>
                <a:latin typeface="Arial"/>
                <a:ea typeface="Arial"/>
                <a:cs typeface="Arial"/>
              </a:defRPr>
            </a:defPPr>
            <a:lvl1pPr>
              <a:defRPr sz="2250" b="1">
                <a:solidFill>
                  <a:srgbClr val="172B3A"/>
                </a:solidFill>
                <a:latin typeface="Arial"/>
                <a:ea typeface="Arial"/>
                <a:cs typeface="Arial"/>
              </a:defRPr>
            </a:lvl1pPr>
            <a:lvl2pPr>
              <a:defRPr sz="2250" b="1">
                <a:solidFill>
                  <a:srgbClr val="172B3A"/>
                </a:solidFill>
                <a:latin typeface="Arial"/>
                <a:ea typeface="Arial"/>
                <a:cs typeface="Arial"/>
              </a:defRPr>
            </a:lvl2pPr>
            <a:lvl3pPr>
              <a:defRPr sz="2250" b="1">
                <a:solidFill>
                  <a:srgbClr val="172B3A"/>
                </a:solidFill>
                <a:latin typeface="Arial"/>
                <a:ea typeface="Arial"/>
                <a:cs typeface="Arial"/>
              </a:defRPr>
            </a:lvl3pPr>
            <a:lvl4pPr>
              <a:defRPr sz="2250" b="1">
                <a:solidFill>
                  <a:srgbClr val="172B3A"/>
                </a:solidFill>
                <a:latin typeface="Arial"/>
                <a:ea typeface="Arial"/>
                <a:cs typeface="Arial"/>
              </a:defRPr>
            </a:lvl4pPr>
            <a:lvl5pPr>
              <a:defRPr sz="2250" b="1">
                <a:solidFill>
                  <a:srgbClr val="172B3A"/>
                </a:solidFill>
                <a:latin typeface="Arial"/>
                <a:ea typeface="Arial"/>
                <a:cs typeface="Arial"/>
              </a:defRPr>
            </a:lvl5pPr>
            <a:lvl6pPr>
              <a:defRPr sz="2250" b="1">
                <a:solidFill>
                  <a:srgbClr val="172B3A"/>
                </a:solidFill>
                <a:latin typeface="Arial"/>
                <a:ea typeface="Arial"/>
                <a:cs typeface="Arial"/>
              </a:defRPr>
            </a:lvl6pPr>
            <a:lvl7pPr>
              <a:defRPr sz="2250" b="1">
                <a:solidFill>
                  <a:srgbClr val="172B3A"/>
                </a:solidFill>
                <a:latin typeface="Arial"/>
                <a:ea typeface="Arial"/>
                <a:cs typeface="Arial"/>
              </a:defRPr>
            </a:lvl7pPr>
            <a:lvl8pPr>
              <a:defRPr sz="2250" b="1">
                <a:solidFill>
                  <a:srgbClr val="172B3A"/>
                </a:solidFill>
                <a:latin typeface="Arial"/>
                <a:ea typeface="Arial"/>
                <a:cs typeface="Arial"/>
              </a:defRPr>
            </a:lvl8pPr>
            <a:lvl9pPr>
              <a:defRPr sz="2250" b="1">
                <a:solidFill>
                  <a:srgbClr val="172B3A"/>
                </a:solidFill>
                <a:latin typeface="Arial"/>
                <a:ea typeface="Arial"/>
                <a:cs typeface="Arial"/>
              </a:defRPr>
            </a:lvl9pPr>
          </a:lstStyle>
          <a:p xmlns:a="http://schemas.openxmlformats.org/drawingml/2006/main">
            <a:pPr>
              <a:defRPr sz="2250" b="1">
                <a:solidFill>
                  <a:srgbClr val="172B3A"/>
                </a:solidFill>
                <a:latin typeface="Arial"/>
                <a:ea typeface="Arial"/>
                <a:cs typeface="Arial"/>
              </a:defRPr>
            </a:pPr>
            <a:r>
              <a:rPr sz="2250" b="1">
                <a:solidFill>
                  <a:srgbClr val="172B3A"/>
                </a:solidFill>
                <a:latin typeface="Arial"/>
                <a:ea typeface="Arial"/>
                <a:cs typeface="Arial"/>
              </a:rPr>
              <a:t>1 run</a:t>
            </a:r>
          </a:p>
        </p:txBody>
      </p:sp>
      <p:sp>
        <p:nvSpPr>
          <p:cNvPr id="5" name="">
            <a:extLst xmlns:a="http://schemas.openxmlformats.org/drawingml/2006/main">
              <a:ext uri="{FF2B5EF4-FFF2-40B4-BE49-F238E27FC236}">
                <a16:creationId xmlns:a16="http://schemas.microsoft.com/office/drawing/2014/main" id="{0210BEF1-9240-44DD-9727-3362574819E0}"/>
              </a:ext>
            </a:extLst>
          </p:cNvPr>
          <p:cNvSpPr>
            <a:spLocks xmlns:a="http://schemas.openxmlformats.org/drawingml/2006/main" noGrp="1"/>
          </p:cNvSpPr>
          <p:nvPr/>
        </p:nvSpPr>
        <p:spPr>
          <a:xfrm xmlns:a="http://schemas.openxmlformats.org/drawingml/2006/main">
            <a:off x="3095625" y="2266950"/>
            <a:ext cx="8096250" cy="600075"/>
          </a:xfrm>
          <a:prstGeom xmlns:a="http://schemas.openxmlformats.org/drawingml/2006/main" prst="rect">
            <a:avLst/>
          </a:prstGeom>
          <a:solidFill xmlns:a="http://schemas.openxmlformats.org/drawingml/2006/main">
            <a:srgbClr val="175F96"/>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FFFFFF"/>
                </a:solidFill>
                <a:latin typeface="Arial"/>
                <a:ea typeface="Arial"/>
                <a:cs typeface="Arial"/>
              </a:defRPr>
            </a:defPPr>
            <a:lvl1pPr algn="ctr">
              <a:defRPr sz="2175">
                <a:solidFill>
                  <a:srgbClr val="FFFFFF"/>
                </a:solidFill>
                <a:latin typeface="Arial"/>
                <a:ea typeface="Arial"/>
                <a:cs typeface="Arial"/>
              </a:defRPr>
            </a:lvl1pPr>
            <a:lvl2pPr algn="ctr">
              <a:defRPr sz="2175">
                <a:solidFill>
                  <a:srgbClr val="FFFFFF"/>
                </a:solidFill>
                <a:latin typeface="Arial"/>
                <a:ea typeface="Arial"/>
                <a:cs typeface="Arial"/>
              </a:defRPr>
            </a:lvl2pPr>
            <a:lvl3pPr algn="ctr">
              <a:defRPr sz="2175">
                <a:solidFill>
                  <a:srgbClr val="FFFFFF"/>
                </a:solidFill>
                <a:latin typeface="Arial"/>
                <a:ea typeface="Arial"/>
                <a:cs typeface="Arial"/>
              </a:defRPr>
            </a:lvl3pPr>
            <a:lvl4pPr algn="ctr">
              <a:defRPr sz="2175">
                <a:solidFill>
                  <a:srgbClr val="FFFFFF"/>
                </a:solidFill>
                <a:latin typeface="Arial"/>
                <a:ea typeface="Arial"/>
                <a:cs typeface="Arial"/>
              </a:defRPr>
            </a:lvl4pPr>
            <a:lvl5pPr algn="ctr">
              <a:defRPr sz="2175">
                <a:solidFill>
                  <a:srgbClr val="FFFFFF"/>
                </a:solidFill>
                <a:latin typeface="Arial"/>
                <a:ea typeface="Arial"/>
                <a:cs typeface="Arial"/>
              </a:defRPr>
            </a:lvl5pPr>
            <a:lvl6pPr algn="ctr">
              <a:defRPr sz="2175">
                <a:solidFill>
                  <a:srgbClr val="FFFFFF"/>
                </a:solidFill>
                <a:latin typeface="Arial"/>
                <a:ea typeface="Arial"/>
                <a:cs typeface="Arial"/>
              </a:defRPr>
            </a:lvl6pPr>
            <a:lvl7pPr algn="ctr">
              <a:defRPr sz="2175">
                <a:solidFill>
                  <a:srgbClr val="FFFFFF"/>
                </a:solidFill>
                <a:latin typeface="Arial"/>
                <a:ea typeface="Arial"/>
                <a:cs typeface="Arial"/>
              </a:defRPr>
            </a:lvl7pPr>
            <a:lvl8pPr algn="ctr">
              <a:defRPr sz="2175">
                <a:solidFill>
                  <a:srgbClr val="FFFFFF"/>
                </a:solidFill>
                <a:latin typeface="Arial"/>
                <a:ea typeface="Arial"/>
                <a:cs typeface="Arial"/>
              </a:defRPr>
            </a:lvl8pPr>
            <a:lvl9pPr algn="ctr">
              <a:defRPr sz="2175">
                <a:solidFill>
                  <a:srgbClr val="FFFFFF"/>
                </a:solidFill>
                <a:latin typeface="Arial"/>
                <a:ea typeface="Arial"/>
                <a:cs typeface="Arial"/>
              </a:defRPr>
            </a:lvl9pPr>
          </a:lstStyle>
          <a:p xmlns:a="http://schemas.openxmlformats.org/drawingml/2006/main">
            <a:pPr algn="ctr">
              <a:defRPr sz="2175">
                <a:solidFill>
                  <a:srgbClr val="FFFFFF"/>
                </a:solidFill>
                <a:latin typeface="Arial"/>
                <a:ea typeface="Arial"/>
                <a:cs typeface="Arial"/>
              </a:defRPr>
            </a:pPr>
            <a:r>
              <a:rPr sz="2175">
                <a:solidFill>
                  <a:srgbClr val="FFFFFF"/>
                </a:solidFill>
                <a:latin typeface="Arial"/>
                <a:ea typeface="Arial"/>
                <a:cs typeface="Arial"/>
              </a:rPr>
              <a:t>8,000</a:t>
            </a:r>
          </a:p>
        </p:txBody>
      </p:sp>
      <p:sp>
        <p:nvSpPr>
          <p:cNvPr id="6" name="">
            <a:extLst xmlns:a="http://schemas.openxmlformats.org/drawingml/2006/main">
              <a:ext uri="{FF2B5EF4-FFF2-40B4-BE49-F238E27FC236}">
                <a16:creationId xmlns:a16="http://schemas.microsoft.com/office/drawing/2014/main" id="{812AD66D-57B3-4C49-9135-E53C8DDFBA2B}"/>
              </a:ext>
            </a:extLst>
          </p:cNvPr>
          <p:cNvSpPr>
            <a:spLocks xmlns:a="http://schemas.openxmlformats.org/drawingml/2006/main" noGrp="1"/>
          </p:cNvSpPr>
          <p:nvPr/>
        </p:nvSpPr>
        <p:spPr>
          <a:xfrm xmlns:a="http://schemas.openxmlformats.org/drawingml/2006/main">
            <a:off x="762000" y="3381375"/>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2B3A"/>
                </a:solidFill>
                <a:latin typeface="Arial"/>
                <a:ea typeface="Arial"/>
                <a:cs typeface="Arial"/>
              </a:defRPr>
            </a:defPPr>
            <a:lvl1pPr>
              <a:defRPr sz="2250" b="1">
                <a:solidFill>
                  <a:srgbClr val="172B3A"/>
                </a:solidFill>
                <a:latin typeface="Arial"/>
                <a:ea typeface="Arial"/>
                <a:cs typeface="Arial"/>
              </a:defRPr>
            </a:lvl1pPr>
            <a:lvl2pPr>
              <a:defRPr sz="2250" b="1">
                <a:solidFill>
                  <a:srgbClr val="172B3A"/>
                </a:solidFill>
                <a:latin typeface="Arial"/>
                <a:ea typeface="Arial"/>
                <a:cs typeface="Arial"/>
              </a:defRPr>
            </a:lvl2pPr>
            <a:lvl3pPr>
              <a:defRPr sz="2250" b="1">
                <a:solidFill>
                  <a:srgbClr val="172B3A"/>
                </a:solidFill>
                <a:latin typeface="Arial"/>
                <a:ea typeface="Arial"/>
                <a:cs typeface="Arial"/>
              </a:defRPr>
            </a:lvl3pPr>
            <a:lvl4pPr>
              <a:defRPr sz="2250" b="1">
                <a:solidFill>
                  <a:srgbClr val="172B3A"/>
                </a:solidFill>
                <a:latin typeface="Arial"/>
                <a:ea typeface="Arial"/>
                <a:cs typeface="Arial"/>
              </a:defRPr>
            </a:lvl4pPr>
            <a:lvl5pPr>
              <a:defRPr sz="2250" b="1">
                <a:solidFill>
                  <a:srgbClr val="172B3A"/>
                </a:solidFill>
                <a:latin typeface="Arial"/>
                <a:ea typeface="Arial"/>
                <a:cs typeface="Arial"/>
              </a:defRPr>
            </a:lvl5pPr>
            <a:lvl6pPr>
              <a:defRPr sz="2250" b="1">
                <a:solidFill>
                  <a:srgbClr val="172B3A"/>
                </a:solidFill>
                <a:latin typeface="Arial"/>
                <a:ea typeface="Arial"/>
                <a:cs typeface="Arial"/>
              </a:defRPr>
            </a:lvl6pPr>
            <a:lvl7pPr>
              <a:defRPr sz="2250" b="1">
                <a:solidFill>
                  <a:srgbClr val="172B3A"/>
                </a:solidFill>
                <a:latin typeface="Arial"/>
                <a:ea typeface="Arial"/>
                <a:cs typeface="Arial"/>
              </a:defRPr>
            </a:lvl7pPr>
            <a:lvl8pPr>
              <a:defRPr sz="2250" b="1">
                <a:solidFill>
                  <a:srgbClr val="172B3A"/>
                </a:solidFill>
                <a:latin typeface="Arial"/>
                <a:ea typeface="Arial"/>
                <a:cs typeface="Arial"/>
              </a:defRPr>
            </a:lvl8pPr>
            <a:lvl9pPr>
              <a:defRPr sz="2250" b="1">
                <a:solidFill>
                  <a:srgbClr val="172B3A"/>
                </a:solidFill>
                <a:latin typeface="Arial"/>
                <a:ea typeface="Arial"/>
                <a:cs typeface="Arial"/>
              </a:defRPr>
            </a:lvl9pPr>
          </a:lstStyle>
          <a:p xmlns:a="http://schemas.openxmlformats.org/drawingml/2006/main">
            <a:pPr>
              <a:defRPr sz="2250" b="1">
                <a:solidFill>
                  <a:srgbClr val="172B3A"/>
                </a:solidFill>
                <a:latin typeface="Arial"/>
                <a:ea typeface="Arial"/>
                <a:cs typeface="Arial"/>
              </a:defRPr>
            </a:pPr>
            <a:r>
              <a:rPr sz="2250" b="1">
                <a:solidFill>
                  <a:srgbClr val="172B3A"/>
                </a:solidFill>
                <a:latin typeface="Arial"/>
                <a:ea typeface="Arial"/>
                <a:cs typeface="Arial"/>
              </a:rPr>
              <a:t>2 runs</a:t>
            </a:r>
          </a:p>
        </p:txBody>
      </p:sp>
      <p:sp>
        <p:nvSpPr>
          <p:cNvPr id="7" name="">
            <a:extLst xmlns:a="http://schemas.openxmlformats.org/drawingml/2006/main">
              <a:ext uri="{FF2B5EF4-FFF2-40B4-BE49-F238E27FC236}">
                <a16:creationId xmlns:a16="http://schemas.microsoft.com/office/drawing/2014/main" id="{9BE66E09-7EDC-40D0-98CE-224B6B538F2C}"/>
              </a:ext>
            </a:extLst>
          </p:cNvPr>
          <p:cNvSpPr>
            <a:spLocks xmlns:a="http://schemas.openxmlformats.org/drawingml/2006/main" noGrp="1"/>
          </p:cNvSpPr>
          <p:nvPr/>
        </p:nvSpPr>
        <p:spPr>
          <a:xfrm xmlns:a="http://schemas.openxmlformats.org/drawingml/2006/main">
            <a:off x="3095625" y="3286125"/>
            <a:ext cx="4005263"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4,000</a:t>
            </a:r>
          </a:p>
        </p:txBody>
      </p:sp>
      <p:sp>
        <p:nvSpPr>
          <p:cNvPr id="8" name="">
            <a:extLst xmlns:a="http://schemas.openxmlformats.org/drawingml/2006/main">
              <a:ext uri="{FF2B5EF4-FFF2-40B4-BE49-F238E27FC236}">
                <a16:creationId xmlns:a16="http://schemas.microsoft.com/office/drawing/2014/main" id="{AF0DEB0E-5117-4D2A-8C99-B450E2796CA2}"/>
              </a:ext>
            </a:extLst>
          </p:cNvPr>
          <p:cNvSpPr>
            <a:spLocks xmlns:a="http://schemas.openxmlformats.org/drawingml/2006/main" noGrp="1"/>
          </p:cNvSpPr>
          <p:nvPr/>
        </p:nvSpPr>
        <p:spPr>
          <a:xfrm xmlns:a="http://schemas.openxmlformats.org/drawingml/2006/main">
            <a:off x="7186613" y="3286125"/>
            <a:ext cx="4005263"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4,000</a:t>
            </a:r>
          </a:p>
        </p:txBody>
      </p:sp>
      <p:sp>
        <p:nvSpPr>
          <p:cNvPr id="9" name="">
            <a:extLst xmlns:a="http://schemas.openxmlformats.org/drawingml/2006/main">
              <a:ext uri="{FF2B5EF4-FFF2-40B4-BE49-F238E27FC236}">
                <a16:creationId xmlns:a16="http://schemas.microsoft.com/office/drawing/2014/main" id="{92ABE131-C132-4938-89D5-99A6E93441A9}"/>
              </a:ext>
            </a:extLst>
          </p:cNvPr>
          <p:cNvSpPr>
            <a:spLocks xmlns:a="http://schemas.openxmlformats.org/drawingml/2006/main" noGrp="1"/>
          </p:cNvSpPr>
          <p:nvPr/>
        </p:nvSpPr>
        <p:spPr>
          <a:xfrm xmlns:a="http://schemas.openxmlformats.org/drawingml/2006/main">
            <a:off x="762000" y="4400550"/>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2B3A"/>
                </a:solidFill>
                <a:latin typeface="Arial"/>
                <a:ea typeface="Arial"/>
                <a:cs typeface="Arial"/>
              </a:defRPr>
            </a:defPPr>
            <a:lvl1pPr>
              <a:defRPr sz="2250" b="1">
                <a:solidFill>
                  <a:srgbClr val="172B3A"/>
                </a:solidFill>
                <a:latin typeface="Arial"/>
                <a:ea typeface="Arial"/>
                <a:cs typeface="Arial"/>
              </a:defRPr>
            </a:lvl1pPr>
            <a:lvl2pPr>
              <a:defRPr sz="2250" b="1">
                <a:solidFill>
                  <a:srgbClr val="172B3A"/>
                </a:solidFill>
                <a:latin typeface="Arial"/>
                <a:ea typeface="Arial"/>
                <a:cs typeface="Arial"/>
              </a:defRPr>
            </a:lvl2pPr>
            <a:lvl3pPr>
              <a:defRPr sz="2250" b="1">
                <a:solidFill>
                  <a:srgbClr val="172B3A"/>
                </a:solidFill>
                <a:latin typeface="Arial"/>
                <a:ea typeface="Arial"/>
                <a:cs typeface="Arial"/>
              </a:defRPr>
            </a:lvl3pPr>
            <a:lvl4pPr>
              <a:defRPr sz="2250" b="1">
                <a:solidFill>
                  <a:srgbClr val="172B3A"/>
                </a:solidFill>
                <a:latin typeface="Arial"/>
                <a:ea typeface="Arial"/>
                <a:cs typeface="Arial"/>
              </a:defRPr>
            </a:lvl4pPr>
            <a:lvl5pPr>
              <a:defRPr sz="2250" b="1">
                <a:solidFill>
                  <a:srgbClr val="172B3A"/>
                </a:solidFill>
                <a:latin typeface="Arial"/>
                <a:ea typeface="Arial"/>
                <a:cs typeface="Arial"/>
              </a:defRPr>
            </a:lvl5pPr>
            <a:lvl6pPr>
              <a:defRPr sz="2250" b="1">
                <a:solidFill>
                  <a:srgbClr val="172B3A"/>
                </a:solidFill>
                <a:latin typeface="Arial"/>
                <a:ea typeface="Arial"/>
                <a:cs typeface="Arial"/>
              </a:defRPr>
            </a:lvl6pPr>
            <a:lvl7pPr>
              <a:defRPr sz="2250" b="1">
                <a:solidFill>
                  <a:srgbClr val="172B3A"/>
                </a:solidFill>
                <a:latin typeface="Arial"/>
                <a:ea typeface="Arial"/>
                <a:cs typeface="Arial"/>
              </a:defRPr>
            </a:lvl7pPr>
            <a:lvl8pPr>
              <a:defRPr sz="2250" b="1">
                <a:solidFill>
                  <a:srgbClr val="172B3A"/>
                </a:solidFill>
                <a:latin typeface="Arial"/>
                <a:ea typeface="Arial"/>
                <a:cs typeface="Arial"/>
              </a:defRPr>
            </a:lvl8pPr>
            <a:lvl9pPr>
              <a:defRPr sz="2250" b="1">
                <a:solidFill>
                  <a:srgbClr val="172B3A"/>
                </a:solidFill>
                <a:latin typeface="Arial"/>
                <a:ea typeface="Arial"/>
                <a:cs typeface="Arial"/>
              </a:defRPr>
            </a:lvl9pPr>
          </a:lstStyle>
          <a:p xmlns:a="http://schemas.openxmlformats.org/drawingml/2006/main">
            <a:pPr>
              <a:defRPr sz="2250" b="1">
                <a:solidFill>
                  <a:srgbClr val="172B3A"/>
                </a:solidFill>
                <a:latin typeface="Arial"/>
                <a:ea typeface="Arial"/>
                <a:cs typeface="Arial"/>
              </a:defRPr>
            </a:pPr>
            <a:r>
              <a:rPr sz="2250" b="1">
                <a:solidFill>
                  <a:srgbClr val="172B3A"/>
                </a:solidFill>
                <a:latin typeface="Arial"/>
                <a:ea typeface="Arial"/>
                <a:cs typeface="Arial"/>
              </a:rPr>
              <a:t>4 runs</a:t>
            </a:r>
          </a:p>
        </p:txBody>
      </p:sp>
      <p:sp>
        <p:nvSpPr>
          <p:cNvPr id="10" name="">
            <a:extLst xmlns:a="http://schemas.openxmlformats.org/drawingml/2006/main">
              <a:ext uri="{FF2B5EF4-FFF2-40B4-BE49-F238E27FC236}">
                <a16:creationId xmlns:a16="http://schemas.microsoft.com/office/drawing/2014/main" id="{E6DF8E50-6F45-48B7-B2E9-C981BC86B236}"/>
              </a:ext>
            </a:extLst>
          </p:cNvPr>
          <p:cNvSpPr>
            <a:spLocks xmlns:a="http://schemas.openxmlformats.org/drawingml/2006/main" noGrp="1"/>
          </p:cNvSpPr>
          <p:nvPr/>
        </p:nvSpPr>
        <p:spPr>
          <a:xfrm xmlns:a="http://schemas.openxmlformats.org/drawingml/2006/main">
            <a:off x="3095625" y="4305300"/>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11" name="">
            <a:extLst xmlns:a="http://schemas.openxmlformats.org/drawingml/2006/main">
              <a:ext uri="{FF2B5EF4-FFF2-40B4-BE49-F238E27FC236}">
                <a16:creationId xmlns:a16="http://schemas.microsoft.com/office/drawing/2014/main" id="{6932F505-5B5C-4ACA-B8DC-80741390D9A8}"/>
              </a:ext>
            </a:extLst>
          </p:cNvPr>
          <p:cNvSpPr>
            <a:spLocks xmlns:a="http://schemas.openxmlformats.org/drawingml/2006/main" noGrp="1"/>
          </p:cNvSpPr>
          <p:nvPr/>
        </p:nvSpPr>
        <p:spPr>
          <a:xfrm xmlns:a="http://schemas.openxmlformats.org/drawingml/2006/main">
            <a:off x="5141119" y="4305300"/>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12" name="">
            <a:extLst xmlns:a="http://schemas.openxmlformats.org/drawingml/2006/main">
              <a:ext uri="{FF2B5EF4-FFF2-40B4-BE49-F238E27FC236}">
                <a16:creationId xmlns:a16="http://schemas.microsoft.com/office/drawing/2014/main" id="{17658ADA-CD6F-4BDA-B003-FAB698BC9F1A}"/>
              </a:ext>
            </a:extLst>
          </p:cNvPr>
          <p:cNvSpPr>
            <a:spLocks xmlns:a="http://schemas.openxmlformats.org/drawingml/2006/main" noGrp="1"/>
          </p:cNvSpPr>
          <p:nvPr/>
        </p:nvSpPr>
        <p:spPr>
          <a:xfrm xmlns:a="http://schemas.openxmlformats.org/drawingml/2006/main">
            <a:off x="7186613" y="4305300"/>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13" name="">
            <a:extLst xmlns:a="http://schemas.openxmlformats.org/drawingml/2006/main">
              <a:ext uri="{FF2B5EF4-FFF2-40B4-BE49-F238E27FC236}">
                <a16:creationId xmlns:a16="http://schemas.microsoft.com/office/drawing/2014/main" id="{186C6683-5158-4B54-9382-49DE0ECE7D81}"/>
              </a:ext>
            </a:extLst>
          </p:cNvPr>
          <p:cNvSpPr>
            <a:spLocks xmlns:a="http://schemas.openxmlformats.org/drawingml/2006/main" noGrp="1"/>
          </p:cNvSpPr>
          <p:nvPr/>
        </p:nvSpPr>
        <p:spPr>
          <a:xfrm xmlns:a="http://schemas.openxmlformats.org/drawingml/2006/main">
            <a:off x="9232106" y="4305300"/>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14" name="">
            <a:extLst xmlns:a="http://schemas.openxmlformats.org/drawingml/2006/main">
              <a:ext uri="{FF2B5EF4-FFF2-40B4-BE49-F238E27FC236}">
                <a16:creationId xmlns:a16="http://schemas.microsoft.com/office/drawing/2014/main" id="{4F46968D-EFD0-4B46-9EA9-CB5BD0F7A178}"/>
              </a:ext>
            </a:extLst>
          </p:cNvPr>
          <p:cNvSpPr>
            <a:spLocks xmlns:a="http://schemas.openxmlformats.org/drawingml/2006/main" noGrp="1"/>
          </p:cNvSpPr>
          <p:nvPr/>
        </p:nvSpPr>
        <p:spPr>
          <a:xfrm xmlns:a="http://schemas.openxmlformats.org/drawingml/2006/main">
            <a:off x="666750" y="534352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00">
                <a:solidFill>
                  <a:srgbClr val="175F96"/>
                </a:solidFill>
                <a:latin typeface="Arial"/>
                <a:ea typeface="Arial"/>
                <a:cs typeface="Arial"/>
              </a:defRPr>
            </a:defPPr>
            <a:lvl1pPr>
              <a:defRPr sz="2700">
                <a:solidFill>
                  <a:srgbClr val="175F96"/>
                </a:solidFill>
                <a:latin typeface="Arial"/>
                <a:ea typeface="Arial"/>
                <a:cs typeface="Arial"/>
              </a:defRPr>
            </a:lvl1pPr>
            <a:lvl2pPr>
              <a:defRPr sz="2700">
                <a:solidFill>
                  <a:srgbClr val="175F96"/>
                </a:solidFill>
                <a:latin typeface="Arial"/>
                <a:ea typeface="Arial"/>
                <a:cs typeface="Arial"/>
              </a:defRPr>
            </a:lvl2pPr>
            <a:lvl3pPr>
              <a:defRPr sz="2700">
                <a:solidFill>
                  <a:srgbClr val="175F96"/>
                </a:solidFill>
                <a:latin typeface="Arial"/>
                <a:ea typeface="Arial"/>
                <a:cs typeface="Arial"/>
              </a:defRPr>
            </a:lvl3pPr>
            <a:lvl4pPr>
              <a:defRPr sz="2700">
                <a:solidFill>
                  <a:srgbClr val="175F96"/>
                </a:solidFill>
                <a:latin typeface="Arial"/>
                <a:ea typeface="Arial"/>
                <a:cs typeface="Arial"/>
              </a:defRPr>
            </a:lvl4pPr>
            <a:lvl5pPr>
              <a:defRPr sz="2700">
                <a:solidFill>
                  <a:srgbClr val="175F96"/>
                </a:solidFill>
                <a:latin typeface="Arial"/>
                <a:ea typeface="Arial"/>
                <a:cs typeface="Arial"/>
              </a:defRPr>
            </a:lvl5pPr>
            <a:lvl6pPr>
              <a:defRPr sz="2700">
                <a:solidFill>
                  <a:srgbClr val="175F96"/>
                </a:solidFill>
                <a:latin typeface="Arial"/>
                <a:ea typeface="Arial"/>
                <a:cs typeface="Arial"/>
              </a:defRPr>
            </a:lvl6pPr>
            <a:lvl7pPr>
              <a:defRPr sz="2700">
                <a:solidFill>
                  <a:srgbClr val="175F96"/>
                </a:solidFill>
                <a:latin typeface="Arial"/>
                <a:ea typeface="Arial"/>
                <a:cs typeface="Arial"/>
              </a:defRPr>
            </a:lvl7pPr>
            <a:lvl8pPr>
              <a:defRPr sz="2700">
                <a:solidFill>
                  <a:srgbClr val="175F96"/>
                </a:solidFill>
                <a:latin typeface="Arial"/>
                <a:ea typeface="Arial"/>
                <a:cs typeface="Arial"/>
              </a:defRPr>
            </a:lvl8pPr>
            <a:lvl9pPr>
              <a:defRPr sz="2700">
                <a:solidFill>
                  <a:srgbClr val="175F96"/>
                </a:solidFill>
                <a:latin typeface="Arial"/>
                <a:ea typeface="Arial"/>
                <a:cs typeface="Arial"/>
              </a:defRPr>
            </a:lvl9pPr>
          </a:lstStyle>
          <a:p xmlns:a="http://schemas.openxmlformats.org/drawingml/2006/main">
            <a:pPr>
              <a:defRPr sz="2700">
                <a:solidFill>
                  <a:srgbClr val="175F96"/>
                </a:solidFill>
                <a:latin typeface="Arial"/>
                <a:ea typeface="Arial"/>
                <a:cs typeface="Arial"/>
              </a:defRPr>
            </a:pPr>
            <a:r>
              <a:rPr sz="2700">
                <a:solidFill>
                  <a:srgbClr val="175F96"/>
                </a:solidFill>
                <a:latin typeface="Arial"/>
                <a:ea typeface="Arial"/>
                <a:cs typeface="Arial"/>
              </a:rPr>
              <a:t>P(at least one success) = 1 − [1 − F(B/k)]ᵏ</a:t>
            </a:r>
          </a:p>
        </p:txBody>
      </p:sp>
      <p:sp>
        <p:nvSpPr>
          <p:cNvPr id="15" name="">
            <a:extLst xmlns:a="http://schemas.openxmlformats.org/drawingml/2006/main">
              <a:ext uri="{FF2B5EF4-FFF2-40B4-BE49-F238E27FC236}">
                <a16:creationId xmlns:a16="http://schemas.microsoft.com/office/drawing/2014/main" id="{782CD03F-2AF2-4D14-BEF9-C3E9C5E9344D}"/>
              </a:ext>
            </a:extLst>
          </p:cNvPr>
          <p:cNvSpPr>
            <a:spLocks xmlns:a="http://schemas.openxmlformats.org/drawingml/2006/main" noGrp="1"/>
          </p:cNvSpPr>
          <p:nvPr/>
        </p:nvSpPr>
        <p:spPr>
          <a:xfrm xmlns:a="http://schemas.openxmlformats.org/drawingml/2006/main">
            <a:off x="666750" y="60007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a:solidFill>
                  <a:srgbClr val="172B3A"/>
                </a:solidFill>
                <a:latin typeface="Arial"/>
                <a:ea typeface="Arial"/>
                <a:cs typeface="Arial"/>
              </a:defRPr>
            </a:defPPr>
            <a:lvl1pPr>
              <a:defRPr sz="2025">
                <a:solidFill>
                  <a:srgbClr val="172B3A"/>
                </a:solidFill>
                <a:latin typeface="Arial"/>
                <a:ea typeface="Arial"/>
                <a:cs typeface="Arial"/>
              </a:defRPr>
            </a:lvl1pPr>
            <a:lvl2pPr>
              <a:defRPr sz="2025">
                <a:solidFill>
                  <a:srgbClr val="172B3A"/>
                </a:solidFill>
                <a:latin typeface="Arial"/>
                <a:ea typeface="Arial"/>
                <a:cs typeface="Arial"/>
              </a:defRPr>
            </a:lvl2pPr>
            <a:lvl3pPr>
              <a:defRPr sz="2025">
                <a:solidFill>
                  <a:srgbClr val="172B3A"/>
                </a:solidFill>
                <a:latin typeface="Arial"/>
                <a:ea typeface="Arial"/>
                <a:cs typeface="Arial"/>
              </a:defRPr>
            </a:lvl3pPr>
            <a:lvl4pPr>
              <a:defRPr sz="2025">
                <a:solidFill>
                  <a:srgbClr val="172B3A"/>
                </a:solidFill>
                <a:latin typeface="Arial"/>
                <a:ea typeface="Arial"/>
                <a:cs typeface="Arial"/>
              </a:defRPr>
            </a:lvl4pPr>
            <a:lvl5pPr>
              <a:defRPr sz="2025">
                <a:solidFill>
                  <a:srgbClr val="172B3A"/>
                </a:solidFill>
                <a:latin typeface="Arial"/>
                <a:ea typeface="Arial"/>
                <a:cs typeface="Arial"/>
              </a:defRPr>
            </a:lvl5pPr>
            <a:lvl6pPr>
              <a:defRPr sz="2025">
                <a:solidFill>
                  <a:srgbClr val="172B3A"/>
                </a:solidFill>
                <a:latin typeface="Arial"/>
                <a:ea typeface="Arial"/>
                <a:cs typeface="Arial"/>
              </a:defRPr>
            </a:lvl6pPr>
            <a:lvl7pPr>
              <a:defRPr sz="2025">
                <a:solidFill>
                  <a:srgbClr val="172B3A"/>
                </a:solidFill>
                <a:latin typeface="Arial"/>
                <a:ea typeface="Arial"/>
                <a:cs typeface="Arial"/>
              </a:defRPr>
            </a:lvl7pPr>
            <a:lvl8pPr>
              <a:defRPr sz="2025">
                <a:solidFill>
                  <a:srgbClr val="172B3A"/>
                </a:solidFill>
                <a:latin typeface="Arial"/>
                <a:ea typeface="Arial"/>
                <a:cs typeface="Arial"/>
              </a:defRPr>
            </a:lvl8pPr>
            <a:lvl9pPr>
              <a:defRPr sz="2025">
                <a:solidFill>
                  <a:srgbClr val="172B3A"/>
                </a:solidFill>
                <a:latin typeface="Arial"/>
                <a:ea typeface="Arial"/>
                <a:cs typeface="Arial"/>
              </a:defRPr>
            </a:lvl9pPr>
          </a:lstStyle>
          <a:p xmlns:a="http://schemas.openxmlformats.org/drawingml/2006/main">
            <a:pPr>
              <a:defRPr sz="2025">
                <a:solidFill>
                  <a:srgbClr val="172B3A"/>
                </a:solidFill>
                <a:latin typeface="Arial"/>
                <a:ea typeface="Arial"/>
                <a:cs typeface="Arial"/>
              </a:defRPr>
            </a:pPr>
            <a:r>
              <a:rPr sz="2025">
                <a:solidFill>
                  <a:srgbClr val="172B3A"/>
                </a:solidFill>
                <a:latin typeface="Arial"/>
                <a:ea typeface="Arial"/>
                <a:cs typeface="Arial"/>
              </a:rPr>
              <a:t>F(t): chance one run succeeds by t. k: independent starts.</a:t>
            </a:r>
          </a:p>
        </p:txBody>
      </p:sp>
    </p:spTree>
    <p:extLst>
      <p:ext uri="{BB962C8B-B14F-4D97-AF65-F5344CB8AC3E}">
        <p14:creationId xmlns:p14="http://schemas.microsoft.com/office/powerpoint/2010/main" val="14878218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20C494A-515A-4497-A77C-A5FF148BFE4A}"/>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Results at 8,000 total updates</a:t>
            </a:r>
          </a:p>
        </p:txBody>
      </p:sp>
      <p:sp>
        <p:nvSpPr>
          <p:cNvPr id="2" name="">
            <a:extLst xmlns:a="http://schemas.openxmlformats.org/drawingml/2006/main">
              <a:ext uri="{FF2B5EF4-FFF2-40B4-BE49-F238E27FC236}">
                <a16:creationId xmlns:a16="http://schemas.microsoft.com/office/drawing/2014/main" id="{873457D5-534B-44B6-9865-BB8EB3888B12}"/>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7</a:t>
            </a:r>
          </a:p>
        </p:txBody>
      </p:sp>
      <p:graphicFrame>
        <p:nvGraphicFramePr>
          <p:cNvPr id="3" name="Chart">
            <a:extLst xmlns:a="http://schemas.openxmlformats.org/drawingml/2006/main">
              <a:ext uri="{FF2B5EF4-FFF2-40B4-BE49-F238E27FC236}">
                <a16:creationId xmlns:a16="http://schemas.microsoft.com/office/drawing/2014/main" id="{E6BC99B2-BB17-491D-90AB-8589D12A343A}"/>
              </a:ext>
            </a:extLst>
          </p:cNvPr>
          <p:cNvGraphicFramePr/>
          <p:nvPr/>
        </p:nvGraphicFramePr>
        <p:xfrm>
          <a:off xmlns:a="http://schemas.openxmlformats.org/drawingml/2006/main" x="428625" y="1476375"/>
          <a:ext xmlns:a="http://schemas.openxmlformats.org/drawingml/2006/main" cx="11239500" cy="3905250"/>
        </p:xfrm>
        <a:graphic xmlns:a="http://schemas.openxmlformats.org/drawingml/2006/main">
          <a:graphicData uri="http://schemas.openxmlformats.org/drawingml/2006/chart">
            <c:chart xmlns:r="http://schemas.openxmlformats.org/officeDocument/2006/relationships" xmlns:c="http://schemas.openxmlformats.org/drawingml/2006/chart" r:id="Rf8cb105fa01442e4"/>
          </a:graphicData>
        </a:graphic>
      </p:graphicFrame>
      <p:sp>
        <p:nvSpPr>
          <p:cNvPr id="4" name="">
            <a:extLst xmlns:a="http://schemas.openxmlformats.org/drawingml/2006/main">
              <a:ext uri="{FF2B5EF4-FFF2-40B4-BE49-F238E27FC236}">
                <a16:creationId xmlns:a16="http://schemas.microsoft.com/office/drawing/2014/main" id="{90CDBC71-70DC-4C8C-925A-1B9EC95AEDC1}"/>
              </a:ext>
            </a:extLst>
          </p:cNvPr>
          <p:cNvSpPr>
            <a:spLocks xmlns:a="http://schemas.openxmlformats.org/drawingml/2006/main" noGrp="1"/>
          </p:cNvSpPr>
          <p:nvPr/>
        </p:nvSpPr>
        <p:spPr>
          <a:xfrm xmlns:a="http://schemas.openxmlformats.org/drawingml/2006/main">
            <a:off x="666750" y="56197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75F96"/>
                </a:solidFill>
                <a:latin typeface="Arial"/>
                <a:ea typeface="Arial"/>
                <a:cs typeface="Arial"/>
              </a:defRPr>
            </a:defPPr>
            <a:lvl1pPr>
              <a:defRPr sz="2400" b="1">
                <a:solidFill>
                  <a:srgbClr val="175F96"/>
                </a:solidFill>
                <a:latin typeface="Arial"/>
                <a:ea typeface="Arial"/>
                <a:cs typeface="Arial"/>
              </a:defRPr>
            </a:lvl1pPr>
            <a:lvl2pPr>
              <a:defRPr sz="2400" b="1">
                <a:solidFill>
                  <a:srgbClr val="175F96"/>
                </a:solidFill>
                <a:latin typeface="Arial"/>
                <a:ea typeface="Arial"/>
                <a:cs typeface="Arial"/>
              </a:defRPr>
            </a:lvl2pPr>
            <a:lvl3pPr>
              <a:defRPr sz="2400" b="1">
                <a:solidFill>
                  <a:srgbClr val="175F96"/>
                </a:solidFill>
                <a:latin typeface="Arial"/>
                <a:ea typeface="Arial"/>
                <a:cs typeface="Arial"/>
              </a:defRPr>
            </a:lvl3pPr>
            <a:lvl4pPr>
              <a:defRPr sz="2400" b="1">
                <a:solidFill>
                  <a:srgbClr val="175F96"/>
                </a:solidFill>
                <a:latin typeface="Arial"/>
                <a:ea typeface="Arial"/>
                <a:cs typeface="Arial"/>
              </a:defRPr>
            </a:lvl4pPr>
            <a:lvl5pPr>
              <a:defRPr sz="2400" b="1">
                <a:solidFill>
                  <a:srgbClr val="175F96"/>
                </a:solidFill>
                <a:latin typeface="Arial"/>
                <a:ea typeface="Arial"/>
                <a:cs typeface="Arial"/>
              </a:defRPr>
            </a:lvl5pPr>
            <a:lvl6pPr>
              <a:defRPr sz="2400" b="1">
                <a:solidFill>
                  <a:srgbClr val="175F96"/>
                </a:solidFill>
                <a:latin typeface="Arial"/>
                <a:ea typeface="Arial"/>
                <a:cs typeface="Arial"/>
              </a:defRPr>
            </a:lvl6pPr>
            <a:lvl7pPr>
              <a:defRPr sz="2400" b="1">
                <a:solidFill>
                  <a:srgbClr val="175F96"/>
                </a:solidFill>
                <a:latin typeface="Arial"/>
                <a:ea typeface="Arial"/>
                <a:cs typeface="Arial"/>
              </a:defRPr>
            </a:lvl7pPr>
            <a:lvl8pPr>
              <a:defRPr sz="2400" b="1">
                <a:solidFill>
                  <a:srgbClr val="175F96"/>
                </a:solidFill>
                <a:latin typeface="Arial"/>
                <a:ea typeface="Arial"/>
                <a:cs typeface="Arial"/>
              </a:defRPr>
            </a:lvl8pPr>
            <a:lvl9pPr>
              <a:defRPr sz="2400" b="1">
                <a:solidFill>
                  <a:srgbClr val="175F96"/>
                </a:solidFill>
                <a:latin typeface="Arial"/>
                <a:ea typeface="Arial"/>
                <a:cs typeface="Arial"/>
              </a:defRPr>
            </a:lvl9pPr>
          </a:lstStyle>
          <a:p xmlns:a="http://schemas.openxmlformats.org/drawingml/2006/main">
            <a:pPr>
              <a:defRPr sz="2400" b="1">
                <a:solidFill>
                  <a:srgbClr val="175F96"/>
                </a:solidFill>
                <a:latin typeface="Arial"/>
                <a:ea typeface="Arial"/>
                <a:cs typeface="Arial"/>
              </a:defRPr>
            </a:pPr>
            <a:r>
              <a:rPr sz="2400" b="1">
                <a:solidFill>
                  <a:srgbClr val="175F96"/>
                </a:solidFill>
                <a:latin typeface="Arial"/>
                <a:ea typeface="Arial"/>
                <a:cs typeface="Arial"/>
              </a:rPr>
              <a:t>Four starts underperform one run on all three splits.</a:t>
            </a:r>
          </a:p>
        </p:txBody>
      </p:sp>
      <p:sp>
        <p:nvSpPr>
          <p:cNvPr id="5" name="">
            <a:extLst xmlns:a="http://schemas.openxmlformats.org/drawingml/2006/main">
              <a:ext uri="{FF2B5EF4-FFF2-40B4-BE49-F238E27FC236}">
                <a16:creationId xmlns:a16="http://schemas.microsoft.com/office/drawing/2014/main" id="{45828D3F-6F4F-4BFC-938A-9822B08CCD0B}"/>
              </a:ext>
            </a:extLst>
          </p:cNvPr>
          <p:cNvSpPr>
            <a:spLocks xmlns:a="http://schemas.openxmlformats.org/drawingml/2006/main" noGrp="1"/>
          </p:cNvSpPr>
          <p:nvPr/>
        </p:nvSpPr>
        <p:spPr>
          <a:xfrm xmlns:a="http://schemas.openxmlformats.org/drawingml/2006/main">
            <a:off x="666750" y="608647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a:solidFill>
                  <a:srgbClr val="172B3A"/>
                </a:solidFill>
                <a:latin typeface="Arial"/>
                <a:ea typeface="Arial"/>
                <a:cs typeface="Arial"/>
              </a:defRPr>
            </a:defPPr>
            <a:lvl1pPr>
              <a:defRPr sz="1875">
                <a:solidFill>
                  <a:srgbClr val="172B3A"/>
                </a:solidFill>
                <a:latin typeface="Arial"/>
                <a:ea typeface="Arial"/>
                <a:cs typeface="Arial"/>
              </a:defRPr>
            </a:lvl1pPr>
            <a:lvl2pPr>
              <a:defRPr sz="1875">
                <a:solidFill>
                  <a:srgbClr val="172B3A"/>
                </a:solidFill>
                <a:latin typeface="Arial"/>
                <a:ea typeface="Arial"/>
                <a:cs typeface="Arial"/>
              </a:defRPr>
            </a:lvl2pPr>
            <a:lvl3pPr>
              <a:defRPr sz="1875">
                <a:solidFill>
                  <a:srgbClr val="172B3A"/>
                </a:solidFill>
                <a:latin typeface="Arial"/>
                <a:ea typeface="Arial"/>
                <a:cs typeface="Arial"/>
              </a:defRPr>
            </a:lvl3pPr>
            <a:lvl4pPr>
              <a:defRPr sz="1875">
                <a:solidFill>
                  <a:srgbClr val="172B3A"/>
                </a:solidFill>
                <a:latin typeface="Arial"/>
                <a:ea typeface="Arial"/>
                <a:cs typeface="Arial"/>
              </a:defRPr>
            </a:lvl4pPr>
            <a:lvl5pPr>
              <a:defRPr sz="1875">
                <a:solidFill>
                  <a:srgbClr val="172B3A"/>
                </a:solidFill>
                <a:latin typeface="Arial"/>
                <a:ea typeface="Arial"/>
                <a:cs typeface="Arial"/>
              </a:defRPr>
            </a:lvl5pPr>
            <a:lvl6pPr>
              <a:defRPr sz="1875">
                <a:solidFill>
                  <a:srgbClr val="172B3A"/>
                </a:solidFill>
                <a:latin typeface="Arial"/>
                <a:ea typeface="Arial"/>
                <a:cs typeface="Arial"/>
              </a:defRPr>
            </a:lvl6pPr>
            <a:lvl7pPr>
              <a:defRPr sz="1875">
                <a:solidFill>
                  <a:srgbClr val="172B3A"/>
                </a:solidFill>
                <a:latin typeface="Arial"/>
                <a:ea typeface="Arial"/>
                <a:cs typeface="Arial"/>
              </a:defRPr>
            </a:lvl7pPr>
            <a:lvl8pPr>
              <a:defRPr sz="1875">
                <a:solidFill>
                  <a:srgbClr val="172B3A"/>
                </a:solidFill>
                <a:latin typeface="Arial"/>
                <a:ea typeface="Arial"/>
                <a:cs typeface="Arial"/>
              </a:defRPr>
            </a:lvl8pPr>
            <a:lvl9pPr>
              <a:defRPr sz="1875">
                <a:solidFill>
                  <a:srgbClr val="172B3A"/>
                </a:solidFill>
                <a:latin typeface="Arial"/>
                <a:ea typeface="Arial"/>
                <a:cs typeface="Arial"/>
              </a:defRPr>
            </a:lvl9pPr>
          </a:lstStyle>
          <a:p xmlns:a="http://schemas.openxmlformats.org/drawingml/2006/main">
            <a:pPr>
              <a:defRPr sz="1875">
                <a:solidFill>
                  <a:srgbClr val="172B3A"/>
                </a:solidFill>
                <a:latin typeface="Arial"/>
                <a:ea typeface="Arial"/>
                <a:cs typeface="Arial"/>
              </a:defRPr>
            </a:pPr>
            <a:r>
              <a:rPr sz="1875">
                <a:solidFill>
                  <a:srgbClr val="172B3A"/>
                </a:solidFill>
                <a:latin typeface="Arial"/>
                <a:ea typeface="Arial"/>
                <a:cs typeface="Arial"/>
              </a:rPr>
              <a:t>All three survive Holm correction. Two-run comparisons remain inconclusive.</a:t>
            </a:r>
          </a:p>
        </p:txBody>
      </p:sp>
    </p:spTree>
    <p:extLst>
      <p:ext uri="{BB962C8B-B14F-4D97-AF65-F5344CB8AC3E}">
        <p14:creationId xmlns:p14="http://schemas.microsoft.com/office/powerpoint/2010/main" val="10708244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FF00406-A5A9-418A-B7D9-243D7C7776A1}"/>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All splits and both budgets</a:t>
            </a:r>
          </a:p>
        </p:txBody>
      </p:sp>
      <p:sp>
        <p:nvSpPr>
          <p:cNvPr id="2" name="">
            <a:extLst xmlns:a="http://schemas.openxmlformats.org/drawingml/2006/main">
              <a:ext uri="{FF2B5EF4-FFF2-40B4-BE49-F238E27FC236}">
                <a16:creationId xmlns:a16="http://schemas.microsoft.com/office/drawing/2014/main" id="{351AA801-65D2-4971-A694-8890B1C2480A}"/>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8</a:t>
            </a:r>
          </a:p>
        </p:txBody>
      </p:sp>
      <p:graphicFrame>
        <p:nvGraphicFramePr>
          <p:cNvPr id="3" name="Chart">
            <a:extLst xmlns:a="http://schemas.openxmlformats.org/drawingml/2006/main">
              <a:ext uri="{FF2B5EF4-FFF2-40B4-BE49-F238E27FC236}">
                <a16:creationId xmlns:a16="http://schemas.microsoft.com/office/drawing/2014/main" id="{72BC854F-6D09-47D6-B75C-4D186437AB26}"/>
              </a:ext>
            </a:extLst>
          </p:cNvPr>
          <p:cNvGraphicFramePr/>
          <p:nvPr/>
        </p:nvGraphicFramePr>
        <p:xfrm>
          <a:off xmlns:a="http://schemas.openxmlformats.org/drawingml/2006/main" x="428625" y="1476375"/>
          <a:ext xmlns:a="http://schemas.openxmlformats.org/drawingml/2006/main" cx="11239500" cy="3905250"/>
        </p:xfrm>
        <a:graphic xmlns:a="http://schemas.openxmlformats.org/drawingml/2006/main">
          <a:graphicData uri="http://schemas.openxmlformats.org/drawingml/2006/chart">
            <c:chart xmlns:r="http://schemas.openxmlformats.org/officeDocument/2006/relationships" xmlns:c="http://schemas.openxmlformats.org/drawingml/2006/chart" r:id="R4c0fab6798484916"/>
          </a:graphicData>
        </a:graphic>
      </p:graphicFrame>
      <p:sp>
        <p:nvSpPr>
          <p:cNvPr id="4" name="">
            <a:extLst xmlns:a="http://schemas.openxmlformats.org/drawingml/2006/main">
              <a:ext uri="{FF2B5EF4-FFF2-40B4-BE49-F238E27FC236}">
                <a16:creationId xmlns:a16="http://schemas.microsoft.com/office/drawing/2014/main" id="{20315977-496F-4689-B6C8-27FAB21D7831}"/>
              </a:ext>
            </a:extLst>
          </p:cNvPr>
          <p:cNvSpPr>
            <a:spLocks xmlns:a="http://schemas.openxmlformats.org/drawingml/2006/main" noGrp="1"/>
          </p:cNvSpPr>
          <p:nvPr/>
        </p:nvSpPr>
        <p:spPr>
          <a:xfrm xmlns:a="http://schemas.openxmlformats.org/drawingml/2006/main">
            <a:off x="666750" y="561975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a:solidFill>
                  <a:srgbClr val="175F96"/>
                </a:solidFill>
                <a:latin typeface="Arial"/>
                <a:ea typeface="Arial"/>
                <a:cs typeface="Arial"/>
              </a:defRPr>
            </a:defPPr>
            <a:lvl1pPr>
              <a:defRPr sz="2175">
                <a:solidFill>
                  <a:srgbClr val="175F96"/>
                </a:solidFill>
                <a:latin typeface="Arial"/>
                <a:ea typeface="Arial"/>
                <a:cs typeface="Arial"/>
              </a:defRPr>
            </a:lvl1pPr>
            <a:lvl2pPr>
              <a:defRPr sz="2175">
                <a:solidFill>
                  <a:srgbClr val="175F96"/>
                </a:solidFill>
                <a:latin typeface="Arial"/>
                <a:ea typeface="Arial"/>
                <a:cs typeface="Arial"/>
              </a:defRPr>
            </a:lvl2pPr>
            <a:lvl3pPr>
              <a:defRPr sz="2175">
                <a:solidFill>
                  <a:srgbClr val="175F96"/>
                </a:solidFill>
                <a:latin typeface="Arial"/>
                <a:ea typeface="Arial"/>
                <a:cs typeface="Arial"/>
              </a:defRPr>
            </a:lvl3pPr>
            <a:lvl4pPr>
              <a:defRPr sz="2175">
                <a:solidFill>
                  <a:srgbClr val="175F96"/>
                </a:solidFill>
                <a:latin typeface="Arial"/>
                <a:ea typeface="Arial"/>
                <a:cs typeface="Arial"/>
              </a:defRPr>
            </a:lvl4pPr>
            <a:lvl5pPr>
              <a:defRPr sz="2175">
                <a:solidFill>
                  <a:srgbClr val="175F96"/>
                </a:solidFill>
                <a:latin typeface="Arial"/>
                <a:ea typeface="Arial"/>
                <a:cs typeface="Arial"/>
              </a:defRPr>
            </a:lvl5pPr>
            <a:lvl6pPr>
              <a:defRPr sz="2175">
                <a:solidFill>
                  <a:srgbClr val="175F96"/>
                </a:solidFill>
                <a:latin typeface="Arial"/>
                <a:ea typeface="Arial"/>
                <a:cs typeface="Arial"/>
              </a:defRPr>
            </a:lvl6pPr>
            <a:lvl7pPr>
              <a:defRPr sz="2175">
                <a:solidFill>
                  <a:srgbClr val="175F96"/>
                </a:solidFill>
                <a:latin typeface="Arial"/>
                <a:ea typeface="Arial"/>
                <a:cs typeface="Arial"/>
              </a:defRPr>
            </a:lvl7pPr>
            <a:lvl8pPr>
              <a:defRPr sz="2175">
                <a:solidFill>
                  <a:srgbClr val="175F96"/>
                </a:solidFill>
                <a:latin typeface="Arial"/>
                <a:ea typeface="Arial"/>
                <a:cs typeface="Arial"/>
              </a:defRPr>
            </a:lvl8pPr>
            <a:lvl9pPr>
              <a:defRPr sz="2175">
                <a:solidFill>
                  <a:srgbClr val="175F96"/>
                </a:solidFill>
                <a:latin typeface="Arial"/>
                <a:ea typeface="Arial"/>
                <a:cs typeface="Arial"/>
              </a:defRPr>
            </a:lvl9pPr>
          </a:lstStyle>
          <a:p xmlns:a="http://schemas.openxmlformats.org/drawingml/2006/main">
            <a:pPr>
              <a:defRPr sz="2175">
                <a:solidFill>
                  <a:srgbClr val="175F96"/>
                </a:solidFill>
                <a:latin typeface="Arial"/>
                <a:ea typeface="Arial"/>
                <a:cs typeface="Arial"/>
              </a:defRPr>
            </a:pPr>
            <a:r>
              <a:rPr sz="2175">
                <a:solidFill>
                  <a:srgbClr val="175F96"/>
                </a:solidFill>
                <a:latin typeface="Arial"/>
                <a:ea typeface="Arial"/>
                <a:cs typeface="Arial"/>
              </a:rPr>
              <a:t>At 12k, only split 2 detects a four-versus-one difference after correction.</a:t>
            </a:r>
          </a:p>
        </p:txBody>
      </p:sp>
    </p:spTree>
    <p:extLst>
      <p:ext uri="{BB962C8B-B14F-4D97-AF65-F5344CB8AC3E}">
        <p14:creationId xmlns:p14="http://schemas.microsoft.com/office/powerpoint/2010/main" val="5389844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1328A59-6797-4AD8-B611-5E36D3B35D26}"/>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First confirmation and a longer window</a:t>
            </a:r>
          </a:p>
        </p:txBody>
      </p:sp>
      <p:sp>
        <p:nvSpPr>
          <p:cNvPr id="2" name="">
            <a:extLst xmlns:a="http://schemas.openxmlformats.org/drawingml/2006/main">
              <a:ext uri="{FF2B5EF4-FFF2-40B4-BE49-F238E27FC236}">
                <a16:creationId xmlns:a16="http://schemas.microsoft.com/office/drawing/2014/main" id="{11258D45-19B9-43E7-BBB6-316A90EDF7F6}"/>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9</a:t>
            </a:r>
          </a:p>
        </p:txBody>
      </p:sp>
      <p:graphicFrame>
        <p:nvGraphicFramePr>
          <p:cNvPr id="3" name="Chart">
            <a:extLst xmlns:a="http://schemas.openxmlformats.org/drawingml/2006/main">
              <a:ext uri="{FF2B5EF4-FFF2-40B4-BE49-F238E27FC236}">
                <a16:creationId xmlns:a16="http://schemas.microsoft.com/office/drawing/2014/main" id="{7A21C05C-7C18-4D2B-A664-97723EB5FE1F}"/>
              </a:ext>
            </a:extLst>
          </p:cNvPr>
          <p:cNvGraphicFramePr/>
          <p:nvPr/>
        </p:nvGraphicFramePr>
        <p:xfrm>
          <a:off xmlns:a="http://schemas.openxmlformats.org/drawingml/2006/main" x="428625" y="1476375"/>
          <a:ext xmlns:a="http://schemas.openxmlformats.org/drawingml/2006/main" cx="11239500" cy="3905250"/>
        </p:xfrm>
        <a:graphic xmlns:a="http://schemas.openxmlformats.org/drawingml/2006/main">
          <a:graphicData uri="http://schemas.openxmlformats.org/drawingml/2006/chart">
            <c:chart xmlns:r="http://schemas.openxmlformats.org/officeDocument/2006/relationships" xmlns:c="http://schemas.openxmlformats.org/drawingml/2006/chart" r:id="Re294b5b4157d4a8b"/>
          </a:graphicData>
        </a:graphic>
      </p:graphicFrame>
      <p:sp>
        <p:nvSpPr>
          <p:cNvPr id="4" name="">
            <a:extLst xmlns:a="http://schemas.openxmlformats.org/drawingml/2006/main">
              <a:ext uri="{FF2B5EF4-FFF2-40B4-BE49-F238E27FC236}">
                <a16:creationId xmlns:a16="http://schemas.microsoft.com/office/drawing/2014/main" id="{FCF33219-B808-403D-ADD3-3E1C3D9FB746}"/>
              </a:ext>
            </a:extLst>
          </p:cNvPr>
          <p:cNvSpPr>
            <a:spLocks xmlns:a="http://schemas.openxmlformats.org/drawingml/2006/main" noGrp="1"/>
          </p:cNvSpPr>
          <p:nvPr/>
        </p:nvSpPr>
        <p:spPr>
          <a:xfrm xmlns:a="http://schemas.openxmlformats.org/drawingml/2006/main">
            <a:off x="666750" y="55911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a:solidFill>
                  <a:srgbClr val="175F96"/>
                </a:solidFill>
                <a:latin typeface="Arial"/>
                <a:ea typeface="Arial"/>
                <a:cs typeface="Arial"/>
              </a:defRPr>
            </a:defPPr>
            <a:lvl1pPr>
              <a:defRPr sz="2175">
                <a:solidFill>
                  <a:srgbClr val="175F96"/>
                </a:solidFill>
                <a:latin typeface="Arial"/>
                <a:ea typeface="Arial"/>
                <a:cs typeface="Arial"/>
              </a:defRPr>
            </a:lvl1pPr>
            <a:lvl2pPr>
              <a:defRPr sz="2175">
                <a:solidFill>
                  <a:srgbClr val="175F96"/>
                </a:solidFill>
                <a:latin typeface="Arial"/>
                <a:ea typeface="Arial"/>
                <a:cs typeface="Arial"/>
              </a:defRPr>
            </a:lvl2pPr>
            <a:lvl3pPr>
              <a:defRPr sz="2175">
                <a:solidFill>
                  <a:srgbClr val="175F96"/>
                </a:solidFill>
                <a:latin typeface="Arial"/>
                <a:ea typeface="Arial"/>
                <a:cs typeface="Arial"/>
              </a:defRPr>
            </a:lvl3pPr>
            <a:lvl4pPr>
              <a:defRPr sz="2175">
                <a:solidFill>
                  <a:srgbClr val="175F96"/>
                </a:solidFill>
                <a:latin typeface="Arial"/>
                <a:ea typeface="Arial"/>
                <a:cs typeface="Arial"/>
              </a:defRPr>
            </a:lvl4pPr>
            <a:lvl5pPr>
              <a:defRPr sz="2175">
                <a:solidFill>
                  <a:srgbClr val="175F96"/>
                </a:solidFill>
                <a:latin typeface="Arial"/>
                <a:ea typeface="Arial"/>
                <a:cs typeface="Arial"/>
              </a:defRPr>
            </a:lvl5pPr>
            <a:lvl6pPr>
              <a:defRPr sz="2175">
                <a:solidFill>
                  <a:srgbClr val="175F96"/>
                </a:solidFill>
                <a:latin typeface="Arial"/>
                <a:ea typeface="Arial"/>
                <a:cs typeface="Arial"/>
              </a:defRPr>
            </a:lvl6pPr>
            <a:lvl7pPr>
              <a:defRPr sz="2175">
                <a:solidFill>
                  <a:srgbClr val="175F96"/>
                </a:solidFill>
                <a:latin typeface="Arial"/>
                <a:ea typeface="Arial"/>
                <a:cs typeface="Arial"/>
              </a:defRPr>
            </a:lvl7pPr>
            <a:lvl8pPr>
              <a:defRPr sz="2175">
                <a:solidFill>
                  <a:srgbClr val="175F96"/>
                </a:solidFill>
                <a:latin typeface="Arial"/>
                <a:ea typeface="Arial"/>
                <a:cs typeface="Arial"/>
              </a:defRPr>
            </a:lvl8pPr>
            <a:lvl9pPr>
              <a:defRPr sz="2175">
                <a:solidFill>
                  <a:srgbClr val="175F96"/>
                </a:solidFill>
                <a:latin typeface="Arial"/>
                <a:ea typeface="Arial"/>
                <a:cs typeface="Arial"/>
              </a:defRPr>
            </a:lvl9pPr>
          </a:lstStyle>
          <a:p xmlns:a="http://schemas.openxmlformats.org/drawingml/2006/main">
            <a:pPr>
              <a:defRPr sz="2175">
                <a:solidFill>
                  <a:srgbClr val="175F96"/>
                </a:solidFill>
                <a:latin typeface="Arial"/>
                <a:ea typeface="Arial"/>
                <a:cs typeface="Arial"/>
              </a:defRPr>
            </a:pPr>
            <a:r>
              <a:rPr sz="2175">
                <a:solidFill>
                  <a:srgbClr val="175F96"/>
                </a:solidFill>
                <a:latin typeface="Arial"/>
                <a:ea typeface="Arial"/>
                <a:cs typeface="Arial"/>
              </a:rPr>
              <a:t>Four starts: 12 first confirmations, only 4 longer-window confirmations.</a:t>
            </a:r>
          </a:p>
        </p:txBody>
      </p:sp>
      <p:sp>
        <p:nvSpPr>
          <p:cNvPr id="5" name="">
            <a:extLst xmlns:a="http://schemas.openxmlformats.org/drawingml/2006/main">
              <a:ext uri="{FF2B5EF4-FFF2-40B4-BE49-F238E27FC236}">
                <a16:creationId xmlns:a16="http://schemas.microsoft.com/office/drawing/2014/main" id="{5C08E11A-2B4A-455A-B294-3BC6A7E6504B}"/>
              </a:ext>
            </a:extLst>
          </p:cNvPr>
          <p:cNvSpPr>
            <a:spLocks xmlns:a="http://schemas.openxmlformats.org/drawingml/2006/main" noGrp="1"/>
          </p:cNvSpPr>
          <p:nvPr/>
        </p:nvSpPr>
        <p:spPr>
          <a:xfrm xmlns:a="http://schemas.openxmlformats.org/drawingml/2006/main">
            <a:off x="666750" y="608647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a:solidFill>
                  <a:srgbClr val="172B3A"/>
                </a:solidFill>
                <a:latin typeface="Arial"/>
                <a:ea typeface="Arial"/>
                <a:cs typeface="Arial"/>
              </a:defRPr>
            </a:defPPr>
            <a:lvl1pPr>
              <a:defRPr sz="1800">
                <a:solidFill>
                  <a:srgbClr val="172B3A"/>
                </a:solidFill>
                <a:latin typeface="Arial"/>
                <a:ea typeface="Arial"/>
                <a:cs typeface="Arial"/>
              </a:defRPr>
            </a:lvl1pPr>
            <a:lvl2pPr>
              <a:defRPr sz="1800">
                <a:solidFill>
                  <a:srgbClr val="172B3A"/>
                </a:solidFill>
                <a:latin typeface="Arial"/>
                <a:ea typeface="Arial"/>
                <a:cs typeface="Arial"/>
              </a:defRPr>
            </a:lvl2pPr>
            <a:lvl3pPr>
              <a:defRPr sz="1800">
                <a:solidFill>
                  <a:srgbClr val="172B3A"/>
                </a:solidFill>
                <a:latin typeface="Arial"/>
                <a:ea typeface="Arial"/>
                <a:cs typeface="Arial"/>
              </a:defRPr>
            </a:lvl3pPr>
            <a:lvl4pPr>
              <a:defRPr sz="1800">
                <a:solidFill>
                  <a:srgbClr val="172B3A"/>
                </a:solidFill>
                <a:latin typeface="Arial"/>
                <a:ea typeface="Arial"/>
                <a:cs typeface="Arial"/>
              </a:defRPr>
            </a:lvl4pPr>
            <a:lvl5pPr>
              <a:defRPr sz="1800">
                <a:solidFill>
                  <a:srgbClr val="172B3A"/>
                </a:solidFill>
                <a:latin typeface="Arial"/>
                <a:ea typeface="Arial"/>
                <a:cs typeface="Arial"/>
              </a:defRPr>
            </a:lvl5pPr>
            <a:lvl6pPr>
              <a:defRPr sz="1800">
                <a:solidFill>
                  <a:srgbClr val="172B3A"/>
                </a:solidFill>
                <a:latin typeface="Arial"/>
                <a:ea typeface="Arial"/>
                <a:cs typeface="Arial"/>
              </a:defRPr>
            </a:lvl6pPr>
            <a:lvl7pPr>
              <a:defRPr sz="1800">
                <a:solidFill>
                  <a:srgbClr val="172B3A"/>
                </a:solidFill>
                <a:latin typeface="Arial"/>
                <a:ea typeface="Arial"/>
                <a:cs typeface="Arial"/>
              </a:defRPr>
            </a:lvl7pPr>
            <a:lvl8pPr>
              <a:defRPr sz="1800">
                <a:solidFill>
                  <a:srgbClr val="172B3A"/>
                </a:solidFill>
                <a:latin typeface="Arial"/>
                <a:ea typeface="Arial"/>
                <a:cs typeface="Arial"/>
              </a:defRPr>
            </a:lvl8pPr>
            <a:lvl9pPr>
              <a:defRPr sz="1800">
                <a:solidFill>
                  <a:srgbClr val="172B3A"/>
                </a:solidFill>
                <a:latin typeface="Arial"/>
                <a:ea typeface="Arial"/>
                <a:cs typeface="Arial"/>
              </a:defRPr>
            </a:lvl9pPr>
          </a:lstStyle>
          <a:p xmlns:a="http://schemas.openxmlformats.org/drawingml/2006/main">
            <a:pPr>
              <a:defRPr sz="1800">
                <a:solidFill>
                  <a:srgbClr val="172B3A"/>
                </a:solidFill>
                <a:latin typeface="Arial"/>
                <a:ea typeface="Arial"/>
                <a:cs typeface="Arial"/>
              </a:defRPr>
            </a:pPr>
            <a:r>
              <a:rPr sz="1800">
                <a:solidFill>
                  <a:srgbClr val="172B3A"/>
                </a:solidFill>
                <a:latin typeface="Arial"/>
                <a:ea typeface="Arial"/>
                <a:cs typeface="Arial"/>
              </a:rPr>
              <a:t>Finite window. Same budget. Future work: more tasks, splits and longer checks.</a:t>
            </a:r>
          </a:p>
        </p:txBody>
      </p:sp>
    </p:spTree>
    <p:extLst>
      <p:ext uri="{BB962C8B-B14F-4D97-AF65-F5344CB8AC3E}">
        <p14:creationId xmlns:p14="http://schemas.microsoft.com/office/powerpoint/2010/main" val="17442594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37EA1F3-3347-4963-AEAC-D5167D2A1FCD}"/>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One long run was more reliable at 8k</a:t>
            </a:r>
          </a:p>
        </p:txBody>
      </p:sp>
      <p:sp>
        <p:nvSpPr>
          <p:cNvPr id="2" name="">
            <a:extLst xmlns:a="http://schemas.openxmlformats.org/drawingml/2006/main">
              <a:ext uri="{FF2B5EF4-FFF2-40B4-BE49-F238E27FC236}">
                <a16:creationId xmlns:a16="http://schemas.microsoft.com/office/drawing/2014/main" id="{5243EA92-8F7E-4AF2-82EF-7E1C9FCE3D75}"/>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10</a:t>
            </a:r>
          </a:p>
        </p:txBody>
      </p:sp>
      <p:sp>
        <p:nvSpPr>
          <p:cNvPr id="3" name="">
            <a:extLst xmlns:a="http://schemas.openxmlformats.org/drawingml/2006/main">
              <a:ext uri="{FF2B5EF4-FFF2-40B4-BE49-F238E27FC236}">
                <a16:creationId xmlns:a16="http://schemas.microsoft.com/office/drawing/2014/main" id="{31A5988F-6995-4CA6-95D7-72FC5A490EFD}"/>
              </a:ext>
            </a:extLst>
          </p:cNvPr>
          <p:cNvSpPr>
            <a:spLocks xmlns:a="http://schemas.openxmlformats.org/drawingml/2006/main" noGrp="1"/>
          </p:cNvSpPr>
          <p:nvPr/>
        </p:nvSpPr>
        <p:spPr>
          <a:xfrm xmlns:a="http://schemas.openxmlformats.org/drawingml/2006/main">
            <a:off x="666750" y="15525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a:solidFill>
                  <a:srgbClr val="175F96"/>
                </a:solidFill>
                <a:latin typeface="Arial"/>
                <a:ea typeface="Arial"/>
                <a:cs typeface="Arial"/>
              </a:defRPr>
            </a:defPPr>
            <a:lvl1pPr>
              <a:defRPr sz="2325">
                <a:solidFill>
                  <a:srgbClr val="175F96"/>
                </a:solidFill>
                <a:latin typeface="Arial"/>
                <a:ea typeface="Arial"/>
                <a:cs typeface="Arial"/>
              </a:defRPr>
            </a:lvl1pPr>
            <a:lvl2pPr>
              <a:defRPr sz="2325">
                <a:solidFill>
                  <a:srgbClr val="175F96"/>
                </a:solidFill>
                <a:latin typeface="Arial"/>
                <a:ea typeface="Arial"/>
                <a:cs typeface="Arial"/>
              </a:defRPr>
            </a:lvl2pPr>
            <a:lvl3pPr>
              <a:defRPr sz="2325">
                <a:solidFill>
                  <a:srgbClr val="175F96"/>
                </a:solidFill>
                <a:latin typeface="Arial"/>
                <a:ea typeface="Arial"/>
                <a:cs typeface="Arial"/>
              </a:defRPr>
            </a:lvl3pPr>
            <a:lvl4pPr>
              <a:defRPr sz="2325">
                <a:solidFill>
                  <a:srgbClr val="175F96"/>
                </a:solidFill>
                <a:latin typeface="Arial"/>
                <a:ea typeface="Arial"/>
                <a:cs typeface="Arial"/>
              </a:defRPr>
            </a:lvl4pPr>
            <a:lvl5pPr>
              <a:defRPr sz="2325">
                <a:solidFill>
                  <a:srgbClr val="175F96"/>
                </a:solidFill>
                <a:latin typeface="Arial"/>
                <a:ea typeface="Arial"/>
                <a:cs typeface="Arial"/>
              </a:defRPr>
            </a:lvl5pPr>
            <a:lvl6pPr>
              <a:defRPr sz="2325">
                <a:solidFill>
                  <a:srgbClr val="175F96"/>
                </a:solidFill>
                <a:latin typeface="Arial"/>
                <a:ea typeface="Arial"/>
                <a:cs typeface="Arial"/>
              </a:defRPr>
            </a:lvl6pPr>
            <a:lvl7pPr>
              <a:defRPr sz="2325">
                <a:solidFill>
                  <a:srgbClr val="175F96"/>
                </a:solidFill>
                <a:latin typeface="Arial"/>
                <a:ea typeface="Arial"/>
                <a:cs typeface="Arial"/>
              </a:defRPr>
            </a:lvl7pPr>
            <a:lvl8pPr>
              <a:defRPr sz="2325">
                <a:solidFill>
                  <a:srgbClr val="175F96"/>
                </a:solidFill>
                <a:latin typeface="Arial"/>
                <a:ea typeface="Arial"/>
                <a:cs typeface="Arial"/>
              </a:defRPr>
            </a:lvl8pPr>
            <a:lvl9pPr>
              <a:defRPr sz="2325">
                <a:solidFill>
                  <a:srgbClr val="175F96"/>
                </a:solidFill>
                <a:latin typeface="Arial"/>
                <a:ea typeface="Arial"/>
                <a:cs typeface="Arial"/>
              </a:defRPr>
            </a:lvl9pPr>
          </a:lstStyle>
          <a:p xmlns:a="http://schemas.openxmlformats.org/drawingml/2006/main">
            <a:pPr>
              <a:defRPr sz="2325">
                <a:solidFill>
                  <a:srgbClr val="175F96"/>
                </a:solidFill>
                <a:latin typeface="Arial"/>
                <a:ea typeface="Arial"/>
                <a:cs typeface="Arial"/>
              </a:defRPr>
            </a:pPr>
            <a:r>
              <a:rPr sz="2325">
                <a:solidFill>
                  <a:srgbClr val="175F96"/>
                </a:solidFill>
                <a:latin typeface="Arial"/>
                <a:ea typeface="Arial"/>
                <a:cs typeface="Arial"/>
              </a:rPr>
              <a:t>Chance difference (percentage points): 4 runs minus 1</a:t>
            </a:r>
          </a:p>
        </p:txBody>
      </p:sp>
      <p:sp>
        <p:nvSpPr>
          <p:cNvPr id="4" name="">
            <a:extLst xmlns:a="http://schemas.openxmlformats.org/drawingml/2006/main">
              <a:ext uri="{FF2B5EF4-FFF2-40B4-BE49-F238E27FC236}">
                <a16:creationId xmlns:a16="http://schemas.microsoft.com/office/drawing/2014/main" id="{AF26065B-2704-4EE0-8676-F781CEB473C8}"/>
              </a:ext>
            </a:extLst>
          </p:cNvPr>
          <p:cNvSpPr>
            <a:spLocks xmlns:a="http://schemas.openxmlformats.org/drawingml/2006/main" noGrp="1"/>
          </p:cNvSpPr>
          <p:nvPr/>
        </p:nvSpPr>
        <p:spPr>
          <a:xfrm xmlns:a="http://schemas.openxmlformats.org/drawingml/2006/main">
            <a:off x="9683750" y="2238375"/>
            <a:ext cx="953" cy="2762250"/>
          </a:xfrm>
          <a:custGeom xmlns:a="http://schemas.openxmlformats.org/drawingml/2006/main">
            <a:pathLst>
              <a:path w="953" h="2762250">
                <a:moveTo>
                  <a:pt x="0" y="0"/>
                </a:moveTo>
                <a:lnTo>
                  <a:pt x="0" y="2762250"/>
                </a:lnTo>
              </a:path>
            </a:pathLst>
          </a:custGeom>
          <a:noFill xmlns:a="http://schemas.openxmlformats.org/drawingml/2006/main"/>
          <a:ln xmlns:a="http://schemas.openxmlformats.org/drawingml/2006/main" w="14288">
            <a:solidFill>
              <a:srgbClr val="B4BDC5"/>
            </a:solidFill>
          </a:ln>
        </p:spPr>
      </p:sp>
      <p:sp>
        <p:nvSpPr>
          <p:cNvPr id="5" name="">
            <a:extLst xmlns:a="http://schemas.openxmlformats.org/drawingml/2006/main">
              <a:ext uri="{FF2B5EF4-FFF2-40B4-BE49-F238E27FC236}">
                <a16:creationId xmlns:a16="http://schemas.microsoft.com/office/drawing/2014/main" id="{36D6478C-C9A4-499F-B7C0-814316BFA4F6}"/>
              </a:ext>
            </a:extLst>
          </p:cNvPr>
          <p:cNvSpPr>
            <a:spLocks xmlns:a="http://schemas.openxmlformats.org/drawingml/2006/main" noGrp="1"/>
          </p:cNvSpPr>
          <p:nvPr/>
        </p:nvSpPr>
        <p:spPr>
          <a:xfrm xmlns:a="http://schemas.openxmlformats.org/drawingml/2006/main">
            <a:off x="762000" y="2524125"/>
            <a:ext cx="228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Split 1</a:t>
            </a:r>
          </a:p>
        </p:txBody>
      </p:sp>
      <p:sp>
        <p:nvSpPr>
          <p:cNvPr id="6" name="">
            <a:extLst xmlns:a="http://schemas.openxmlformats.org/drawingml/2006/main">
              <a:ext uri="{FF2B5EF4-FFF2-40B4-BE49-F238E27FC236}">
                <a16:creationId xmlns:a16="http://schemas.microsoft.com/office/drawing/2014/main" id="{C24EC6DF-42CF-4708-9A50-3EF3331C6E0F}"/>
              </a:ext>
            </a:extLst>
          </p:cNvPr>
          <p:cNvSpPr>
            <a:spLocks xmlns:a="http://schemas.openxmlformats.org/drawingml/2006/main" noGrp="1"/>
          </p:cNvSpPr>
          <p:nvPr/>
        </p:nvSpPr>
        <p:spPr>
          <a:xfrm xmlns:a="http://schemas.openxmlformats.org/drawingml/2006/main">
            <a:off x="4684137" y="2714625"/>
            <a:ext cx="4129728" cy="953"/>
          </a:xfrm>
          <a:custGeom xmlns:a="http://schemas.openxmlformats.org/drawingml/2006/main">
            <a:pathLst>
              <a:path w="4129728" h="953">
                <a:moveTo>
                  <a:pt x="0" y="0"/>
                </a:moveTo>
                <a:lnTo>
                  <a:pt x="4129728" y="0"/>
                </a:lnTo>
              </a:path>
            </a:pathLst>
          </a:custGeom>
          <a:noFill xmlns:a="http://schemas.openxmlformats.org/drawingml/2006/main"/>
          <a:ln xmlns:a="http://schemas.openxmlformats.org/drawingml/2006/main" w="38100">
            <a:solidFill>
              <a:srgbClr val="175F96"/>
            </a:solidFill>
          </a:ln>
        </p:spPr>
      </p:sp>
      <p:sp>
        <p:nvSpPr>
          <p:cNvPr id="7" name="">
            <a:extLst xmlns:a="http://schemas.openxmlformats.org/drawingml/2006/main">
              <a:ext uri="{FF2B5EF4-FFF2-40B4-BE49-F238E27FC236}">
                <a16:creationId xmlns:a16="http://schemas.microsoft.com/office/drawing/2014/main" id="{7DD0C05E-9A68-4720-BE8E-180C365F7AE0}"/>
              </a:ext>
            </a:extLst>
          </p:cNvPr>
          <p:cNvSpPr>
            <a:spLocks xmlns:a="http://schemas.openxmlformats.org/drawingml/2006/main" noGrp="1"/>
          </p:cNvSpPr>
          <p:nvPr/>
        </p:nvSpPr>
        <p:spPr>
          <a:xfrm xmlns:a="http://schemas.openxmlformats.org/drawingml/2006/main">
            <a:off x="6230408" y="2647950"/>
            <a:ext cx="133350" cy="1333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192E327-424D-4F06-95F8-4EE4156CA6B5}"/>
              </a:ext>
            </a:extLst>
          </p:cNvPr>
          <p:cNvSpPr>
            <a:spLocks xmlns:a="http://schemas.openxmlformats.org/drawingml/2006/main" noGrp="1"/>
          </p:cNvSpPr>
          <p:nvPr/>
        </p:nvSpPr>
        <p:spPr>
          <a:xfrm xmlns:a="http://schemas.openxmlformats.org/drawingml/2006/main">
            <a:off x="5677958" y="2247900"/>
            <a:ext cx="142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75F96"/>
                </a:solidFill>
                <a:latin typeface="Arial"/>
                <a:ea typeface="Arial"/>
                <a:cs typeface="Arial"/>
              </a:defRPr>
            </a:defPPr>
            <a:lvl1pPr>
              <a:defRPr sz="2025" b="1">
                <a:solidFill>
                  <a:srgbClr val="175F96"/>
                </a:solidFill>
                <a:latin typeface="Arial"/>
                <a:ea typeface="Arial"/>
                <a:cs typeface="Arial"/>
              </a:defRPr>
            </a:lvl1pPr>
            <a:lvl2pPr>
              <a:defRPr sz="2025" b="1">
                <a:solidFill>
                  <a:srgbClr val="175F96"/>
                </a:solidFill>
                <a:latin typeface="Arial"/>
                <a:ea typeface="Arial"/>
                <a:cs typeface="Arial"/>
              </a:defRPr>
            </a:lvl2pPr>
            <a:lvl3pPr>
              <a:defRPr sz="2025" b="1">
                <a:solidFill>
                  <a:srgbClr val="175F96"/>
                </a:solidFill>
                <a:latin typeface="Arial"/>
                <a:ea typeface="Arial"/>
                <a:cs typeface="Arial"/>
              </a:defRPr>
            </a:lvl3pPr>
            <a:lvl4pPr>
              <a:defRPr sz="2025" b="1">
                <a:solidFill>
                  <a:srgbClr val="175F96"/>
                </a:solidFill>
                <a:latin typeface="Arial"/>
                <a:ea typeface="Arial"/>
                <a:cs typeface="Arial"/>
              </a:defRPr>
            </a:lvl4pPr>
            <a:lvl5pPr>
              <a:defRPr sz="2025" b="1">
                <a:solidFill>
                  <a:srgbClr val="175F96"/>
                </a:solidFill>
                <a:latin typeface="Arial"/>
                <a:ea typeface="Arial"/>
                <a:cs typeface="Arial"/>
              </a:defRPr>
            </a:lvl5pPr>
            <a:lvl6pPr>
              <a:defRPr sz="2025" b="1">
                <a:solidFill>
                  <a:srgbClr val="175F96"/>
                </a:solidFill>
                <a:latin typeface="Arial"/>
                <a:ea typeface="Arial"/>
                <a:cs typeface="Arial"/>
              </a:defRPr>
            </a:lvl6pPr>
            <a:lvl7pPr>
              <a:defRPr sz="2025" b="1">
                <a:solidFill>
                  <a:srgbClr val="175F96"/>
                </a:solidFill>
                <a:latin typeface="Arial"/>
                <a:ea typeface="Arial"/>
                <a:cs typeface="Arial"/>
              </a:defRPr>
            </a:lvl7pPr>
            <a:lvl8pPr>
              <a:defRPr sz="2025" b="1">
                <a:solidFill>
                  <a:srgbClr val="175F96"/>
                </a:solidFill>
                <a:latin typeface="Arial"/>
                <a:ea typeface="Arial"/>
                <a:cs typeface="Arial"/>
              </a:defRPr>
            </a:lvl8pPr>
            <a:lvl9pPr>
              <a:defRPr sz="2025" b="1">
                <a:solidFill>
                  <a:srgbClr val="175F96"/>
                </a:solidFill>
                <a:latin typeface="Arial"/>
                <a:ea typeface="Arial"/>
                <a:cs typeface="Arial"/>
              </a:defRPr>
            </a:lvl9pPr>
          </a:lstStyle>
          <a:p xmlns:a="http://schemas.openxmlformats.org/drawingml/2006/main">
            <a:pPr>
              <a:defRPr sz="2025" b="1">
                <a:solidFill>
                  <a:srgbClr val="175F96"/>
                </a:solidFill>
                <a:latin typeface="Arial"/>
                <a:ea typeface="Arial"/>
                <a:cs typeface="Arial"/>
              </a:defRPr>
            </a:pPr>
            <a:r>
              <a:rPr sz="2025" b="1">
                <a:solidFill>
                  <a:srgbClr val="175F96"/>
                </a:solidFill>
                <a:latin typeface="Arial"/>
                <a:ea typeface="Arial"/>
                <a:cs typeface="Arial"/>
              </a:rPr>
              <a:t>-53.3 pp</a:t>
            </a:r>
          </a:p>
        </p:txBody>
      </p:sp>
      <p:sp>
        <p:nvSpPr>
          <p:cNvPr id="9" name="">
            <a:extLst xmlns:a="http://schemas.openxmlformats.org/drawingml/2006/main">
              <a:ext uri="{FF2B5EF4-FFF2-40B4-BE49-F238E27FC236}">
                <a16:creationId xmlns:a16="http://schemas.microsoft.com/office/drawing/2014/main" id="{B97B3C42-9260-40DC-8D01-6C5F5197F032}"/>
              </a:ext>
            </a:extLst>
          </p:cNvPr>
          <p:cNvSpPr>
            <a:spLocks xmlns:a="http://schemas.openxmlformats.org/drawingml/2006/main" noGrp="1"/>
          </p:cNvSpPr>
          <p:nvPr/>
        </p:nvSpPr>
        <p:spPr>
          <a:xfrm xmlns:a="http://schemas.openxmlformats.org/drawingml/2006/main">
            <a:off x="762000" y="3476625"/>
            <a:ext cx="228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Split 2</a:t>
            </a:r>
          </a:p>
        </p:txBody>
      </p:sp>
      <p:sp>
        <p:nvSpPr>
          <p:cNvPr id="10" name="">
            <a:extLst xmlns:a="http://schemas.openxmlformats.org/drawingml/2006/main">
              <a:ext uri="{FF2B5EF4-FFF2-40B4-BE49-F238E27FC236}">
                <a16:creationId xmlns:a16="http://schemas.microsoft.com/office/drawing/2014/main" id="{240F9816-97FE-43F6-9F57-02F0E0367ED8}"/>
              </a:ext>
            </a:extLst>
          </p:cNvPr>
          <p:cNvSpPr>
            <a:spLocks xmlns:a="http://schemas.openxmlformats.org/drawingml/2006/main" noGrp="1"/>
          </p:cNvSpPr>
          <p:nvPr/>
        </p:nvSpPr>
        <p:spPr>
          <a:xfrm xmlns:a="http://schemas.openxmlformats.org/drawingml/2006/main">
            <a:off x="4204944" y="3667125"/>
            <a:ext cx="3981675" cy="953"/>
          </a:xfrm>
          <a:custGeom xmlns:a="http://schemas.openxmlformats.org/drawingml/2006/main">
            <a:pathLst>
              <a:path w="3981675" h="953">
                <a:moveTo>
                  <a:pt x="0" y="0"/>
                </a:moveTo>
                <a:lnTo>
                  <a:pt x="3981675" y="0"/>
                </a:lnTo>
              </a:path>
            </a:pathLst>
          </a:custGeom>
          <a:noFill xmlns:a="http://schemas.openxmlformats.org/drawingml/2006/main"/>
          <a:ln xmlns:a="http://schemas.openxmlformats.org/drawingml/2006/main" w="38100">
            <a:solidFill>
              <a:srgbClr val="175F96"/>
            </a:solidFill>
          </a:ln>
        </p:spPr>
      </p:sp>
      <p:sp>
        <p:nvSpPr>
          <p:cNvPr id="11" name="">
            <a:extLst xmlns:a="http://schemas.openxmlformats.org/drawingml/2006/main">
              <a:ext uri="{FF2B5EF4-FFF2-40B4-BE49-F238E27FC236}">
                <a16:creationId xmlns:a16="http://schemas.microsoft.com/office/drawing/2014/main" id="{8561E897-D60E-4C37-A334-70B6B510C9EF}"/>
              </a:ext>
            </a:extLst>
          </p:cNvPr>
          <p:cNvSpPr>
            <a:spLocks xmlns:a="http://schemas.openxmlformats.org/drawingml/2006/main" noGrp="1"/>
          </p:cNvSpPr>
          <p:nvPr/>
        </p:nvSpPr>
        <p:spPr>
          <a:xfrm xmlns:a="http://schemas.openxmlformats.org/drawingml/2006/main">
            <a:off x="5595408" y="3600450"/>
            <a:ext cx="133350" cy="1333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6267053-C030-4F53-AC2B-57F3F4F192AB}"/>
              </a:ext>
            </a:extLst>
          </p:cNvPr>
          <p:cNvSpPr>
            <a:spLocks xmlns:a="http://schemas.openxmlformats.org/drawingml/2006/main" noGrp="1"/>
          </p:cNvSpPr>
          <p:nvPr/>
        </p:nvSpPr>
        <p:spPr>
          <a:xfrm xmlns:a="http://schemas.openxmlformats.org/drawingml/2006/main">
            <a:off x="5042958" y="3200400"/>
            <a:ext cx="142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75F96"/>
                </a:solidFill>
                <a:latin typeface="Arial"/>
                <a:ea typeface="Arial"/>
                <a:cs typeface="Arial"/>
              </a:defRPr>
            </a:defPPr>
            <a:lvl1pPr>
              <a:defRPr sz="2025" b="1">
                <a:solidFill>
                  <a:srgbClr val="175F96"/>
                </a:solidFill>
                <a:latin typeface="Arial"/>
                <a:ea typeface="Arial"/>
                <a:cs typeface="Arial"/>
              </a:defRPr>
            </a:lvl1pPr>
            <a:lvl2pPr>
              <a:defRPr sz="2025" b="1">
                <a:solidFill>
                  <a:srgbClr val="175F96"/>
                </a:solidFill>
                <a:latin typeface="Arial"/>
                <a:ea typeface="Arial"/>
                <a:cs typeface="Arial"/>
              </a:defRPr>
            </a:lvl2pPr>
            <a:lvl3pPr>
              <a:defRPr sz="2025" b="1">
                <a:solidFill>
                  <a:srgbClr val="175F96"/>
                </a:solidFill>
                <a:latin typeface="Arial"/>
                <a:ea typeface="Arial"/>
                <a:cs typeface="Arial"/>
              </a:defRPr>
            </a:lvl3pPr>
            <a:lvl4pPr>
              <a:defRPr sz="2025" b="1">
                <a:solidFill>
                  <a:srgbClr val="175F96"/>
                </a:solidFill>
                <a:latin typeface="Arial"/>
                <a:ea typeface="Arial"/>
                <a:cs typeface="Arial"/>
              </a:defRPr>
            </a:lvl4pPr>
            <a:lvl5pPr>
              <a:defRPr sz="2025" b="1">
                <a:solidFill>
                  <a:srgbClr val="175F96"/>
                </a:solidFill>
                <a:latin typeface="Arial"/>
                <a:ea typeface="Arial"/>
                <a:cs typeface="Arial"/>
              </a:defRPr>
            </a:lvl5pPr>
            <a:lvl6pPr>
              <a:defRPr sz="2025" b="1">
                <a:solidFill>
                  <a:srgbClr val="175F96"/>
                </a:solidFill>
                <a:latin typeface="Arial"/>
                <a:ea typeface="Arial"/>
                <a:cs typeface="Arial"/>
              </a:defRPr>
            </a:lvl6pPr>
            <a:lvl7pPr>
              <a:defRPr sz="2025" b="1">
                <a:solidFill>
                  <a:srgbClr val="175F96"/>
                </a:solidFill>
                <a:latin typeface="Arial"/>
                <a:ea typeface="Arial"/>
                <a:cs typeface="Arial"/>
              </a:defRPr>
            </a:lvl7pPr>
            <a:lvl8pPr>
              <a:defRPr sz="2025" b="1">
                <a:solidFill>
                  <a:srgbClr val="175F96"/>
                </a:solidFill>
                <a:latin typeface="Arial"/>
                <a:ea typeface="Arial"/>
                <a:cs typeface="Arial"/>
              </a:defRPr>
            </a:lvl8pPr>
            <a:lvl9pPr>
              <a:defRPr sz="2025" b="1">
                <a:solidFill>
                  <a:srgbClr val="175F96"/>
                </a:solidFill>
                <a:latin typeface="Arial"/>
                <a:ea typeface="Arial"/>
                <a:cs typeface="Arial"/>
              </a:defRPr>
            </a:lvl9pPr>
          </a:lstStyle>
          <a:p xmlns:a="http://schemas.openxmlformats.org/drawingml/2006/main">
            <a:pPr>
              <a:defRPr sz="2025" b="1">
                <a:solidFill>
                  <a:srgbClr val="175F96"/>
                </a:solidFill>
                <a:latin typeface="Arial"/>
                <a:ea typeface="Arial"/>
                <a:cs typeface="Arial"/>
              </a:defRPr>
            </a:pPr>
            <a:r>
              <a:rPr sz="2025" b="1">
                <a:solidFill>
                  <a:srgbClr val="175F96"/>
                </a:solidFill>
                <a:latin typeface="Arial"/>
                <a:ea typeface="Arial"/>
                <a:cs typeface="Arial"/>
              </a:rPr>
              <a:t>-63.3 pp</a:t>
            </a:r>
          </a:p>
        </p:txBody>
      </p:sp>
      <p:sp>
        <p:nvSpPr>
          <p:cNvPr id="13" name="">
            <a:extLst xmlns:a="http://schemas.openxmlformats.org/drawingml/2006/main">
              <a:ext uri="{FF2B5EF4-FFF2-40B4-BE49-F238E27FC236}">
                <a16:creationId xmlns:a16="http://schemas.microsoft.com/office/drawing/2014/main" id="{093A38E6-7A55-4F5A-8DD6-D3A74188B139}"/>
              </a:ext>
            </a:extLst>
          </p:cNvPr>
          <p:cNvSpPr>
            <a:spLocks xmlns:a="http://schemas.openxmlformats.org/drawingml/2006/main" noGrp="1"/>
          </p:cNvSpPr>
          <p:nvPr/>
        </p:nvSpPr>
        <p:spPr>
          <a:xfrm xmlns:a="http://schemas.openxmlformats.org/drawingml/2006/main">
            <a:off x="762000" y="4429125"/>
            <a:ext cx="228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Split 3</a:t>
            </a:r>
          </a:p>
        </p:txBody>
      </p:sp>
      <p:sp>
        <p:nvSpPr>
          <p:cNvPr id="14" name="">
            <a:extLst xmlns:a="http://schemas.openxmlformats.org/drawingml/2006/main">
              <a:ext uri="{FF2B5EF4-FFF2-40B4-BE49-F238E27FC236}">
                <a16:creationId xmlns:a16="http://schemas.microsoft.com/office/drawing/2014/main" id="{B1767EE9-F8F9-4FF0-A049-97B302A9B82E}"/>
              </a:ext>
            </a:extLst>
          </p:cNvPr>
          <p:cNvSpPr>
            <a:spLocks xmlns:a="http://schemas.openxmlformats.org/drawingml/2006/main" noGrp="1"/>
          </p:cNvSpPr>
          <p:nvPr/>
        </p:nvSpPr>
        <p:spPr>
          <a:xfrm xmlns:a="http://schemas.openxmlformats.org/drawingml/2006/main">
            <a:off x="4518338" y="4619625"/>
            <a:ext cx="4092223" cy="953"/>
          </a:xfrm>
          <a:custGeom xmlns:a="http://schemas.openxmlformats.org/drawingml/2006/main">
            <a:pathLst>
              <a:path w="4092223" h="953">
                <a:moveTo>
                  <a:pt x="0" y="0"/>
                </a:moveTo>
                <a:lnTo>
                  <a:pt x="4092223" y="0"/>
                </a:lnTo>
              </a:path>
            </a:pathLst>
          </a:custGeom>
          <a:noFill xmlns:a="http://schemas.openxmlformats.org/drawingml/2006/main"/>
          <a:ln xmlns:a="http://schemas.openxmlformats.org/drawingml/2006/main" w="38100">
            <a:solidFill>
              <a:srgbClr val="175F96"/>
            </a:solidFill>
          </a:ln>
        </p:spPr>
      </p:sp>
      <p:sp>
        <p:nvSpPr>
          <p:cNvPr id="15" name="">
            <a:extLst xmlns:a="http://schemas.openxmlformats.org/drawingml/2006/main">
              <a:ext uri="{FF2B5EF4-FFF2-40B4-BE49-F238E27FC236}">
                <a16:creationId xmlns:a16="http://schemas.microsoft.com/office/drawing/2014/main" id="{F724B7EF-AE3C-43EC-B2B4-77A70D55908F}"/>
              </a:ext>
            </a:extLst>
          </p:cNvPr>
          <p:cNvSpPr>
            <a:spLocks xmlns:a="http://schemas.openxmlformats.org/drawingml/2006/main" noGrp="1"/>
          </p:cNvSpPr>
          <p:nvPr/>
        </p:nvSpPr>
        <p:spPr>
          <a:xfrm xmlns:a="http://schemas.openxmlformats.org/drawingml/2006/main">
            <a:off x="6018742" y="4552950"/>
            <a:ext cx="133350" cy="1333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110429A-E74B-4A1B-AE48-39125FAC92CC}"/>
              </a:ext>
            </a:extLst>
          </p:cNvPr>
          <p:cNvSpPr>
            <a:spLocks xmlns:a="http://schemas.openxmlformats.org/drawingml/2006/main" noGrp="1"/>
          </p:cNvSpPr>
          <p:nvPr/>
        </p:nvSpPr>
        <p:spPr>
          <a:xfrm xmlns:a="http://schemas.openxmlformats.org/drawingml/2006/main">
            <a:off x="5466292" y="4152900"/>
            <a:ext cx="142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75F96"/>
                </a:solidFill>
                <a:latin typeface="Arial"/>
                <a:ea typeface="Arial"/>
                <a:cs typeface="Arial"/>
              </a:defRPr>
            </a:defPPr>
            <a:lvl1pPr>
              <a:defRPr sz="2025" b="1">
                <a:solidFill>
                  <a:srgbClr val="175F96"/>
                </a:solidFill>
                <a:latin typeface="Arial"/>
                <a:ea typeface="Arial"/>
                <a:cs typeface="Arial"/>
              </a:defRPr>
            </a:lvl1pPr>
            <a:lvl2pPr>
              <a:defRPr sz="2025" b="1">
                <a:solidFill>
                  <a:srgbClr val="175F96"/>
                </a:solidFill>
                <a:latin typeface="Arial"/>
                <a:ea typeface="Arial"/>
                <a:cs typeface="Arial"/>
              </a:defRPr>
            </a:lvl2pPr>
            <a:lvl3pPr>
              <a:defRPr sz="2025" b="1">
                <a:solidFill>
                  <a:srgbClr val="175F96"/>
                </a:solidFill>
                <a:latin typeface="Arial"/>
                <a:ea typeface="Arial"/>
                <a:cs typeface="Arial"/>
              </a:defRPr>
            </a:lvl3pPr>
            <a:lvl4pPr>
              <a:defRPr sz="2025" b="1">
                <a:solidFill>
                  <a:srgbClr val="175F96"/>
                </a:solidFill>
                <a:latin typeface="Arial"/>
                <a:ea typeface="Arial"/>
                <a:cs typeface="Arial"/>
              </a:defRPr>
            </a:lvl4pPr>
            <a:lvl5pPr>
              <a:defRPr sz="2025" b="1">
                <a:solidFill>
                  <a:srgbClr val="175F96"/>
                </a:solidFill>
                <a:latin typeface="Arial"/>
                <a:ea typeface="Arial"/>
                <a:cs typeface="Arial"/>
              </a:defRPr>
            </a:lvl5pPr>
            <a:lvl6pPr>
              <a:defRPr sz="2025" b="1">
                <a:solidFill>
                  <a:srgbClr val="175F96"/>
                </a:solidFill>
                <a:latin typeface="Arial"/>
                <a:ea typeface="Arial"/>
                <a:cs typeface="Arial"/>
              </a:defRPr>
            </a:lvl6pPr>
            <a:lvl7pPr>
              <a:defRPr sz="2025" b="1">
                <a:solidFill>
                  <a:srgbClr val="175F96"/>
                </a:solidFill>
                <a:latin typeface="Arial"/>
                <a:ea typeface="Arial"/>
                <a:cs typeface="Arial"/>
              </a:defRPr>
            </a:lvl7pPr>
            <a:lvl8pPr>
              <a:defRPr sz="2025" b="1">
                <a:solidFill>
                  <a:srgbClr val="175F96"/>
                </a:solidFill>
                <a:latin typeface="Arial"/>
                <a:ea typeface="Arial"/>
                <a:cs typeface="Arial"/>
              </a:defRPr>
            </a:lvl8pPr>
            <a:lvl9pPr>
              <a:defRPr sz="2025" b="1">
                <a:solidFill>
                  <a:srgbClr val="175F96"/>
                </a:solidFill>
                <a:latin typeface="Arial"/>
                <a:ea typeface="Arial"/>
                <a:cs typeface="Arial"/>
              </a:defRPr>
            </a:lvl9pPr>
          </a:lstStyle>
          <a:p xmlns:a="http://schemas.openxmlformats.org/drawingml/2006/main">
            <a:pPr>
              <a:defRPr sz="2025" b="1">
                <a:solidFill>
                  <a:srgbClr val="175F96"/>
                </a:solidFill>
                <a:latin typeface="Arial"/>
                <a:ea typeface="Arial"/>
                <a:cs typeface="Arial"/>
              </a:defRPr>
            </a:pPr>
            <a:r>
              <a:rPr sz="2025" b="1">
                <a:solidFill>
                  <a:srgbClr val="175F96"/>
                </a:solidFill>
                <a:latin typeface="Arial"/>
                <a:ea typeface="Arial"/>
                <a:cs typeface="Arial"/>
              </a:rPr>
              <a:t>-56.7 pp</a:t>
            </a:r>
          </a:p>
        </p:txBody>
      </p:sp>
      <p:sp>
        <p:nvSpPr>
          <p:cNvPr id="17" name="">
            <a:extLst xmlns:a="http://schemas.openxmlformats.org/drawingml/2006/main">
              <a:ext uri="{FF2B5EF4-FFF2-40B4-BE49-F238E27FC236}">
                <a16:creationId xmlns:a16="http://schemas.microsoft.com/office/drawing/2014/main" id="{E79B139E-A598-4DEF-9C67-7FCFD1051BE1}"/>
              </a:ext>
            </a:extLst>
          </p:cNvPr>
          <p:cNvSpPr>
            <a:spLocks xmlns:a="http://schemas.openxmlformats.org/drawingml/2006/main" noGrp="1"/>
          </p:cNvSpPr>
          <p:nvPr/>
        </p:nvSpPr>
        <p:spPr>
          <a:xfrm xmlns:a="http://schemas.openxmlformats.org/drawingml/2006/main">
            <a:off x="3333750" y="5095875"/>
            <a:ext cx="7620000" cy="953"/>
          </a:xfrm>
          <a:custGeom xmlns:a="http://schemas.openxmlformats.org/drawingml/2006/main">
            <a:pathLst>
              <a:path w="7620000" h="953">
                <a:moveTo>
                  <a:pt x="0" y="0"/>
                </a:moveTo>
                <a:lnTo>
                  <a:pt x="7620000" y="0"/>
                </a:lnTo>
              </a:path>
            </a:pathLst>
          </a:custGeom>
          <a:noFill xmlns:a="http://schemas.openxmlformats.org/drawingml/2006/main"/>
          <a:ln xmlns:a="http://schemas.openxmlformats.org/drawingml/2006/main" w="14288">
            <a:solidFill>
              <a:srgbClr val="637E8E"/>
            </a:solidFill>
          </a:ln>
        </p:spPr>
      </p:sp>
      <p:sp>
        <p:nvSpPr>
          <p:cNvPr id="18" name="">
            <a:extLst xmlns:a="http://schemas.openxmlformats.org/drawingml/2006/main">
              <a:ext uri="{FF2B5EF4-FFF2-40B4-BE49-F238E27FC236}">
                <a16:creationId xmlns:a16="http://schemas.microsoft.com/office/drawing/2014/main" id="{8A68EB70-96AC-4EDA-9DE8-89050EF995FA}"/>
              </a:ext>
            </a:extLst>
          </p:cNvPr>
          <p:cNvSpPr>
            <a:spLocks xmlns:a="http://schemas.openxmlformats.org/drawingml/2006/main" noGrp="1"/>
          </p:cNvSpPr>
          <p:nvPr/>
        </p:nvSpPr>
        <p:spPr>
          <a:xfrm xmlns:a="http://schemas.openxmlformats.org/drawingml/2006/main">
            <a:off x="3333750" y="50958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9525">
            <a:solidFill>
              <a:srgbClr val="637E8E"/>
            </a:solidFill>
          </a:ln>
        </p:spPr>
      </p:sp>
      <p:sp>
        <p:nvSpPr>
          <p:cNvPr id="19" name="">
            <a:extLst xmlns:a="http://schemas.openxmlformats.org/drawingml/2006/main">
              <a:ext uri="{FF2B5EF4-FFF2-40B4-BE49-F238E27FC236}">
                <a16:creationId xmlns:a16="http://schemas.microsoft.com/office/drawing/2014/main" id="{6E69F453-CE0F-456F-BCEC-D84E2C1C8B2F}"/>
              </a:ext>
            </a:extLst>
          </p:cNvPr>
          <p:cNvSpPr>
            <a:spLocks xmlns:a="http://schemas.openxmlformats.org/drawingml/2006/main" noGrp="1"/>
          </p:cNvSpPr>
          <p:nvPr/>
        </p:nvSpPr>
        <p:spPr>
          <a:xfrm xmlns:a="http://schemas.openxmlformats.org/drawingml/2006/main">
            <a:off x="3028950" y="5248275"/>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725">
                <a:solidFill>
                  <a:srgbClr val="172B3A"/>
                </a:solidFill>
                <a:latin typeface="Arial"/>
                <a:ea typeface="Arial"/>
                <a:cs typeface="Arial"/>
              </a:defRPr>
            </a:defPPr>
            <a:lvl1pPr algn="ctr">
              <a:defRPr sz="1725">
                <a:solidFill>
                  <a:srgbClr val="172B3A"/>
                </a:solidFill>
                <a:latin typeface="Arial"/>
                <a:ea typeface="Arial"/>
                <a:cs typeface="Arial"/>
              </a:defRPr>
            </a:lvl1pPr>
            <a:lvl2pPr algn="ctr">
              <a:defRPr sz="1725">
                <a:solidFill>
                  <a:srgbClr val="172B3A"/>
                </a:solidFill>
                <a:latin typeface="Arial"/>
                <a:ea typeface="Arial"/>
                <a:cs typeface="Arial"/>
              </a:defRPr>
            </a:lvl2pPr>
            <a:lvl3pPr algn="ctr">
              <a:defRPr sz="1725">
                <a:solidFill>
                  <a:srgbClr val="172B3A"/>
                </a:solidFill>
                <a:latin typeface="Arial"/>
                <a:ea typeface="Arial"/>
                <a:cs typeface="Arial"/>
              </a:defRPr>
            </a:lvl3pPr>
            <a:lvl4pPr algn="ctr">
              <a:defRPr sz="1725">
                <a:solidFill>
                  <a:srgbClr val="172B3A"/>
                </a:solidFill>
                <a:latin typeface="Arial"/>
                <a:ea typeface="Arial"/>
                <a:cs typeface="Arial"/>
              </a:defRPr>
            </a:lvl4pPr>
            <a:lvl5pPr algn="ctr">
              <a:defRPr sz="1725">
                <a:solidFill>
                  <a:srgbClr val="172B3A"/>
                </a:solidFill>
                <a:latin typeface="Arial"/>
                <a:ea typeface="Arial"/>
                <a:cs typeface="Arial"/>
              </a:defRPr>
            </a:lvl5pPr>
            <a:lvl6pPr algn="ctr">
              <a:defRPr sz="1725">
                <a:solidFill>
                  <a:srgbClr val="172B3A"/>
                </a:solidFill>
                <a:latin typeface="Arial"/>
                <a:ea typeface="Arial"/>
                <a:cs typeface="Arial"/>
              </a:defRPr>
            </a:lvl6pPr>
            <a:lvl7pPr algn="ctr">
              <a:defRPr sz="1725">
                <a:solidFill>
                  <a:srgbClr val="172B3A"/>
                </a:solidFill>
                <a:latin typeface="Arial"/>
                <a:ea typeface="Arial"/>
                <a:cs typeface="Arial"/>
              </a:defRPr>
            </a:lvl7pPr>
            <a:lvl8pPr algn="ctr">
              <a:defRPr sz="1725">
                <a:solidFill>
                  <a:srgbClr val="172B3A"/>
                </a:solidFill>
                <a:latin typeface="Arial"/>
                <a:ea typeface="Arial"/>
                <a:cs typeface="Arial"/>
              </a:defRPr>
            </a:lvl8pPr>
            <a:lvl9pPr algn="ctr">
              <a:defRPr sz="1725">
                <a:solidFill>
                  <a:srgbClr val="172B3A"/>
                </a:solidFill>
                <a:latin typeface="Arial"/>
                <a:ea typeface="Arial"/>
                <a:cs typeface="Arial"/>
              </a:defRPr>
            </a:lvl9pPr>
          </a:lstStyle>
          <a:p xmlns:a="http://schemas.openxmlformats.org/drawingml/2006/main">
            <a:pPr algn="ctr">
              <a:defRPr sz="1725">
                <a:solidFill>
                  <a:srgbClr val="172B3A"/>
                </a:solidFill>
                <a:latin typeface="Arial"/>
                <a:ea typeface="Arial"/>
                <a:cs typeface="Arial"/>
              </a:defRPr>
            </a:pPr>
            <a:r>
              <a:rPr sz="1725">
                <a:solidFill>
                  <a:srgbClr val="172B3A"/>
                </a:solidFill>
                <a:latin typeface="Arial"/>
                <a:ea typeface="Arial"/>
                <a:cs typeface="Arial"/>
              </a:rPr>
              <a:t>-100</a:t>
            </a:r>
          </a:p>
        </p:txBody>
      </p:sp>
      <p:sp>
        <p:nvSpPr>
          <p:cNvPr id="20" name="">
            <a:extLst xmlns:a="http://schemas.openxmlformats.org/drawingml/2006/main">
              <a:ext uri="{FF2B5EF4-FFF2-40B4-BE49-F238E27FC236}">
                <a16:creationId xmlns:a16="http://schemas.microsoft.com/office/drawing/2014/main" id="{C138A467-EE50-47D2-9A1A-EE5B5FCFC63C}"/>
              </a:ext>
            </a:extLst>
          </p:cNvPr>
          <p:cNvSpPr>
            <a:spLocks xmlns:a="http://schemas.openxmlformats.org/drawingml/2006/main" noGrp="1"/>
          </p:cNvSpPr>
          <p:nvPr/>
        </p:nvSpPr>
        <p:spPr>
          <a:xfrm xmlns:a="http://schemas.openxmlformats.org/drawingml/2006/main">
            <a:off x="4921250" y="50958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9525">
            <a:solidFill>
              <a:srgbClr val="637E8E"/>
            </a:solidFill>
          </a:ln>
        </p:spPr>
      </p:sp>
      <p:sp>
        <p:nvSpPr>
          <p:cNvPr id="21" name="">
            <a:extLst xmlns:a="http://schemas.openxmlformats.org/drawingml/2006/main">
              <a:ext uri="{FF2B5EF4-FFF2-40B4-BE49-F238E27FC236}">
                <a16:creationId xmlns:a16="http://schemas.microsoft.com/office/drawing/2014/main" id="{3D352AA5-0848-4EC5-9343-542199727D1B}"/>
              </a:ext>
            </a:extLst>
          </p:cNvPr>
          <p:cNvSpPr>
            <a:spLocks xmlns:a="http://schemas.openxmlformats.org/drawingml/2006/main" noGrp="1"/>
          </p:cNvSpPr>
          <p:nvPr/>
        </p:nvSpPr>
        <p:spPr>
          <a:xfrm xmlns:a="http://schemas.openxmlformats.org/drawingml/2006/main">
            <a:off x="4616450" y="5248275"/>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725">
                <a:solidFill>
                  <a:srgbClr val="172B3A"/>
                </a:solidFill>
                <a:latin typeface="Arial"/>
                <a:ea typeface="Arial"/>
                <a:cs typeface="Arial"/>
              </a:defRPr>
            </a:defPPr>
            <a:lvl1pPr algn="ctr">
              <a:defRPr sz="1725">
                <a:solidFill>
                  <a:srgbClr val="172B3A"/>
                </a:solidFill>
                <a:latin typeface="Arial"/>
                <a:ea typeface="Arial"/>
                <a:cs typeface="Arial"/>
              </a:defRPr>
            </a:lvl1pPr>
            <a:lvl2pPr algn="ctr">
              <a:defRPr sz="1725">
                <a:solidFill>
                  <a:srgbClr val="172B3A"/>
                </a:solidFill>
                <a:latin typeface="Arial"/>
                <a:ea typeface="Arial"/>
                <a:cs typeface="Arial"/>
              </a:defRPr>
            </a:lvl2pPr>
            <a:lvl3pPr algn="ctr">
              <a:defRPr sz="1725">
                <a:solidFill>
                  <a:srgbClr val="172B3A"/>
                </a:solidFill>
                <a:latin typeface="Arial"/>
                <a:ea typeface="Arial"/>
                <a:cs typeface="Arial"/>
              </a:defRPr>
            </a:lvl3pPr>
            <a:lvl4pPr algn="ctr">
              <a:defRPr sz="1725">
                <a:solidFill>
                  <a:srgbClr val="172B3A"/>
                </a:solidFill>
                <a:latin typeface="Arial"/>
                <a:ea typeface="Arial"/>
                <a:cs typeface="Arial"/>
              </a:defRPr>
            </a:lvl4pPr>
            <a:lvl5pPr algn="ctr">
              <a:defRPr sz="1725">
                <a:solidFill>
                  <a:srgbClr val="172B3A"/>
                </a:solidFill>
                <a:latin typeface="Arial"/>
                <a:ea typeface="Arial"/>
                <a:cs typeface="Arial"/>
              </a:defRPr>
            </a:lvl5pPr>
            <a:lvl6pPr algn="ctr">
              <a:defRPr sz="1725">
                <a:solidFill>
                  <a:srgbClr val="172B3A"/>
                </a:solidFill>
                <a:latin typeface="Arial"/>
                <a:ea typeface="Arial"/>
                <a:cs typeface="Arial"/>
              </a:defRPr>
            </a:lvl6pPr>
            <a:lvl7pPr algn="ctr">
              <a:defRPr sz="1725">
                <a:solidFill>
                  <a:srgbClr val="172B3A"/>
                </a:solidFill>
                <a:latin typeface="Arial"/>
                <a:ea typeface="Arial"/>
                <a:cs typeface="Arial"/>
              </a:defRPr>
            </a:lvl7pPr>
            <a:lvl8pPr algn="ctr">
              <a:defRPr sz="1725">
                <a:solidFill>
                  <a:srgbClr val="172B3A"/>
                </a:solidFill>
                <a:latin typeface="Arial"/>
                <a:ea typeface="Arial"/>
                <a:cs typeface="Arial"/>
              </a:defRPr>
            </a:lvl8pPr>
            <a:lvl9pPr algn="ctr">
              <a:defRPr sz="1725">
                <a:solidFill>
                  <a:srgbClr val="172B3A"/>
                </a:solidFill>
                <a:latin typeface="Arial"/>
                <a:ea typeface="Arial"/>
                <a:cs typeface="Arial"/>
              </a:defRPr>
            </a:lvl9pPr>
          </a:lstStyle>
          <a:p xmlns:a="http://schemas.openxmlformats.org/drawingml/2006/main">
            <a:pPr algn="ctr">
              <a:defRPr sz="1725">
                <a:solidFill>
                  <a:srgbClr val="172B3A"/>
                </a:solidFill>
                <a:latin typeface="Arial"/>
                <a:ea typeface="Arial"/>
                <a:cs typeface="Arial"/>
              </a:defRPr>
            </a:pPr>
            <a:r>
              <a:rPr sz="1725">
                <a:solidFill>
                  <a:srgbClr val="172B3A"/>
                </a:solidFill>
                <a:latin typeface="Arial"/>
                <a:ea typeface="Arial"/>
                <a:cs typeface="Arial"/>
              </a:rPr>
              <a:t>-75</a:t>
            </a:r>
          </a:p>
        </p:txBody>
      </p:sp>
      <p:sp>
        <p:nvSpPr>
          <p:cNvPr id="22" name="">
            <a:extLst xmlns:a="http://schemas.openxmlformats.org/drawingml/2006/main">
              <a:ext uri="{FF2B5EF4-FFF2-40B4-BE49-F238E27FC236}">
                <a16:creationId xmlns:a16="http://schemas.microsoft.com/office/drawing/2014/main" id="{33D11567-7361-46B8-85E4-1B9A3DF8FC80}"/>
              </a:ext>
            </a:extLst>
          </p:cNvPr>
          <p:cNvSpPr>
            <a:spLocks xmlns:a="http://schemas.openxmlformats.org/drawingml/2006/main" noGrp="1"/>
          </p:cNvSpPr>
          <p:nvPr/>
        </p:nvSpPr>
        <p:spPr>
          <a:xfrm xmlns:a="http://schemas.openxmlformats.org/drawingml/2006/main">
            <a:off x="6508750" y="50958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9525">
            <a:solidFill>
              <a:srgbClr val="637E8E"/>
            </a:solidFill>
          </a:ln>
        </p:spPr>
      </p:sp>
      <p:sp>
        <p:nvSpPr>
          <p:cNvPr id="23" name="">
            <a:extLst xmlns:a="http://schemas.openxmlformats.org/drawingml/2006/main">
              <a:ext uri="{FF2B5EF4-FFF2-40B4-BE49-F238E27FC236}">
                <a16:creationId xmlns:a16="http://schemas.microsoft.com/office/drawing/2014/main" id="{02621BFE-D368-47F3-81C0-629E6A481867}"/>
              </a:ext>
            </a:extLst>
          </p:cNvPr>
          <p:cNvSpPr>
            <a:spLocks xmlns:a="http://schemas.openxmlformats.org/drawingml/2006/main" noGrp="1"/>
          </p:cNvSpPr>
          <p:nvPr/>
        </p:nvSpPr>
        <p:spPr>
          <a:xfrm xmlns:a="http://schemas.openxmlformats.org/drawingml/2006/main">
            <a:off x="6203950" y="5248275"/>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725">
                <a:solidFill>
                  <a:srgbClr val="172B3A"/>
                </a:solidFill>
                <a:latin typeface="Arial"/>
                <a:ea typeface="Arial"/>
                <a:cs typeface="Arial"/>
              </a:defRPr>
            </a:defPPr>
            <a:lvl1pPr algn="ctr">
              <a:defRPr sz="1725">
                <a:solidFill>
                  <a:srgbClr val="172B3A"/>
                </a:solidFill>
                <a:latin typeface="Arial"/>
                <a:ea typeface="Arial"/>
                <a:cs typeface="Arial"/>
              </a:defRPr>
            </a:lvl1pPr>
            <a:lvl2pPr algn="ctr">
              <a:defRPr sz="1725">
                <a:solidFill>
                  <a:srgbClr val="172B3A"/>
                </a:solidFill>
                <a:latin typeface="Arial"/>
                <a:ea typeface="Arial"/>
                <a:cs typeface="Arial"/>
              </a:defRPr>
            </a:lvl2pPr>
            <a:lvl3pPr algn="ctr">
              <a:defRPr sz="1725">
                <a:solidFill>
                  <a:srgbClr val="172B3A"/>
                </a:solidFill>
                <a:latin typeface="Arial"/>
                <a:ea typeface="Arial"/>
                <a:cs typeface="Arial"/>
              </a:defRPr>
            </a:lvl3pPr>
            <a:lvl4pPr algn="ctr">
              <a:defRPr sz="1725">
                <a:solidFill>
                  <a:srgbClr val="172B3A"/>
                </a:solidFill>
                <a:latin typeface="Arial"/>
                <a:ea typeface="Arial"/>
                <a:cs typeface="Arial"/>
              </a:defRPr>
            </a:lvl4pPr>
            <a:lvl5pPr algn="ctr">
              <a:defRPr sz="1725">
                <a:solidFill>
                  <a:srgbClr val="172B3A"/>
                </a:solidFill>
                <a:latin typeface="Arial"/>
                <a:ea typeface="Arial"/>
                <a:cs typeface="Arial"/>
              </a:defRPr>
            </a:lvl5pPr>
            <a:lvl6pPr algn="ctr">
              <a:defRPr sz="1725">
                <a:solidFill>
                  <a:srgbClr val="172B3A"/>
                </a:solidFill>
                <a:latin typeface="Arial"/>
                <a:ea typeface="Arial"/>
                <a:cs typeface="Arial"/>
              </a:defRPr>
            </a:lvl6pPr>
            <a:lvl7pPr algn="ctr">
              <a:defRPr sz="1725">
                <a:solidFill>
                  <a:srgbClr val="172B3A"/>
                </a:solidFill>
                <a:latin typeface="Arial"/>
                <a:ea typeface="Arial"/>
                <a:cs typeface="Arial"/>
              </a:defRPr>
            </a:lvl7pPr>
            <a:lvl8pPr algn="ctr">
              <a:defRPr sz="1725">
                <a:solidFill>
                  <a:srgbClr val="172B3A"/>
                </a:solidFill>
                <a:latin typeface="Arial"/>
                <a:ea typeface="Arial"/>
                <a:cs typeface="Arial"/>
              </a:defRPr>
            </a:lvl8pPr>
            <a:lvl9pPr algn="ctr">
              <a:defRPr sz="1725">
                <a:solidFill>
                  <a:srgbClr val="172B3A"/>
                </a:solidFill>
                <a:latin typeface="Arial"/>
                <a:ea typeface="Arial"/>
                <a:cs typeface="Arial"/>
              </a:defRPr>
            </a:lvl9pPr>
          </a:lstStyle>
          <a:p xmlns:a="http://schemas.openxmlformats.org/drawingml/2006/main">
            <a:pPr algn="ctr">
              <a:defRPr sz="1725">
                <a:solidFill>
                  <a:srgbClr val="172B3A"/>
                </a:solidFill>
                <a:latin typeface="Arial"/>
                <a:ea typeface="Arial"/>
                <a:cs typeface="Arial"/>
              </a:defRPr>
            </a:pPr>
            <a:r>
              <a:rPr sz="1725">
                <a:solidFill>
                  <a:srgbClr val="172B3A"/>
                </a:solidFill>
                <a:latin typeface="Arial"/>
                <a:ea typeface="Arial"/>
                <a:cs typeface="Arial"/>
              </a:rPr>
              <a:t>-50</a:t>
            </a:r>
          </a:p>
        </p:txBody>
      </p:sp>
      <p:sp>
        <p:nvSpPr>
          <p:cNvPr id="24" name="">
            <a:extLst xmlns:a="http://schemas.openxmlformats.org/drawingml/2006/main">
              <a:ext uri="{FF2B5EF4-FFF2-40B4-BE49-F238E27FC236}">
                <a16:creationId xmlns:a16="http://schemas.microsoft.com/office/drawing/2014/main" id="{A90B3291-643D-4F8B-862A-2B4C5AE27D6B}"/>
              </a:ext>
            </a:extLst>
          </p:cNvPr>
          <p:cNvSpPr>
            <a:spLocks xmlns:a="http://schemas.openxmlformats.org/drawingml/2006/main" noGrp="1"/>
          </p:cNvSpPr>
          <p:nvPr/>
        </p:nvSpPr>
        <p:spPr>
          <a:xfrm xmlns:a="http://schemas.openxmlformats.org/drawingml/2006/main">
            <a:off x="8096250" y="50958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9525">
            <a:solidFill>
              <a:srgbClr val="637E8E"/>
            </a:solidFill>
          </a:ln>
        </p:spPr>
      </p:sp>
      <p:sp>
        <p:nvSpPr>
          <p:cNvPr id="25" name="">
            <a:extLst xmlns:a="http://schemas.openxmlformats.org/drawingml/2006/main">
              <a:ext uri="{FF2B5EF4-FFF2-40B4-BE49-F238E27FC236}">
                <a16:creationId xmlns:a16="http://schemas.microsoft.com/office/drawing/2014/main" id="{74BB5D71-A60F-4765-AC7E-EC6D93CE294F}"/>
              </a:ext>
            </a:extLst>
          </p:cNvPr>
          <p:cNvSpPr>
            <a:spLocks xmlns:a="http://schemas.openxmlformats.org/drawingml/2006/main" noGrp="1"/>
          </p:cNvSpPr>
          <p:nvPr/>
        </p:nvSpPr>
        <p:spPr>
          <a:xfrm xmlns:a="http://schemas.openxmlformats.org/drawingml/2006/main">
            <a:off x="7791450" y="5248275"/>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725">
                <a:solidFill>
                  <a:srgbClr val="172B3A"/>
                </a:solidFill>
                <a:latin typeface="Arial"/>
                <a:ea typeface="Arial"/>
                <a:cs typeface="Arial"/>
              </a:defRPr>
            </a:defPPr>
            <a:lvl1pPr algn="ctr">
              <a:defRPr sz="1725">
                <a:solidFill>
                  <a:srgbClr val="172B3A"/>
                </a:solidFill>
                <a:latin typeface="Arial"/>
                <a:ea typeface="Arial"/>
                <a:cs typeface="Arial"/>
              </a:defRPr>
            </a:lvl1pPr>
            <a:lvl2pPr algn="ctr">
              <a:defRPr sz="1725">
                <a:solidFill>
                  <a:srgbClr val="172B3A"/>
                </a:solidFill>
                <a:latin typeface="Arial"/>
                <a:ea typeface="Arial"/>
                <a:cs typeface="Arial"/>
              </a:defRPr>
            </a:lvl2pPr>
            <a:lvl3pPr algn="ctr">
              <a:defRPr sz="1725">
                <a:solidFill>
                  <a:srgbClr val="172B3A"/>
                </a:solidFill>
                <a:latin typeface="Arial"/>
                <a:ea typeface="Arial"/>
                <a:cs typeface="Arial"/>
              </a:defRPr>
            </a:lvl3pPr>
            <a:lvl4pPr algn="ctr">
              <a:defRPr sz="1725">
                <a:solidFill>
                  <a:srgbClr val="172B3A"/>
                </a:solidFill>
                <a:latin typeface="Arial"/>
                <a:ea typeface="Arial"/>
                <a:cs typeface="Arial"/>
              </a:defRPr>
            </a:lvl4pPr>
            <a:lvl5pPr algn="ctr">
              <a:defRPr sz="1725">
                <a:solidFill>
                  <a:srgbClr val="172B3A"/>
                </a:solidFill>
                <a:latin typeface="Arial"/>
                <a:ea typeface="Arial"/>
                <a:cs typeface="Arial"/>
              </a:defRPr>
            </a:lvl5pPr>
            <a:lvl6pPr algn="ctr">
              <a:defRPr sz="1725">
                <a:solidFill>
                  <a:srgbClr val="172B3A"/>
                </a:solidFill>
                <a:latin typeface="Arial"/>
                <a:ea typeface="Arial"/>
                <a:cs typeface="Arial"/>
              </a:defRPr>
            </a:lvl6pPr>
            <a:lvl7pPr algn="ctr">
              <a:defRPr sz="1725">
                <a:solidFill>
                  <a:srgbClr val="172B3A"/>
                </a:solidFill>
                <a:latin typeface="Arial"/>
                <a:ea typeface="Arial"/>
                <a:cs typeface="Arial"/>
              </a:defRPr>
            </a:lvl7pPr>
            <a:lvl8pPr algn="ctr">
              <a:defRPr sz="1725">
                <a:solidFill>
                  <a:srgbClr val="172B3A"/>
                </a:solidFill>
                <a:latin typeface="Arial"/>
                <a:ea typeface="Arial"/>
                <a:cs typeface="Arial"/>
              </a:defRPr>
            </a:lvl8pPr>
            <a:lvl9pPr algn="ctr">
              <a:defRPr sz="1725">
                <a:solidFill>
                  <a:srgbClr val="172B3A"/>
                </a:solidFill>
                <a:latin typeface="Arial"/>
                <a:ea typeface="Arial"/>
                <a:cs typeface="Arial"/>
              </a:defRPr>
            </a:lvl9pPr>
          </a:lstStyle>
          <a:p xmlns:a="http://schemas.openxmlformats.org/drawingml/2006/main">
            <a:pPr algn="ctr">
              <a:defRPr sz="1725">
                <a:solidFill>
                  <a:srgbClr val="172B3A"/>
                </a:solidFill>
                <a:latin typeface="Arial"/>
                <a:ea typeface="Arial"/>
                <a:cs typeface="Arial"/>
              </a:defRPr>
            </a:pPr>
            <a:r>
              <a:rPr sz="1725">
                <a:solidFill>
                  <a:srgbClr val="172B3A"/>
                </a:solidFill>
                <a:latin typeface="Arial"/>
                <a:ea typeface="Arial"/>
                <a:cs typeface="Arial"/>
              </a:rPr>
              <a:t>-25</a:t>
            </a:r>
          </a:p>
        </p:txBody>
      </p:sp>
      <p:sp>
        <p:nvSpPr>
          <p:cNvPr id="26" name="">
            <a:extLst xmlns:a="http://schemas.openxmlformats.org/drawingml/2006/main">
              <a:ext uri="{FF2B5EF4-FFF2-40B4-BE49-F238E27FC236}">
                <a16:creationId xmlns:a16="http://schemas.microsoft.com/office/drawing/2014/main" id="{43506D3B-F025-41B7-9DE7-AD133A932A3F}"/>
              </a:ext>
            </a:extLst>
          </p:cNvPr>
          <p:cNvSpPr>
            <a:spLocks xmlns:a="http://schemas.openxmlformats.org/drawingml/2006/main" noGrp="1"/>
          </p:cNvSpPr>
          <p:nvPr/>
        </p:nvSpPr>
        <p:spPr>
          <a:xfrm xmlns:a="http://schemas.openxmlformats.org/drawingml/2006/main">
            <a:off x="9683750" y="50958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9525">
            <a:solidFill>
              <a:srgbClr val="637E8E"/>
            </a:solidFill>
          </a:ln>
        </p:spPr>
      </p:sp>
      <p:sp>
        <p:nvSpPr>
          <p:cNvPr id="27" name="">
            <a:extLst xmlns:a="http://schemas.openxmlformats.org/drawingml/2006/main">
              <a:ext uri="{FF2B5EF4-FFF2-40B4-BE49-F238E27FC236}">
                <a16:creationId xmlns:a16="http://schemas.microsoft.com/office/drawing/2014/main" id="{F8538051-F990-4CC2-A33D-0B6A62EAB533}"/>
              </a:ext>
            </a:extLst>
          </p:cNvPr>
          <p:cNvSpPr>
            <a:spLocks xmlns:a="http://schemas.openxmlformats.org/drawingml/2006/main" noGrp="1"/>
          </p:cNvSpPr>
          <p:nvPr/>
        </p:nvSpPr>
        <p:spPr>
          <a:xfrm xmlns:a="http://schemas.openxmlformats.org/drawingml/2006/main">
            <a:off x="9378950" y="5248275"/>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725">
                <a:solidFill>
                  <a:srgbClr val="172B3A"/>
                </a:solidFill>
                <a:latin typeface="Arial"/>
                <a:ea typeface="Arial"/>
                <a:cs typeface="Arial"/>
              </a:defRPr>
            </a:defPPr>
            <a:lvl1pPr algn="ctr">
              <a:defRPr sz="1725">
                <a:solidFill>
                  <a:srgbClr val="172B3A"/>
                </a:solidFill>
                <a:latin typeface="Arial"/>
                <a:ea typeface="Arial"/>
                <a:cs typeface="Arial"/>
              </a:defRPr>
            </a:lvl1pPr>
            <a:lvl2pPr algn="ctr">
              <a:defRPr sz="1725">
                <a:solidFill>
                  <a:srgbClr val="172B3A"/>
                </a:solidFill>
                <a:latin typeface="Arial"/>
                <a:ea typeface="Arial"/>
                <a:cs typeface="Arial"/>
              </a:defRPr>
            </a:lvl2pPr>
            <a:lvl3pPr algn="ctr">
              <a:defRPr sz="1725">
                <a:solidFill>
                  <a:srgbClr val="172B3A"/>
                </a:solidFill>
                <a:latin typeface="Arial"/>
                <a:ea typeface="Arial"/>
                <a:cs typeface="Arial"/>
              </a:defRPr>
            </a:lvl3pPr>
            <a:lvl4pPr algn="ctr">
              <a:defRPr sz="1725">
                <a:solidFill>
                  <a:srgbClr val="172B3A"/>
                </a:solidFill>
                <a:latin typeface="Arial"/>
                <a:ea typeface="Arial"/>
                <a:cs typeface="Arial"/>
              </a:defRPr>
            </a:lvl4pPr>
            <a:lvl5pPr algn="ctr">
              <a:defRPr sz="1725">
                <a:solidFill>
                  <a:srgbClr val="172B3A"/>
                </a:solidFill>
                <a:latin typeface="Arial"/>
                <a:ea typeface="Arial"/>
                <a:cs typeface="Arial"/>
              </a:defRPr>
            </a:lvl5pPr>
            <a:lvl6pPr algn="ctr">
              <a:defRPr sz="1725">
                <a:solidFill>
                  <a:srgbClr val="172B3A"/>
                </a:solidFill>
                <a:latin typeface="Arial"/>
                <a:ea typeface="Arial"/>
                <a:cs typeface="Arial"/>
              </a:defRPr>
            </a:lvl6pPr>
            <a:lvl7pPr algn="ctr">
              <a:defRPr sz="1725">
                <a:solidFill>
                  <a:srgbClr val="172B3A"/>
                </a:solidFill>
                <a:latin typeface="Arial"/>
                <a:ea typeface="Arial"/>
                <a:cs typeface="Arial"/>
              </a:defRPr>
            </a:lvl7pPr>
            <a:lvl8pPr algn="ctr">
              <a:defRPr sz="1725">
                <a:solidFill>
                  <a:srgbClr val="172B3A"/>
                </a:solidFill>
                <a:latin typeface="Arial"/>
                <a:ea typeface="Arial"/>
                <a:cs typeface="Arial"/>
              </a:defRPr>
            </a:lvl8pPr>
            <a:lvl9pPr algn="ctr">
              <a:defRPr sz="1725">
                <a:solidFill>
                  <a:srgbClr val="172B3A"/>
                </a:solidFill>
                <a:latin typeface="Arial"/>
                <a:ea typeface="Arial"/>
                <a:cs typeface="Arial"/>
              </a:defRPr>
            </a:lvl9pPr>
          </a:lstStyle>
          <a:p xmlns:a="http://schemas.openxmlformats.org/drawingml/2006/main">
            <a:pPr algn="ctr">
              <a:defRPr sz="1725">
                <a:solidFill>
                  <a:srgbClr val="172B3A"/>
                </a:solidFill>
                <a:latin typeface="Arial"/>
                <a:ea typeface="Arial"/>
                <a:cs typeface="Arial"/>
              </a:defRPr>
            </a:pPr>
            <a:r>
              <a:rPr sz="1725">
                <a:solidFill>
                  <a:srgbClr val="172B3A"/>
                </a:solidFill>
                <a:latin typeface="Arial"/>
                <a:ea typeface="Arial"/>
                <a:cs typeface="Arial"/>
              </a:rPr>
              <a:t>0</a:t>
            </a:r>
          </a:p>
        </p:txBody>
      </p:sp>
      <p:sp>
        <p:nvSpPr>
          <p:cNvPr id="28" name="">
            <a:extLst xmlns:a="http://schemas.openxmlformats.org/drawingml/2006/main">
              <a:ext uri="{FF2B5EF4-FFF2-40B4-BE49-F238E27FC236}">
                <a16:creationId xmlns:a16="http://schemas.microsoft.com/office/drawing/2014/main" id="{6195238B-73EC-437A-B079-7DD20B2526EA}"/>
              </a:ext>
            </a:extLst>
          </p:cNvPr>
          <p:cNvSpPr>
            <a:spLocks xmlns:a="http://schemas.openxmlformats.org/drawingml/2006/main" noGrp="1"/>
          </p:cNvSpPr>
          <p:nvPr/>
        </p:nvSpPr>
        <p:spPr>
          <a:xfrm xmlns:a="http://schemas.openxmlformats.org/drawingml/2006/main">
            <a:off x="10953750" y="50958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9525">
            <a:solidFill>
              <a:srgbClr val="637E8E"/>
            </a:solidFill>
          </a:ln>
        </p:spPr>
      </p:sp>
      <p:sp>
        <p:nvSpPr>
          <p:cNvPr id="29" name="">
            <a:extLst xmlns:a="http://schemas.openxmlformats.org/drawingml/2006/main">
              <a:ext uri="{FF2B5EF4-FFF2-40B4-BE49-F238E27FC236}">
                <a16:creationId xmlns:a16="http://schemas.microsoft.com/office/drawing/2014/main" id="{C5BB66BB-22F7-4002-8081-6E003FFEBAB7}"/>
              </a:ext>
            </a:extLst>
          </p:cNvPr>
          <p:cNvSpPr>
            <a:spLocks xmlns:a="http://schemas.openxmlformats.org/drawingml/2006/main" noGrp="1"/>
          </p:cNvSpPr>
          <p:nvPr/>
        </p:nvSpPr>
        <p:spPr>
          <a:xfrm xmlns:a="http://schemas.openxmlformats.org/drawingml/2006/main">
            <a:off x="10648950" y="5248275"/>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725">
                <a:solidFill>
                  <a:srgbClr val="172B3A"/>
                </a:solidFill>
                <a:latin typeface="Arial"/>
                <a:ea typeface="Arial"/>
                <a:cs typeface="Arial"/>
              </a:defRPr>
            </a:defPPr>
            <a:lvl1pPr algn="ctr">
              <a:defRPr sz="1725">
                <a:solidFill>
                  <a:srgbClr val="172B3A"/>
                </a:solidFill>
                <a:latin typeface="Arial"/>
                <a:ea typeface="Arial"/>
                <a:cs typeface="Arial"/>
              </a:defRPr>
            </a:lvl1pPr>
            <a:lvl2pPr algn="ctr">
              <a:defRPr sz="1725">
                <a:solidFill>
                  <a:srgbClr val="172B3A"/>
                </a:solidFill>
                <a:latin typeface="Arial"/>
                <a:ea typeface="Arial"/>
                <a:cs typeface="Arial"/>
              </a:defRPr>
            </a:lvl2pPr>
            <a:lvl3pPr algn="ctr">
              <a:defRPr sz="1725">
                <a:solidFill>
                  <a:srgbClr val="172B3A"/>
                </a:solidFill>
                <a:latin typeface="Arial"/>
                <a:ea typeface="Arial"/>
                <a:cs typeface="Arial"/>
              </a:defRPr>
            </a:lvl3pPr>
            <a:lvl4pPr algn="ctr">
              <a:defRPr sz="1725">
                <a:solidFill>
                  <a:srgbClr val="172B3A"/>
                </a:solidFill>
                <a:latin typeface="Arial"/>
                <a:ea typeface="Arial"/>
                <a:cs typeface="Arial"/>
              </a:defRPr>
            </a:lvl4pPr>
            <a:lvl5pPr algn="ctr">
              <a:defRPr sz="1725">
                <a:solidFill>
                  <a:srgbClr val="172B3A"/>
                </a:solidFill>
                <a:latin typeface="Arial"/>
                <a:ea typeface="Arial"/>
                <a:cs typeface="Arial"/>
              </a:defRPr>
            </a:lvl5pPr>
            <a:lvl6pPr algn="ctr">
              <a:defRPr sz="1725">
                <a:solidFill>
                  <a:srgbClr val="172B3A"/>
                </a:solidFill>
                <a:latin typeface="Arial"/>
                <a:ea typeface="Arial"/>
                <a:cs typeface="Arial"/>
              </a:defRPr>
            </a:lvl6pPr>
            <a:lvl7pPr algn="ctr">
              <a:defRPr sz="1725">
                <a:solidFill>
                  <a:srgbClr val="172B3A"/>
                </a:solidFill>
                <a:latin typeface="Arial"/>
                <a:ea typeface="Arial"/>
                <a:cs typeface="Arial"/>
              </a:defRPr>
            </a:lvl7pPr>
            <a:lvl8pPr algn="ctr">
              <a:defRPr sz="1725">
                <a:solidFill>
                  <a:srgbClr val="172B3A"/>
                </a:solidFill>
                <a:latin typeface="Arial"/>
                <a:ea typeface="Arial"/>
                <a:cs typeface="Arial"/>
              </a:defRPr>
            </a:lvl8pPr>
            <a:lvl9pPr algn="ctr">
              <a:defRPr sz="1725">
                <a:solidFill>
                  <a:srgbClr val="172B3A"/>
                </a:solidFill>
                <a:latin typeface="Arial"/>
                <a:ea typeface="Arial"/>
                <a:cs typeface="Arial"/>
              </a:defRPr>
            </a:lvl9pPr>
          </a:lstStyle>
          <a:p xmlns:a="http://schemas.openxmlformats.org/drawingml/2006/main">
            <a:pPr algn="ctr">
              <a:defRPr sz="1725">
                <a:solidFill>
                  <a:srgbClr val="172B3A"/>
                </a:solidFill>
                <a:latin typeface="Arial"/>
                <a:ea typeface="Arial"/>
                <a:cs typeface="Arial"/>
              </a:defRPr>
            </a:pPr>
            <a:r>
              <a:rPr sz="1725">
                <a:solidFill>
                  <a:srgbClr val="172B3A"/>
                </a:solidFill>
                <a:latin typeface="Arial"/>
                <a:ea typeface="Arial"/>
                <a:cs typeface="Arial"/>
              </a:rPr>
              <a:t>20</a:t>
            </a:r>
          </a:p>
        </p:txBody>
      </p:sp>
      <p:sp>
        <p:nvSpPr>
          <p:cNvPr id="30" name="">
            <a:extLst xmlns:a="http://schemas.openxmlformats.org/drawingml/2006/main">
              <a:ext uri="{FF2B5EF4-FFF2-40B4-BE49-F238E27FC236}">
                <a16:creationId xmlns:a16="http://schemas.microsoft.com/office/drawing/2014/main" id="{5F0F193E-197E-4AC4-81BC-7EACEB5DF77F}"/>
              </a:ext>
            </a:extLst>
          </p:cNvPr>
          <p:cNvSpPr>
            <a:spLocks xmlns:a="http://schemas.openxmlformats.org/drawingml/2006/main" noGrp="1"/>
          </p:cNvSpPr>
          <p:nvPr/>
        </p:nvSpPr>
        <p:spPr>
          <a:xfrm xmlns:a="http://schemas.openxmlformats.org/drawingml/2006/main">
            <a:off x="666750" y="572452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5F96"/>
                </a:solidFill>
                <a:latin typeface="Arial"/>
                <a:ea typeface="Arial"/>
                <a:cs typeface="Arial"/>
              </a:defRPr>
            </a:defPPr>
            <a:lvl1pPr>
              <a:defRPr sz="2250" b="1">
                <a:solidFill>
                  <a:srgbClr val="175F96"/>
                </a:solidFill>
                <a:latin typeface="Arial"/>
                <a:ea typeface="Arial"/>
                <a:cs typeface="Arial"/>
              </a:defRPr>
            </a:lvl1pPr>
            <a:lvl2pPr>
              <a:defRPr sz="2250" b="1">
                <a:solidFill>
                  <a:srgbClr val="175F96"/>
                </a:solidFill>
                <a:latin typeface="Arial"/>
                <a:ea typeface="Arial"/>
                <a:cs typeface="Arial"/>
              </a:defRPr>
            </a:lvl2pPr>
            <a:lvl3pPr>
              <a:defRPr sz="2250" b="1">
                <a:solidFill>
                  <a:srgbClr val="175F96"/>
                </a:solidFill>
                <a:latin typeface="Arial"/>
                <a:ea typeface="Arial"/>
                <a:cs typeface="Arial"/>
              </a:defRPr>
            </a:lvl3pPr>
            <a:lvl4pPr>
              <a:defRPr sz="2250" b="1">
                <a:solidFill>
                  <a:srgbClr val="175F96"/>
                </a:solidFill>
                <a:latin typeface="Arial"/>
                <a:ea typeface="Arial"/>
                <a:cs typeface="Arial"/>
              </a:defRPr>
            </a:lvl4pPr>
            <a:lvl5pPr>
              <a:defRPr sz="2250" b="1">
                <a:solidFill>
                  <a:srgbClr val="175F96"/>
                </a:solidFill>
                <a:latin typeface="Arial"/>
                <a:ea typeface="Arial"/>
                <a:cs typeface="Arial"/>
              </a:defRPr>
            </a:lvl5pPr>
            <a:lvl6pPr>
              <a:defRPr sz="2250" b="1">
                <a:solidFill>
                  <a:srgbClr val="175F96"/>
                </a:solidFill>
                <a:latin typeface="Arial"/>
                <a:ea typeface="Arial"/>
                <a:cs typeface="Arial"/>
              </a:defRPr>
            </a:lvl6pPr>
            <a:lvl7pPr>
              <a:defRPr sz="2250" b="1">
                <a:solidFill>
                  <a:srgbClr val="175F96"/>
                </a:solidFill>
                <a:latin typeface="Arial"/>
                <a:ea typeface="Arial"/>
                <a:cs typeface="Arial"/>
              </a:defRPr>
            </a:lvl7pPr>
            <a:lvl8pPr>
              <a:defRPr sz="2250" b="1">
                <a:solidFill>
                  <a:srgbClr val="175F96"/>
                </a:solidFill>
                <a:latin typeface="Arial"/>
                <a:ea typeface="Arial"/>
                <a:cs typeface="Arial"/>
              </a:defRPr>
            </a:lvl8pPr>
            <a:lvl9pPr>
              <a:defRPr sz="2250" b="1">
                <a:solidFill>
                  <a:srgbClr val="175F96"/>
                </a:solidFill>
                <a:latin typeface="Arial"/>
                <a:ea typeface="Arial"/>
                <a:cs typeface="Arial"/>
              </a:defRPr>
            </a:lvl9pPr>
          </a:lstStyle>
          <a:p xmlns:a="http://schemas.openxmlformats.org/drawingml/2006/main">
            <a:pPr>
              <a:defRPr sz="2250" b="1">
                <a:solidFill>
                  <a:srgbClr val="175F96"/>
                </a:solidFill>
                <a:latin typeface="Arial"/>
                <a:ea typeface="Arial"/>
                <a:cs typeface="Arial"/>
              </a:defRPr>
            </a:pPr>
            <a:r>
              <a:rPr sz="2250" b="1">
                <a:solidFill>
                  <a:srgbClr val="175F96"/>
                </a:solidFill>
                <a:latin typeface="Arial"/>
                <a:ea typeface="Arial"/>
                <a:cs typeface="Arial"/>
              </a:rPr>
              <a:t>Negative differences favour one long run.</a:t>
            </a:r>
          </a:p>
        </p:txBody>
      </p:sp>
      <p:sp>
        <p:nvSpPr>
          <p:cNvPr id="31" name="">
            <a:extLst xmlns:a="http://schemas.openxmlformats.org/drawingml/2006/main">
              <a:ext uri="{FF2B5EF4-FFF2-40B4-BE49-F238E27FC236}">
                <a16:creationId xmlns:a16="http://schemas.microsoft.com/office/drawing/2014/main" id="{61EAAD21-EDEB-4B68-863A-418355CED9E4}"/>
              </a:ext>
            </a:extLst>
          </p:cNvPr>
          <p:cNvSpPr>
            <a:spLocks xmlns:a="http://schemas.openxmlformats.org/drawingml/2006/main" noGrp="1"/>
          </p:cNvSpPr>
          <p:nvPr/>
        </p:nvSpPr>
        <p:spPr>
          <a:xfrm xmlns:a="http://schemas.openxmlformats.org/drawingml/2006/main">
            <a:off x="666750" y="61436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a:solidFill>
                  <a:srgbClr val="172B3A"/>
                </a:solidFill>
                <a:latin typeface="Arial"/>
                <a:ea typeface="Arial"/>
                <a:cs typeface="Arial"/>
              </a:defRPr>
            </a:defPPr>
            <a:lvl1pPr>
              <a:defRPr sz="1725">
                <a:solidFill>
                  <a:srgbClr val="172B3A"/>
                </a:solidFill>
                <a:latin typeface="Arial"/>
                <a:ea typeface="Arial"/>
                <a:cs typeface="Arial"/>
              </a:defRPr>
            </a:lvl1pPr>
            <a:lvl2pPr>
              <a:defRPr sz="1725">
                <a:solidFill>
                  <a:srgbClr val="172B3A"/>
                </a:solidFill>
                <a:latin typeface="Arial"/>
                <a:ea typeface="Arial"/>
                <a:cs typeface="Arial"/>
              </a:defRPr>
            </a:lvl2pPr>
            <a:lvl3pPr>
              <a:defRPr sz="1725">
                <a:solidFill>
                  <a:srgbClr val="172B3A"/>
                </a:solidFill>
                <a:latin typeface="Arial"/>
                <a:ea typeface="Arial"/>
                <a:cs typeface="Arial"/>
              </a:defRPr>
            </a:lvl3pPr>
            <a:lvl4pPr>
              <a:defRPr sz="1725">
                <a:solidFill>
                  <a:srgbClr val="172B3A"/>
                </a:solidFill>
                <a:latin typeface="Arial"/>
                <a:ea typeface="Arial"/>
                <a:cs typeface="Arial"/>
              </a:defRPr>
            </a:lvl4pPr>
            <a:lvl5pPr>
              <a:defRPr sz="1725">
                <a:solidFill>
                  <a:srgbClr val="172B3A"/>
                </a:solidFill>
                <a:latin typeface="Arial"/>
                <a:ea typeface="Arial"/>
                <a:cs typeface="Arial"/>
              </a:defRPr>
            </a:lvl5pPr>
            <a:lvl6pPr>
              <a:defRPr sz="1725">
                <a:solidFill>
                  <a:srgbClr val="172B3A"/>
                </a:solidFill>
                <a:latin typeface="Arial"/>
                <a:ea typeface="Arial"/>
                <a:cs typeface="Arial"/>
              </a:defRPr>
            </a:lvl6pPr>
            <a:lvl7pPr>
              <a:defRPr sz="1725">
                <a:solidFill>
                  <a:srgbClr val="172B3A"/>
                </a:solidFill>
                <a:latin typeface="Arial"/>
                <a:ea typeface="Arial"/>
                <a:cs typeface="Arial"/>
              </a:defRPr>
            </a:lvl7pPr>
            <a:lvl8pPr>
              <a:defRPr sz="1725">
                <a:solidFill>
                  <a:srgbClr val="172B3A"/>
                </a:solidFill>
                <a:latin typeface="Arial"/>
                <a:ea typeface="Arial"/>
                <a:cs typeface="Arial"/>
              </a:defRPr>
            </a:lvl8pPr>
            <a:lvl9pPr>
              <a:defRPr sz="1725">
                <a:solidFill>
                  <a:srgbClr val="172B3A"/>
                </a:solidFill>
                <a:latin typeface="Arial"/>
                <a:ea typeface="Arial"/>
                <a:cs typeface="Arial"/>
              </a:defRPr>
            </a:lvl9pPr>
          </a:lstStyle>
          <a:p xmlns:a="http://schemas.openxmlformats.org/drawingml/2006/main">
            <a:pPr>
              <a:defRPr sz="1725">
                <a:solidFill>
                  <a:srgbClr val="172B3A"/>
                </a:solidFill>
                <a:latin typeface="Arial"/>
                <a:ea typeface="Arial"/>
                <a:cs typeface="Arial"/>
              </a:defRPr>
            </a:pPr>
            <a:r>
              <a:rPr sz="1725">
                <a:solidFill>
                  <a:srgbClr val="172B3A"/>
                </a:solidFill>
                <a:latin typeface="Arial"/>
                <a:ea typeface="Arial"/>
                <a:cs typeface="Arial"/>
              </a:rPr>
              <a:t>Conservative pointwise 95% intervals. Two-run comparisons remain inconclusive.</a:t>
            </a:r>
          </a:p>
        </p:txBody>
      </p:sp>
    </p:spTree>
    <p:extLst>
      <p:ext uri="{BB962C8B-B14F-4D97-AF65-F5344CB8AC3E}">
        <p14:creationId xmlns:p14="http://schemas.microsoft.com/office/powerpoint/2010/main" val="9512619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2026-10-22T14:41:13.0580000Z</dcterms:created>
  <dcterms:modified xsi:type="dcterms:W3CDTF">2026-10-22T14:41:13.0580000Z</dcterms:modified>
</coreProperties>
</file>