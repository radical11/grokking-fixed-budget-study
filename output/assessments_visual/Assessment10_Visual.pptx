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65cdeffa2df4ac8" /><Relationship Type="http://schemas.openxmlformats.org/officeDocument/2006/relationships/extended-properties" Target="/docProps/app.xml" Id="Rd842683f850441ee" /><Relationship Type="http://schemas.openxmlformats.org/officeDocument/2006/relationships/officeDocument" Target="/ppt/presentation.xml" Id="Rccf24d0837984a00" /></Relationships>
</file>

<file path=ppt/presentation.xml><?xml version="1.0" encoding="utf-8"?>
<p:presentation xmlns:p="http://schemas.openxmlformats.org/presentationml/2006/main">
  <p:sldMasterIdLst>
    <p:sldMasterId xmlns:r="http://schemas.openxmlformats.org/officeDocument/2006/relationships" id="2147483648" r:id="R91916bdf56e44655"/>
  </p:sldMasterIdLst>
  <p:notesMasterIdLst>
    <p:notesMasterId xmlns:r="http://schemas.openxmlformats.org/officeDocument/2006/relationships" r:id="Reedb18908a3d4368"/>
  </p:notesMasterIdLst>
  <p:sldIdLst>
    <p:sldId xmlns:r="http://schemas.openxmlformats.org/officeDocument/2006/relationships" id="256" r:id="Rb29cafc0f8d74b7d"/>
    <p:sldId xmlns:r="http://schemas.openxmlformats.org/officeDocument/2006/relationships" id="257" r:id="R250be6208d7e484b"/>
    <p:sldId xmlns:r="http://schemas.openxmlformats.org/officeDocument/2006/relationships" id="258" r:id="R3dbafe2cf234456c"/>
    <p:sldId xmlns:r="http://schemas.openxmlformats.org/officeDocument/2006/relationships" id="259" r:id="R58085d1c673c444c"/>
    <p:sldId xmlns:r="http://schemas.openxmlformats.org/officeDocument/2006/relationships" id="260" r:id="R36dca6175a804ae4"/>
    <p:sldId xmlns:r="http://schemas.openxmlformats.org/officeDocument/2006/relationships" id="261" r:id="Rae1f6134bb064f68"/>
    <p:sldId xmlns:r="http://schemas.openxmlformats.org/officeDocument/2006/relationships" id="262" r:id="R87725c0d3c6b41c2"/>
    <p:sldId xmlns:r="http://schemas.openxmlformats.org/officeDocument/2006/relationships" id="263" r:id="R75ebed36136d4f5a"/>
    <p:sldId xmlns:r="http://schemas.openxmlformats.org/officeDocument/2006/relationships" id="264" r:id="R3f4c65a6ade6445c"/>
    <p:sldId xmlns:r="http://schemas.openxmlformats.org/officeDocument/2006/relationships" id="265" r:id="R1339b4aa4239412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48cf2833294ac4" /><Relationship Type="http://schemas.openxmlformats.org/officeDocument/2006/relationships/slideMaster" Target="/ppt/slideMasters/slideMaster1.xml" Id="R91916bdf56e44655" /><Relationship Type="http://schemas.openxmlformats.org/officeDocument/2006/relationships/notesMaster" Target="/ppt/notesMasters/notesMaster1.xml" Id="Reedb18908a3d4368" /><Relationship Type="http://schemas.openxmlformats.org/officeDocument/2006/relationships/presProps" Target="/ppt/presProps.xml" Id="R177d45f75c2848eb" /><Relationship Type="http://schemas.openxmlformats.org/officeDocument/2006/relationships/tableStyles" Target="/ppt/tableStyles.xml" Id="Rc9756580db21479f" /><Relationship Type="http://schemas.openxmlformats.org/officeDocument/2006/relationships/slide" Target="/ppt/slides/slide1.xml" Id="Rb29cafc0f8d74b7d" /><Relationship Type="http://schemas.openxmlformats.org/officeDocument/2006/relationships/slide" Target="/ppt/slides/slide2.xml" Id="R250be6208d7e484b" /><Relationship Type="http://schemas.openxmlformats.org/officeDocument/2006/relationships/slide" Target="/ppt/slides/slide3.xml" Id="R3dbafe2cf234456c" /><Relationship Type="http://schemas.openxmlformats.org/officeDocument/2006/relationships/slide" Target="/ppt/slides/slide4.xml" Id="R58085d1c673c444c" /><Relationship Type="http://schemas.openxmlformats.org/officeDocument/2006/relationships/slide" Target="/ppt/slides/slide5.xml" Id="R36dca6175a804ae4" /><Relationship Type="http://schemas.openxmlformats.org/officeDocument/2006/relationships/slide" Target="/ppt/slides/slide6.xml" Id="Rae1f6134bb064f68" /><Relationship Type="http://schemas.openxmlformats.org/officeDocument/2006/relationships/slide" Target="/ppt/slides/slide7.xml" Id="R87725c0d3c6b41c2" /><Relationship Type="http://schemas.openxmlformats.org/officeDocument/2006/relationships/slide" Target="/ppt/slides/slide8.xml" Id="R75ebed36136d4f5a" /><Relationship Type="http://schemas.openxmlformats.org/officeDocument/2006/relationships/slide" Target="/ppt/slides/slide9.xml" Id="R3f4c65a6ade6445c" /><Relationship Type="http://schemas.openxmlformats.org/officeDocument/2006/relationships/slide" Target="/ppt/slides/slide10.xml" Id="R1339b4aa4239412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8151ff88d2403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e306ee25c147aa" /><Relationship Type="http://schemas.openxmlformats.org/officeDocument/2006/relationships/notesMaster" Target="/ppt/notesMasters/notesMaster1.xml" Id="R29c363da34b647c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0545980f194e73" /><Relationship Type="http://schemas.openxmlformats.org/officeDocument/2006/relationships/notesMaster" Target="/ppt/notesMasters/notesMaster1.xml" Id="R2d4f9d5a8a6d44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6f97971cf5490a" /><Relationship Type="http://schemas.openxmlformats.org/officeDocument/2006/relationships/notesMaster" Target="/ppt/notesMasters/notesMaster1.xml" Id="R8b78eaa50fea48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e6fd63030d44bf" /><Relationship Type="http://schemas.openxmlformats.org/officeDocument/2006/relationships/notesMaster" Target="/ppt/notesMasters/notesMaster1.xml" Id="Rd457f661b8d142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426a68b8d594e8c" /><Relationship Type="http://schemas.openxmlformats.org/officeDocument/2006/relationships/notesMaster" Target="/ppt/notesMasters/notesMaster1.xml" Id="Rcd1c7acf295b45cf"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2f5c3e937a472f" /><Relationship Type="http://schemas.openxmlformats.org/officeDocument/2006/relationships/notesMaster" Target="/ppt/notesMasters/notesMaster1.xml" Id="R663e19892fcb40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6c60505b1a4493" /><Relationship Type="http://schemas.openxmlformats.org/officeDocument/2006/relationships/notesMaster" Target="/ppt/notesMasters/notesMaster1.xml" Id="R12ab7c0d84ec4eb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769486e33448cb" /><Relationship Type="http://schemas.openxmlformats.org/officeDocument/2006/relationships/notesMaster" Target="/ppt/notesMasters/notesMaster1.xml" Id="R043c51a9167147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5223d233dad4ad0" /><Relationship Type="http://schemas.openxmlformats.org/officeDocument/2006/relationships/notesMaster" Target="/ppt/notesMasters/notesMaster1.xml" Id="R159e42f433b645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d433ef7905e471b" /><Relationship Type="http://schemas.openxmlformats.org/officeDocument/2006/relationships/notesMaster" Target="/ppt/notesMasters/notesMaster1.xml" Id="R2b4b0db8cc7349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30 seconds.</a:t>
            </a:r>
          </a:p>
          <a:p xmlns:a="http://schemas.openxmlformats.org/drawingml/2006/main">
            <a:r>
              <a:t/>
            </a:r>
          </a:p>
          <a:p xmlns:a="http://schemas.openxmlformats.org/drawingml/2006/main">
            <a:r>
              <a:t>The two bars show the same total update budget. Each short segment is a new independently initialized model. One update is one training step.</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The learning curve is the actual original-split run closest to the calibration median. The example underneath shows how modulo arithmetic works.</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a:t>
            </a:r>
          </a:p>
          <a:p xmlns:a="http://schemas.openxmlformats.org/drawingml/2006/main">
            <a:r>
              <a:t/>
            </a:r>
          </a:p>
          <a:p xmlns:a="http://schemas.openxmlformats.org/drawingml/2006/main">
            <a:r>
              <a:t>The blue and grey areas represent 576 practice and 385 held-out pairs. Ninety calibration observations include twenty reused original runs and seventy new ones. There are five hundred and forty fresh policy attempts, each independent within its condition. We use three fixed dataset partitions. A seed chooses repeatable starting weights. The follow-up holds weight decay at one, which gently shrinks those weights.</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a:t>
            </a:r>
          </a:p>
          <a:p xmlns:a="http://schemas.openxmlformats.org/drawingml/2006/main">
            <a:r>
              <a:t/>
            </a:r>
          </a:p>
          <a:p xmlns:a="http://schemas.openxmlformats.org/drawingml/2006/main">
            <a:r>
              <a:t>Follow the arrows from Python to CSV records and then R. The model is a small transformer with 36,992 parameters. The saved checkpoint includes the optimizer and random state. There are at most three CPU workers, each with four threads.</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The three checks span 50 updates from the first qualifying check to the last. The 21 checks span 500 updates. These are relative timelines: the first actual evaluation is at update 25, and update zero cannot begin a streak. We record the last required check. Both training and held-out thresholds must pass at every check. If a run does not qualify by its cap, eventual T stays unknown; U=min(T,C) is a separate capped outcome.</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70 seconds.</a:t>
            </a:r>
          </a:p>
          <a:p xmlns:a="http://schemas.openxmlformats.org/drawingml/2006/main">
            <a:r>
              <a:t/>
            </a:r>
          </a:p>
          <a:p xmlns:a="http://schemas.openxmlformats.org/drawingml/2006/main">
            <a:r>
              <a:t>Each row spends B=8,000 updates. One run gets 8,000, two get 4,000 each, and four get 2,000 each. For independent starts, the chance all fail is [1-F(B/k)] to the power k. Subtracting from one gives the chance at least one succeeds. F comes from 30 calibration runs for that split. A Bernoulli variable records one attempt as success or failure; a binomial variable counts successes among independent attempts. Exact intervals describe sampling uncertainty. Calibration predictions were frozen before validation.</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Bar heights are counts out of 30 fresh attempts, not percentages or constituent-run counts. One run gives 28 on each split, while four give 12, 9 and 11. Each of these three four-versus-one differences survives the joint Holm correction across twelve planned Fisher tests. No two-run comparison passes the corrected threshold.</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All eighteen policy cells are visible. At 12,000 updates, one run gives 30 on each split, two give 30, 30 and 29, and four give 24, 20 and 23. Only the split-2 four-versus-one difference survives correction at this budget. In total four of twelve planned primary tests are detected. This does not establish equality in the other cases. For scale, the exact 95% interval for 28 successes in 30 attempts is 77.9% to 99.2%.</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Both outcomes use the same attempts. On split 1 at 8,000 updates, four starts produce 12 first confirmations but only 4 confirmations of the 500-update window. The longer window must finish inside the same constituent budget. These secondary outcomes are descriptive and do not prove permanent generalization. Future research can study other tasks, more splits and longer windows.</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The lines are conservative pointwise 95% uncertainty bounds for four-run probability minus one-run probability, expressed in percentage points. All three intervals at 8,000 updates lie below zero. The separately Holm-adjusted tests also detect all three contrasts. The intervals themselves are not simultaneous multiplicity-adjusted intervals. The conclusion is conditional on this task, small model and three fixed splits. Two-run comparisons remain unresolved. Established grokking and restart ideas are credited; this project contributes the recorded empirical comparison.</a:t>
            </a:r>
          </a:p>
          <a:p xmlns:a="http://schemas.openxmlformats.org/drawingml/2006/main">
            <a:r>
              <a:t/>
            </a:r>
          </a:p>
          <a:p xmlns:a="http://schemas.openxmlformats.org/drawingml/2006/main">
            <a:r>
              <a:t>Sources: completed study records in output/paper_v2; Assessment 9 IEEE report. Grokking: Power et al., arXiv:2201.02177. Restart theory: Streeter, Golovin and Smith (2007). Timing: Truong et al., arXiv:2605.18845. Numerical controls: Ootani, arXiv:2607.05104.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a7194aa83974ee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2c568f41fb4ac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fe7f0dcea564f9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1edd4965892430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59dc20fe6cc4fe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04cbf6d367641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18F2D0-8E74-447F-8AAD-18A52F56301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06FF839-E4C3-40BD-82C9-EC301BAEC9D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C214CB4-F683-4035-9E4C-AF34203EFF0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32142C-AD9F-4249-B644-B925CED3C0D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07F797-E151-4A23-BC39-4571BFD6471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6FB6328-6F21-49B8-AB8C-A1EC014D6E7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0A5C04-D6E4-4972-A320-D6824023B59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38056DF-0448-4D31-91E3-A9830476A80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C99016-4690-4B4C-8A15-9D7C4814C2A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0F17496-8841-4CC5-B94D-977587E243E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a6096b8025408c" /><Relationship Type="http://schemas.openxmlformats.org/officeDocument/2006/relationships/slideLayout" Target="/ppt/slideLayouts/slideLayout1.xml" Id="Ra5555dba3df74cd2" /><Relationship Type="http://schemas.openxmlformats.org/officeDocument/2006/relationships/slideLayout" Target="/ppt/slideLayouts/slideLayout2.xml" Id="R75b2d5ddcf3c4420" /><Relationship Type="http://schemas.openxmlformats.org/officeDocument/2006/relationships/slideLayout" Target="/ppt/slideLayouts/slideLayout3.xml" Id="Rda47cdd0607c4f6a" /><Relationship Type="http://schemas.openxmlformats.org/officeDocument/2006/relationships/slideLayout" Target="/ppt/slideLayouts/slideLayout4.xml" Id="R6268b40bc693446c" /><Relationship Type="http://schemas.openxmlformats.org/officeDocument/2006/relationships/slideLayout" Target="/ppt/slideLayouts/slideLayout5.xml" Id="Rcc8f75c771ef40a6" /><Relationship Type="http://schemas.openxmlformats.org/officeDocument/2006/relationships/slideLayout" Target="/ppt/slideLayouts/slideLayout6.xml" Id="R3cbbdd6b8dcc442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555dba3df74cd2"/>
    <p:sldLayoutId xmlns:r="http://schemas.openxmlformats.org/officeDocument/2006/relationships" id="2147483650" r:id="R75b2d5ddcf3c4420"/>
    <p:sldLayoutId xmlns:r="http://schemas.openxmlformats.org/officeDocument/2006/relationships" id="2147483651" r:id="Rda47cdd0607c4f6a"/>
    <p:sldLayoutId xmlns:r="http://schemas.openxmlformats.org/officeDocument/2006/relationships" id="2147483652" r:id="R6268b40bc693446c"/>
    <p:sldLayoutId xmlns:r="http://schemas.openxmlformats.org/officeDocument/2006/relationships" id="2147483653" r:id="Rcc8f75c771ef40a6"/>
    <p:sldLayoutId xmlns:r="http://schemas.openxmlformats.org/officeDocument/2006/relationships" id="2147483654" r:id="R3cbbdd6b8dcc44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cfed7a6490b492d" /><Relationship Type="http://schemas.openxmlformats.org/officeDocument/2006/relationships/notesSlide" Target="/ppt/notesSlides/notesSlide1.xml" Id="R3cc116cd09394f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0144fe9e12f4366" /><Relationship Type="http://schemas.openxmlformats.org/officeDocument/2006/relationships/chart" Target="/ppt/slides/charts/chart1.xml" Id="Rea9f27433e6b4801" /><Relationship Type="http://schemas.openxmlformats.org/officeDocument/2006/relationships/notesSlide" Target="/ppt/notesSlides/notesSlide2.xml" Id="R7fd41d7ca38f4bf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1729ad5a6bc4721" /><Relationship Type="http://schemas.openxmlformats.org/officeDocument/2006/relationships/notesSlide" Target="/ppt/notesSlides/notesSlide3.xml" Id="R201724ba58f24c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8b9c24cdd344015" /><Relationship Type="http://schemas.openxmlformats.org/officeDocument/2006/relationships/notesSlide" Target="/ppt/notesSlides/notesSlide4.xml" Id="R94505c2c9234473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e6855326aab400f" /><Relationship Type="http://schemas.openxmlformats.org/officeDocument/2006/relationships/notesSlide" Target="/ppt/notesSlides/notesSlide5.xml" Id="R775eec523d9045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b59e87fece14782" /><Relationship Type="http://schemas.openxmlformats.org/officeDocument/2006/relationships/notesSlide" Target="/ppt/notesSlides/notesSlide6.xml" Id="R325f376eba49429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25ee111f8b54d04" /><Relationship Type="http://schemas.openxmlformats.org/officeDocument/2006/relationships/chart" Target="/ppt/slides/charts/chart2.xml" Id="R0aa4f5f8168b47f9" /><Relationship Type="http://schemas.openxmlformats.org/officeDocument/2006/relationships/notesSlide" Target="/ppt/notesSlides/notesSlide7.xml" Id="R1b3d1dad70764ce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09c64507f364c4a" /><Relationship Type="http://schemas.openxmlformats.org/officeDocument/2006/relationships/chart" Target="/ppt/slides/charts/chart3.xml" Id="R8fd2ecac487e4d67" /><Relationship Type="http://schemas.openxmlformats.org/officeDocument/2006/relationships/notesSlide" Target="/ppt/notesSlides/notesSlide8.xml" Id="R020a89eebf924a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a36c50b0d0a4258" /><Relationship Type="http://schemas.openxmlformats.org/officeDocument/2006/relationships/chart" Target="/ppt/slides/charts/chart4.xml" Id="R029fb281b5f34317" /><Relationship Type="http://schemas.openxmlformats.org/officeDocument/2006/relationships/notesSlide" Target="/ppt/notesSlides/notesSlide9.xml" Id="R6fe275be8fb540e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861bbf56ca744f7" /><Relationship Type="http://schemas.openxmlformats.org/officeDocument/2006/relationships/notesSlide" Target="/ppt/notesSlides/notesSlide10.xml" Id="R76e851cb8dca4b7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Actual run nearest the original-split median</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plotArea>
      <c:scatterChart>
        <c:scatterStyle val="line"/>
        <c:varyColors val="0"/>
        <c:ser>
          <c:idx val="0"/>
          <c:order val="0"/>
          <c:tx>
            <c:v>Practice pairs</c:v>
          </c:tx>
          <c:spPr>
            <a:ln xmlns:a="http://schemas.openxmlformats.org/drawingml/2006/main" w="28575">
              <a:solidFill>
                <a:srgbClr val="175F96"/>
              </a:solidFill>
            </a:ln>
          </c:spPr>
          <c:marker>
            <c:symbol val="none"/>
          </c:marker>
          <c:xVal>
            <c:numRef>
              <c:f>'Chart Data'!$A$2:$A$282</c:f>
              <c:numCache>
                <c:formatCode>General</c:formatCode>
                <c:ptCount val="28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pt idx="41">
                  <c:v>1025</c:v>
                </c:pt>
                <c:pt idx="42">
                  <c:v>1050</c:v>
                </c:pt>
                <c:pt idx="43">
                  <c:v>1075</c:v>
                </c:pt>
                <c:pt idx="44">
                  <c:v>1100</c:v>
                </c:pt>
                <c:pt idx="45">
                  <c:v>1125</c:v>
                </c:pt>
                <c:pt idx="46">
                  <c:v>1150</c:v>
                </c:pt>
                <c:pt idx="47">
                  <c:v>1175</c:v>
                </c:pt>
                <c:pt idx="48">
                  <c:v>1200</c:v>
                </c:pt>
                <c:pt idx="49">
                  <c:v>1225</c:v>
                </c:pt>
                <c:pt idx="50">
                  <c:v>1250</c:v>
                </c:pt>
                <c:pt idx="51">
                  <c:v>1275</c:v>
                </c:pt>
                <c:pt idx="52">
                  <c:v>1300</c:v>
                </c:pt>
                <c:pt idx="53">
                  <c:v>1325</c:v>
                </c:pt>
                <c:pt idx="54">
                  <c:v>1350</c:v>
                </c:pt>
                <c:pt idx="55">
                  <c:v>1375</c:v>
                </c:pt>
                <c:pt idx="56">
                  <c:v>1400</c:v>
                </c:pt>
                <c:pt idx="57">
                  <c:v>1425</c:v>
                </c:pt>
                <c:pt idx="58">
                  <c:v>1450</c:v>
                </c:pt>
                <c:pt idx="59">
                  <c:v>1475</c:v>
                </c:pt>
                <c:pt idx="60">
                  <c:v>1500</c:v>
                </c:pt>
                <c:pt idx="61">
                  <c:v>1525</c:v>
                </c:pt>
                <c:pt idx="62">
                  <c:v>1550</c:v>
                </c:pt>
                <c:pt idx="63">
                  <c:v>1575</c:v>
                </c:pt>
                <c:pt idx="64">
                  <c:v>1600</c:v>
                </c:pt>
                <c:pt idx="65">
                  <c:v>1625</c:v>
                </c:pt>
                <c:pt idx="66">
                  <c:v>1650</c:v>
                </c:pt>
                <c:pt idx="67">
                  <c:v>1675</c:v>
                </c:pt>
                <c:pt idx="68">
                  <c:v>1700</c:v>
                </c:pt>
                <c:pt idx="69">
                  <c:v>1725</c:v>
                </c:pt>
                <c:pt idx="70">
                  <c:v>1750</c:v>
                </c:pt>
                <c:pt idx="71">
                  <c:v>1775</c:v>
                </c:pt>
                <c:pt idx="72">
                  <c:v>1800</c:v>
                </c:pt>
                <c:pt idx="73">
                  <c:v>1825</c:v>
                </c:pt>
                <c:pt idx="74">
                  <c:v>1850</c:v>
                </c:pt>
                <c:pt idx="75">
                  <c:v>1875</c:v>
                </c:pt>
                <c:pt idx="76">
                  <c:v>1900</c:v>
                </c:pt>
                <c:pt idx="77">
                  <c:v>1925</c:v>
                </c:pt>
                <c:pt idx="78">
                  <c:v>1950</c:v>
                </c:pt>
                <c:pt idx="79">
                  <c:v>1975</c:v>
                </c:pt>
                <c:pt idx="80">
                  <c:v>2000</c:v>
                </c:pt>
                <c:pt idx="81">
                  <c:v>2025</c:v>
                </c:pt>
                <c:pt idx="82">
                  <c:v>2050</c:v>
                </c:pt>
                <c:pt idx="83">
                  <c:v>2075</c:v>
                </c:pt>
                <c:pt idx="84">
                  <c:v>2100</c:v>
                </c:pt>
                <c:pt idx="85">
                  <c:v>2125</c:v>
                </c:pt>
                <c:pt idx="86">
                  <c:v>2150</c:v>
                </c:pt>
                <c:pt idx="87">
                  <c:v>2175</c:v>
                </c:pt>
                <c:pt idx="88">
                  <c:v>2200</c:v>
                </c:pt>
                <c:pt idx="89">
                  <c:v>2225</c:v>
                </c:pt>
                <c:pt idx="90">
                  <c:v>2250</c:v>
                </c:pt>
                <c:pt idx="91">
                  <c:v>2275</c:v>
                </c:pt>
                <c:pt idx="92">
                  <c:v>2300</c:v>
                </c:pt>
                <c:pt idx="93">
                  <c:v>2325</c:v>
                </c:pt>
                <c:pt idx="94">
                  <c:v>2350</c:v>
                </c:pt>
                <c:pt idx="95">
                  <c:v>2375</c:v>
                </c:pt>
                <c:pt idx="96">
                  <c:v>2400</c:v>
                </c:pt>
                <c:pt idx="97">
                  <c:v>2425</c:v>
                </c:pt>
                <c:pt idx="98">
                  <c:v>2450</c:v>
                </c:pt>
                <c:pt idx="99">
                  <c:v>2475</c:v>
                </c:pt>
                <c:pt idx="100">
                  <c:v>2500</c:v>
                </c:pt>
                <c:pt idx="101">
                  <c:v>2525</c:v>
                </c:pt>
                <c:pt idx="102">
                  <c:v>2550</c:v>
                </c:pt>
                <c:pt idx="103">
                  <c:v>2575</c:v>
                </c:pt>
                <c:pt idx="104">
                  <c:v>2600</c:v>
                </c:pt>
                <c:pt idx="105">
                  <c:v>2625</c:v>
                </c:pt>
                <c:pt idx="106">
                  <c:v>2650</c:v>
                </c:pt>
                <c:pt idx="107">
                  <c:v>2675</c:v>
                </c:pt>
                <c:pt idx="108">
                  <c:v>2700</c:v>
                </c:pt>
                <c:pt idx="109">
                  <c:v>2725</c:v>
                </c:pt>
                <c:pt idx="110">
                  <c:v>2750</c:v>
                </c:pt>
                <c:pt idx="111">
                  <c:v>2775</c:v>
                </c:pt>
                <c:pt idx="112">
                  <c:v>2800</c:v>
                </c:pt>
                <c:pt idx="113">
                  <c:v>2825</c:v>
                </c:pt>
                <c:pt idx="114">
                  <c:v>2850</c:v>
                </c:pt>
                <c:pt idx="115">
                  <c:v>2875</c:v>
                </c:pt>
                <c:pt idx="116">
                  <c:v>2900</c:v>
                </c:pt>
                <c:pt idx="117">
                  <c:v>2925</c:v>
                </c:pt>
                <c:pt idx="118">
                  <c:v>2950</c:v>
                </c:pt>
                <c:pt idx="119">
                  <c:v>2975</c:v>
                </c:pt>
                <c:pt idx="120">
                  <c:v>3000</c:v>
                </c:pt>
                <c:pt idx="121">
                  <c:v>3025</c:v>
                </c:pt>
                <c:pt idx="122">
                  <c:v>3050</c:v>
                </c:pt>
                <c:pt idx="123">
                  <c:v>3075</c:v>
                </c:pt>
                <c:pt idx="124">
                  <c:v>3100</c:v>
                </c:pt>
                <c:pt idx="125">
                  <c:v>3125</c:v>
                </c:pt>
                <c:pt idx="126">
                  <c:v>3150</c:v>
                </c:pt>
                <c:pt idx="127">
                  <c:v>3175</c:v>
                </c:pt>
                <c:pt idx="128">
                  <c:v>3200</c:v>
                </c:pt>
                <c:pt idx="129">
                  <c:v>3225</c:v>
                </c:pt>
                <c:pt idx="130">
                  <c:v>3250</c:v>
                </c:pt>
                <c:pt idx="131">
                  <c:v>3275</c:v>
                </c:pt>
                <c:pt idx="132">
                  <c:v>3300</c:v>
                </c:pt>
                <c:pt idx="133">
                  <c:v>3325</c:v>
                </c:pt>
                <c:pt idx="134">
                  <c:v>3350</c:v>
                </c:pt>
                <c:pt idx="135">
                  <c:v>3375</c:v>
                </c:pt>
                <c:pt idx="136">
                  <c:v>3400</c:v>
                </c:pt>
                <c:pt idx="137">
                  <c:v>3425</c:v>
                </c:pt>
                <c:pt idx="138">
                  <c:v>3450</c:v>
                </c:pt>
                <c:pt idx="139">
                  <c:v>3475</c:v>
                </c:pt>
                <c:pt idx="140">
                  <c:v>3500</c:v>
                </c:pt>
                <c:pt idx="141">
                  <c:v>3525</c:v>
                </c:pt>
                <c:pt idx="142">
                  <c:v>3550</c:v>
                </c:pt>
                <c:pt idx="143">
                  <c:v>3575</c:v>
                </c:pt>
                <c:pt idx="144">
                  <c:v>3600</c:v>
                </c:pt>
                <c:pt idx="145">
                  <c:v>3625</c:v>
                </c:pt>
                <c:pt idx="146">
                  <c:v>3650</c:v>
                </c:pt>
                <c:pt idx="147">
                  <c:v>3675</c:v>
                </c:pt>
                <c:pt idx="148">
                  <c:v>3700</c:v>
                </c:pt>
                <c:pt idx="149">
                  <c:v>3725</c:v>
                </c:pt>
                <c:pt idx="150">
                  <c:v>3750</c:v>
                </c:pt>
                <c:pt idx="151">
                  <c:v>3775</c:v>
                </c:pt>
                <c:pt idx="152">
                  <c:v>3800</c:v>
                </c:pt>
                <c:pt idx="153">
                  <c:v>3825</c:v>
                </c:pt>
                <c:pt idx="154">
                  <c:v>3850</c:v>
                </c:pt>
                <c:pt idx="155">
                  <c:v>3875</c:v>
                </c:pt>
                <c:pt idx="156">
                  <c:v>3900</c:v>
                </c:pt>
                <c:pt idx="157">
                  <c:v>3925</c:v>
                </c:pt>
                <c:pt idx="158">
                  <c:v>3950</c:v>
                </c:pt>
                <c:pt idx="159">
                  <c:v>3975</c:v>
                </c:pt>
                <c:pt idx="160">
                  <c:v>4000</c:v>
                </c:pt>
                <c:pt idx="161">
                  <c:v>4025</c:v>
                </c:pt>
                <c:pt idx="162">
                  <c:v>4050</c:v>
                </c:pt>
                <c:pt idx="163">
                  <c:v>4075</c:v>
                </c:pt>
                <c:pt idx="164">
                  <c:v>4100</c:v>
                </c:pt>
                <c:pt idx="165">
                  <c:v>4125</c:v>
                </c:pt>
                <c:pt idx="166">
                  <c:v>4150</c:v>
                </c:pt>
                <c:pt idx="167">
                  <c:v>4175</c:v>
                </c:pt>
                <c:pt idx="168">
                  <c:v>4200</c:v>
                </c:pt>
                <c:pt idx="169">
                  <c:v>4225</c:v>
                </c:pt>
                <c:pt idx="170">
                  <c:v>4250</c:v>
                </c:pt>
                <c:pt idx="171">
                  <c:v>4275</c:v>
                </c:pt>
                <c:pt idx="172">
                  <c:v>4300</c:v>
                </c:pt>
                <c:pt idx="173">
                  <c:v>4325</c:v>
                </c:pt>
                <c:pt idx="174">
                  <c:v>4350</c:v>
                </c:pt>
                <c:pt idx="175">
                  <c:v>4375</c:v>
                </c:pt>
                <c:pt idx="176">
                  <c:v>4400</c:v>
                </c:pt>
                <c:pt idx="177">
                  <c:v>4425</c:v>
                </c:pt>
                <c:pt idx="178">
                  <c:v>4450</c:v>
                </c:pt>
                <c:pt idx="179">
                  <c:v>4475</c:v>
                </c:pt>
                <c:pt idx="180">
                  <c:v>4500</c:v>
                </c:pt>
                <c:pt idx="181">
                  <c:v>4525</c:v>
                </c:pt>
                <c:pt idx="182">
                  <c:v>4550</c:v>
                </c:pt>
                <c:pt idx="183">
                  <c:v>4575</c:v>
                </c:pt>
                <c:pt idx="184">
                  <c:v>4600</c:v>
                </c:pt>
                <c:pt idx="185">
                  <c:v>4625</c:v>
                </c:pt>
                <c:pt idx="186">
                  <c:v>4650</c:v>
                </c:pt>
                <c:pt idx="187">
                  <c:v>4675</c:v>
                </c:pt>
                <c:pt idx="188">
                  <c:v>4700</c:v>
                </c:pt>
                <c:pt idx="189">
                  <c:v>4725</c:v>
                </c:pt>
                <c:pt idx="190">
                  <c:v>4750</c:v>
                </c:pt>
                <c:pt idx="191">
                  <c:v>4775</c:v>
                </c:pt>
                <c:pt idx="192">
                  <c:v>4800</c:v>
                </c:pt>
                <c:pt idx="193">
                  <c:v>4825</c:v>
                </c:pt>
                <c:pt idx="194">
                  <c:v>4850</c:v>
                </c:pt>
                <c:pt idx="195">
                  <c:v>4875</c:v>
                </c:pt>
                <c:pt idx="196">
                  <c:v>4900</c:v>
                </c:pt>
                <c:pt idx="197">
                  <c:v>4925</c:v>
                </c:pt>
                <c:pt idx="198">
                  <c:v>4950</c:v>
                </c:pt>
                <c:pt idx="199">
                  <c:v>4975</c:v>
                </c:pt>
                <c:pt idx="200">
                  <c:v>5000</c:v>
                </c:pt>
                <c:pt idx="201">
                  <c:v>5025</c:v>
                </c:pt>
                <c:pt idx="202">
                  <c:v>5050</c:v>
                </c:pt>
                <c:pt idx="203">
                  <c:v>5075</c:v>
                </c:pt>
                <c:pt idx="204">
                  <c:v>5100</c:v>
                </c:pt>
                <c:pt idx="205">
                  <c:v>5125</c:v>
                </c:pt>
                <c:pt idx="206">
                  <c:v>5150</c:v>
                </c:pt>
                <c:pt idx="207">
                  <c:v>5175</c:v>
                </c:pt>
                <c:pt idx="208">
                  <c:v>5200</c:v>
                </c:pt>
                <c:pt idx="209">
                  <c:v>5225</c:v>
                </c:pt>
                <c:pt idx="210">
                  <c:v>5250</c:v>
                </c:pt>
                <c:pt idx="211">
                  <c:v>5275</c:v>
                </c:pt>
                <c:pt idx="212">
                  <c:v>5300</c:v>
                </c:pt>
                <c:pt idx="213">
                  <c:v>5325</c:v>
                </c:pt>
                <c:pt idx="214">
                  <c:v>5350</c:v>
                </c:pt>
                <c:pt idx="215">
                  <c:v>5375</c:v>
                </c:pt>
                <c:pt idx="216">
                  <c:v>5400</c:v>
                </c:pt>
                <c:pt idx="217">
                  <c:v>5425</c:v>
                </c:pt>
                <c:pt idx="218">
                  <c:v>5450</c:v>
                </c:pt>
                <c:pt idx="219">
                  <c:v>5475</c:v>
                </c:pt>
                <c:pt idx="220">
                  <c:v>5500</c:v>
                </c:pt>
                <c:pt idx="221">
                  <c:v>5525</c:v>
                </c:pt>
                <c:pt idx="222">
                  <c:v>5550</c:v>
                </c:pt>
                <c:pt idx="223">
                  <c:v>5575</c:v>
                </c:pt>
                <c:pt idx="224">
                  <c:v>5600</c:v>
                </c:pt>
                <c:pt idx="225">
                  <c:v>5625</c:v>
                </c:pt>
                <c:pt idx="226">
                  <c:v>5650</c:v>
                </c:pt>
                <c:pt idx="227">
                  <c:v>5675</c:v>
                </c:pt>
                <c:pt idx="228">
                  <c:v>5700</c:v>
                </c:pt>
                <c:pt idx="229">
                  <c:v>5725</c:v>
                </c:pt>
                <c:pt idx="230">
                  <c:v>5750</c:v>
                </c:pt>
                <c:pt idx="231">
                  <c:v>5775</c:v>
                </c:pt>
                <c:pt idx="232">
                  <c:v>5800</c:v>
                </c:pt>
                <c:pt idx="233">
                  <c:v>5825</c:v>
                </c:pt>
                <c:pt idx="234">
                  <c:v>5850</c:v>
                </c:pt>
                <c:pt idx="235">
                  <c:v>5875</c:v>
                </c:pt>
                <c:pt idx="236">
                  <c:v>5900</c:v>
                </c:pt>
                <c:pt idx="237">
                  <c:v>5925</c:v>
                </c:pt>
                <c:pt idx="238">
                  <c:v>5950</c:v>
                </c:pt>
                <c:pt idx="239">
                  <c:v>5975</c:v>
                </c:pt>
                <c:pt idx="240">
                  <c:v>6000</c:v>
                </c:pt>
                <c:pt idx="241">
                  <c:v>6025</c:v>
                </c:pt>
                <c:pt idx="242">
                  <c:v>6050</c:v>
                </c:pt>
                <c:pt idx="243">
                  <c:v>6075</c:v>
                </c:pt>
                <c:pt idx="244">
                  <c:v>6100</c:v>
                </c:pt>
                <c:pt idx="245">
                  <c:v>6125</c:v>
                </c:pt>
                <c:pt idx="246">
                  <c:v>6150</c:v>
                </c:pt>
                <c:pt idx="247">
                  <c:v>6175</c:v>
                </c:pt>
                <c:pt idx="248">
                  <c:v>6200</c:v>
                </c:pt>
                <c:pt idx="249">
                  <c:v>6225</c:v>
                </c:pt>
                <c:pt idx="250">
                  <c:v>6250</c:v>
                </c:pt>
                <c:pt idx="251">
                  <c:v>6275</c:v>
                </c:pt>
                <c:pt idx="252">
                  <c:v>6300</c:v>
                </c:pt>
                <c:pt idx="253">
                  <c:v>6325</c:v>
                </c:pt>
                <c:pt idx="254">
                  <c:v>6350</c:v>
                </c:pt>
                <c:pt idx="255">
                  <c:v>6375</c:v>
                </c:pt>
                <c:pt idx="256">
                  <c:v>6400</c:v>
                </c:pt>
                <c:pt idx="257">
                  <c:v>6425</c:v>
                </c:pt>
                <c:pt idx="258">
                  <c:v>6450</c:v>
                </c:pt>
                <c:pt idx="259">
                  <c:v>6475</c:v>
                </c:pt>
                <c:pt idx="260">
                  <c:v>6500</c:v>
                </c:pt>
                <c:pt idx="261">
                  <c:v>6525</c:v>
                </c:pt>
                <c:pt idx="262">
                  <c:v>6550</c:v>
                </c:pt>
                <c:pt idx="263">
                  <c:v>6575</c:v>
                </c:pt>
                <c:pt idx="264">
                  <c:v>6600</c:v>
                </c:pt>
                <c:pt idx="265">
                  <c:v>6625</c:v>
                </c:pt>
                <c:pt idx="266">
                  <c:v>6650</c:v>
                </c:pt>
                <c:pt idx="267">
                  <c:v>6675</c:v>
                </c:pt>
                <c:pt idx="268">
                  <c:v>6700</c:v>
                </c:pt>
                <c:pt idx="269">
                  <c:v>6725</c:v>
                </c:pt>
                <c:pt idx="270">
                  <c:v>6750</c:v>
                </c:pt>
                <c:pt idx="271">
                  <c:v>6775</c:v>
                </c:pt>
                <c:pt idx="272">
                  <c:v>6800</c:v>
                </c:pt>
                <c:pt idx="273">
                  <c:v>6825</c:v>
                </c:pt>
                <c:pt idx="274">
                  <c:v>6850</c:v>
                </c:pt>
                <c:pt idx="275">
                  <c:v>6875</c:v>
                </c:pt>
                <c:pt idx="276">
                  <c:v>6900</c:v>
                </c:pt>
                <c:pt idx="277">
                  <c:v>6925</c:v>
                </c:pt>
                <c:pt idx="278">
                  <c:v>6950</c:v>
                </c:pt>
                <c:pt idx="279">
                  <c:v>6975</c:v>
                </c:pt>
                <c:pt idx="280">
                  <c:v>7000</c:v>
                </c:pt>
              </c:numCache>
            </c:numRef>
          </c:xVal>
          <c:yVal>
            <c:numRef>
              <c:f>'Chart Data'!$B$2:$B$282</c:f>
              <c:numCache>
                <c:formatCode>0%</c:formatCode>
                <c:ptCount val="281"/>
                <c:pt idx="0">
                  <c:v>0.03125</c:v>
                </c:pt>
                <c:pt idx="1">
                  <c:v>0.22916667</c:v>
                </c:pt>
                <c:pt idx="2">
                  <c:v>0.68402779</c:v>
                </c:pt>
                <c:pt idx="3">
                  <c:v>0.95833331</c:v>
                </c:pt>
                <c:pt idx="4">
                  <c:v>0.9704861</c:v>
                </c:pt>
                <c:pt idx="5">
                  <c:v>0.9826389</c:v>
                </c:pt>
                <c:pt idx="6">
                  <c:v>0.9861111</c:v>
                </c:pt>
                <c:pt idx="7">
                  <c:v>0.99131942</c:v>
                </c:pt>
                <c:pt idx="8">
                  <c:v>0.99305558</c:v>
                </c:pt>
                <c:pt idx="9">
                  <c:v>0.9982639</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1</c:v>
                </c:pt>
                <c:pt idx="61">
                  <c:v>1</c:v>
                </c:pt>
                <c:pt idx="62">
                  <c:v>1</c:v>
                </c:pt>
                <c:pt idx="63">
                  <c:v>1</c:v>
                </c:pt>
                <c:pt idx="64">
                  <c:v>1</c:v>
                </c:pt>
                <c:pt idx="65">
                  <c:v>1</c:v>
                </c:pt>
                <c:pt idx="66">
                  <c:v>0.99652779</c:v>
                </c:pt>
                <c:pt idx="67">
                  <c:v>1</c:v>
                </c:pt>
                <c:pt idx="68">
                  <c:v>1</c:v>
                </c:pt>
                <c:pt idx="69">
                  <c:v>1</c:v>
                </c:pt>
                <c:pt idx="70">
                  <c:v>1</c:v>
                </c:pt>
                <c:pt idx="71">
                  <c:v>1</c:v>
                </c:pt>
                <c:pt idx="72">
                  <c:v>1</c:v>
                </c:pt>
                <c:pt idx="73">
                  <c:v>1</c:v>
                </c:pt>
                <c:pt idx="74">
                  <c:v>1</c:v>
                </c:pt>
                <c:pt idx="75">
                  <c:v>1</c:v>
                </c:pt>
                <c:pt idx="76">
                  <c:v>1</c:v>
                </c:pt>
                <c:pt idx="77">
                  <c:v>1</c:v>
                </c:pt>
                <c:pt idx="78">
                  <c:v>1</c:v>
                </c:pt>
                <c:pt idx="79">
                  <c:v>1</c:v>
                </c:pt>
                <c:pt idx="80">
                  <c:v>1</c:v>
                </c:pt>
                <c:pt idx="81">
                  <c:v>1</c:v>
                </c:pt>
                <c:pt idx="82">
                  <c:v>1</c:v>
                </c:pt>
                <c:pt idx="83">
                  <c:v>1</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pt idx="100">
                  <c:v>1</c:v>
                </c:pt>
                <c:pt idx="101">
                  <c:v>1</c:v>
                </c:pt>
                <c:pt idx="102">
                  <c:v>1</c:v>
                </c:pt>
                <c:pt idx="103">
                  <c:v>1</c:v>
                </c:pt>
                <c:pt idx="104">
                  <c:v>1</c:v>
                </c:pt>
                <c:pt idx="105">
                  <c:v>1</c:v>
                </c:pt>
                <c:pt idx="106">
                  <c:v>1</c:v>
                </c:pt>
                <c:pt idx="107">
                  <c:v>1</c:v>
                </c:pt>
                <c:pt idx="108">
                  <c:v>1</c:v>
                </c:pt>
                <c:pt idx="109">
                  <c:v>1</c:v>
                </c:pt>
                <c:pt idx="110">
                  <c:v>1</c:v>
                </c:pt>
                <c:pt idx="111">
                  <c:v>1</c:v>
                </c:pt>
                <c:pt idx="112">
                  <c:v>1</c:v>
                </c:pt>
                <c:pt idx="113">
                  <c:v>1</c:v>
                </c:pt>
                <c:pt idx="114">
                  <c:v>1</c:v>
                </c:pt>
                <c:pt idx="115">
                  <c:v>1</c:v>
                </c:pt>
                <c:pt idx="116">
                  <c:v>1</c:v>
                </c:pt>
                <c:pt idx="117">
                  <c:v>1</c:v>
                </c:pt>
                <c:pt idx="118">
                  <c:v>1</c:v>
                </c:pt>
                <c:pt idx="119">
                  <c:v>1</c:v>
                </c:pt>
                <c:pt idx="120">
                  <c:v>1</c:v>
                </c:pt>
                <c:pt idx="121">
                  <c:v>1</c:v>
                </c:pt>
                <c:pt idx="122">
                  <c:v>1</c:v>
                </c:pt>
                <c:pt idx="123">
                  <c:v>1</c:v>
                </c:pt>
                <c:pt idx="124">
                  <c:v>1</c:v>
                </c:pt>
                <c:pt idx="125">
                  <c:v>1</c:v>
                </c:pt>
                <c:pt idx="126">
                  <c:v>1</c:v>
                </c:pt>
                <c:pt idx="127">
                  <c:v>1</c:v>
                </c:pt>
                <c:pt idx="128">
                  <c:v>1</c:v>
                </c:pt>
                <c:pt idx="129">
                  <c:v>1</c:v>
                </c:pt>
                <c:pt idx="130">
                  <c:v>1</c:v>
                </c:pt>
                <c:pt idx="131">
                  <c:v>1</c:v>
                </c:pt>
                <c:pt idx="132">
                  <c:v>1</c:v>
                </c:pt>
                <c:pt idx="133">
                  <c:v>1</c:v>
                </c:pt>
                <c:pt idx="134">
                  <c:v>1</c:v>
                </c:pt>
                <c:pt idx="135">
                  <c:v>1</c:v>
                </c:pt>
                <c:pt idx="136">
                  <c:v>1</c:v>
                </c:pt>
                <c:pt idx="137">
                  <c:v>1</c:v>
                </c:pt>
                <c:pt idx="138">
                  <c:v>1</c:v>
                </c:pt>
                <c:pt idx="139">
                  <c:v>1</c:v>
                </c:pt>
                <c:pt idx="140">
                  <c:v>1</c:v>
                </c:pt>
                <c:pt idx="141">
                  <c:v>1</c:v>
                </c:pt>
                <c:pt idx="142">
                  <c:v>1</c:v>
                </c:pt>
                <c:pt idx="143">
                  <c:v>1</c:v>
                </c:pt>
                <c:pt idx="144">
                  <c:v>1</c:v>
                </c:pt>
                <c:pt idx="145">
                  <c:v>1</c:v>
                </c:pt>
                <c:pt idx="146">
                  <c:v>1</c:v>
                </c:pt>
                <c:pt idx="147">
                  <c:v>1</c:v>
                </c:pt>
                <c:pt idx="148">
                  <c:v>1</c:v>
                </c:pt>
                <c:pt idx="149">
                  <c:v>1</c:v>
                </c:pt>
                <c:pt idx="150">
                  <c:v>1</c:v>
                </c:pt>
                <c:pt idx="151">
                  <c:v>1</c:v>
                </c:pt>
                <c:pt idx="152">
                  <c:v>1</c:v>
                </c:pt>
                <c:pt idx="153">
                  <c:v>1</c:v>
                </c:pt>
                <c:pt idx="154">
                  <c:v>1</c:v>
                </c:pt>
                <c:pt idx="155">
                  <c:v>1</c:v>
                </c:pt>
                <c:pt idx="156">
                  <c:v>1</c:v>
                </c:pt>
                <c:pt idx="157">
                  <c:v>1</c:v>
                </c:pt>
                <c:pt idx="158">
                  <c:v>1</c:v>
                </c:pt>
                <c:pt idx="159">
                  <c:v>1</c:v>
                </c:pt>
                <c:pt idx="160">
                  <c:v>1</c:v>
                </c:pt>
                <c:pt idx="161">
                  <c:v>1</c:v>
                </c:pt>
                <c:pt idx="162">
                  <c:v>1</c:v>
                </c:pt>
                <c:pt idx="163">
                  <c:v>1</c:v>
                </c:pt>
                <c:pt idx="164">
                  <c:v>1</c:v>
                </c:pt>
                <c:pt idx="165">
                  <c:v>1</c:v>
                </c:pt>
                <c:pt idx="166">
                  <c:v>1</c:v>
                </c:pt>
                <c:pt idx="167">
                  <c:v>1</c:v>
                </c:pt>
                <c:pt idx="168">
                  <c:v>1</c:v>
                </c:pt>
                <c:pt idx="169">
                  <c:v>1</c:v>
                </c:pt>
                <c:pt idx="170">
                  <c:v>1</c:v>
                </c:pt>
                <c:pt idx="171">
                  <c:v>1</c:v>
                </c:pt>
                <c:pt idx="172">
                  <c:v>1</c:v>
                </c:pt>
                <c:pt idx="173">
                  <c:v>1</c:v>
                </c:pt>
                <c:pt idx="174">
                  <c:v>1</c:v>
                </c:pt>
                <c:pt idx="175">
                  <c:v>1</c:v>
                </c:pt>
                <c:pt idx="176">
                  <c:v>1</c:v>
                </c:pt>
                <c:pt idx="177">
                  <c:v>1</c:v>
                </c:pt>
                <c:pt idx="178">
                  <c:v>1</c:v>
                </c:pt>
                <c:pt idx="179">
                  <c:v>1</c:v>
                </c:pt>
                <c:pt idx="180">
                  <c:v>1</c:v>
                </c:pt>
                <c:pt idx="181">
                  <c:v>1</c:v>
                </c:pt>
                <c:pt idx="182">
                  <c:v>1</c:v>
                </c:pt>
                <c:pt idx="183">
                  <c:v>1</c:v>
                </c:pt>
                <c:pt idx="184">
                  <c:v>1</c:v>
                </c:pt>
                <c:pt idx="185">
                  <c:v>1</c:v>
                </c:pt>
                <c:pt idx="186">
                  <c:v>1</c:v>
                </c:pt>
                <c:pt idx="187">
                  <c:v>1</c:v>
                </c:pt>
                <c:pt idx="188">
                  <c:v>1</c:v>
                </c:pt>
                <c:pt idx="189">
                  <c:v>0.82291669</c:v>
                </c:pt>
                <c:pt idx="190">
                  <c:v>1</c:v>
                </c:pt>
                <c:pt idx="191">
                  <c:v>1</c:v>
                </c:pt>
                <c:pt idx="192">
                  <c:v>1</c:v>
                </c:pt>
                <c:pt idx="193">
                  <c:v>1</c:v>
                </c:pt>
                <c:pt idx="194">
                  <c:v>1</c:v>
                </c:pt>
                <c:pt idx="195">
                  <c:v>1</c:v>
                </c:pt>
                <c:pt idx="196">
                  <c:v>1</c:v>
                </c:pt>
                <c:pt idx="197">
                  <c:v>1</c:v>
                </c:pt>
                <c:pt idx="198">
                  <c:v>1</c:v>
                </c:pt>
                <c:pt idx="199">
                  <c:v>1</c:v>
                </c:pt>
                <c:pt idx="200">
                  <c:v>1</c:v>
                </c:pt>
                <c:pt idx="201">
                  <c:v>1</c:v>
                </c:pt>
                <c:pt idx="202">
                  <c:v>1</c:v>
                </c:pt>
                <c:pt idx="203">
                  <c:v>1</c:v>
                </c:pt>
                <c:pt idx="204">
                  <c:v>1</c:v>
                </c:pt>
                <c:pt idx="205">
                  <c:v>1</c:v>
                </c:pt>
                <c:pt idx="206">
                  <c:v>1</c:v>
                </c:pt>
                <c:pt idx="207">
                  <c:v>1</c:v>
                </c:pt>
                <c:pt idx="208">
                  <c:v>1</c:v>
                </c:pt>
                <c:pt idx="209">
                  <c:v>1</c:v>
                </c:pt>
                <c:pt idx="210">
                  <c:v>1</c:v>
                </c:pt>
                <c:pt idx="211">
                  <c:v>1</c:v>
                </c:pt>
                <c:pt idx="212">
                  <c:v>1</c:v>
                </c:pt>
                <c:pt idx="213">
                  <c:v>1</c:v>
                </c:pt>
                <c:pt idx="214">
                  <c:v>1</c:v>
                </c:pt>
                <c:pt idx="215">
                  <c:v>1</c:v>
                </c:pt>
                <c:pt idx="216">
                  <c:v>1</c:v>
                </c:pt>
                <c:pt idx="217">
                  <c:v>1</c:v>
                </c:pt>
                <c:pt idx="218">
                  <c:v>1</c:v>
                </c:pt>
                <c:pt idx="219">
                  <c:v>1</c:v>
                </c:pt>
                <c:pt idx="220">
                  <c:v>1</c:v>
                </c:pt>
                <c:pt idx="221">
                  <c:v>1</c:v>
                </c:pt>
                <c:pt idx="222">
                  <c:v>1</c:v>
                </c:pt>
                <c:pt idx="223">
                  <c:v>1</c:v>
                </c:pt>
                <c:pt idx="224">
                  <c:v>1</c:v>
                </c:pt>
                <c:pt idx="225">
                  <c:v>1</c:v>
                </c:pt>
                <c:pt idx="226">
                  <c:v>1</c:v>
                </c:pt>
                <c:pt idx="227">
                  <c:v>1</c:v>
                </c:pt>
                <c:pt idx="228">
                  <c:v>1</c:v>
                </c:pt>
                <c:pt idx="229">
                  <c:v>1</c:v>
                </c:pt>
                <c:pt idx="230">
                  <c:v>1</c:v>
                </c:pt>
                <c:pt idx="231">
                  <c:v>1</c:v>
                </c:pt>
                <c:pt idx="232">
                  <c:v>1</c:v>
                </c:pt>
                <c:pt idx="233">
                  <c:v>1</c:v>
                </c:pt>
                <c:pt idx="234">
                  <c:v>1</c:v>
                </c:pt>
                <c:pt idx="235">
                  <c:v>1</c:v>
                </c:pt>
                <c:pt idx="236">
                  <c:v>1</c:v>
                </c:pt>
                <c:pt idx="237">
                  <c:v>1</c:v>
                </c:pt>
                <c:pt idx="238">
                  <c:v>1</c:v>
                </c:pt>
                <c:pt idx="239">
                  <c:v>1</c:v>
                </c:pt>
                <c:pt idx="240">
                  <c:v>1</c:v>
                </c:pt>
                <c:pt idx="241">
                  <c:v>1</c:v>
                </c:pt>
                <c:pt idx="242">
                  <c:v>1</c:v>
                </c:pt>
                <c:pt idx="243">
                  <c:v>1</c:v>
                </c:pt>
                <c:pt idx="244">
                  <c:v>1</c:v>
                </c:pt>
                <c:pt idx="245">
                  <c:v>1</c:v>
                </c:pt>
                <c:pt idx="246">
                  <c:v>1</c:v>
                </c:pt>
                <c:pt idx="247">
                  <c:v>1</c:v>
                </c:pt>
                <c:pt idx="248">
                  <c:v>1</c:v>
                </c:pt>
                <c:pt idx="249">
                  <c:v>1</c:v>
                </c:pt>
                <c:pt idx="250">
                  <c:v>1</c:v>
                </c:pt>
                <c:pt idx="251">
                  <c:v>1</c:v>
                </c:pt>
                <c:pt idx="252">
                  <c:v>1</c:v>
                </c:pt>
                <c:pt idx="253">
                  <c:v>1</c:v>
                </c:pt>
                <c:pt idx="254">
                  <c:v>1</c:v>
                </c:pt>
                <c:pt idx="255">
                  <c:v>1</c:v>
                </c:pt>
                <c:pt idx="256">
                  <c:v>1</c:v>
                </c:pt>
                <c:pt idx="257">
                  <c:v>1</c:v>
                </c:pt>
                <c:pt idx="258">
                  <c:v>1</c:v>
                </c:pt>
                <c:pt idx="259">
                  <c:v>1</c:v>
                </c:pt>
                <c:pt idx="260">
                  <c:v>1</c:v>
                </c:pt>
                <c:pt idx="261">
                  <c:v>1</c:v>
                </c:pt>
                <c:pt idx="262">
                  <c:v>1</c:v>
                </c:pt>
                <c:pt idx="263">
                  <c:v>1</c:v>
                </c:pt>
                <c:pt idx="264">
                  <c:v>1</c:v>
                </c:pt>
                <c:pt idx="265">
                  <c:v>1</c:v>
                </c:pt>
                <c:pt idx="266">
                  <c:v>1</c:v>
                </c:pt>
                <c:pt idx="267">
                  <c:v>1</c:v>
                </c:pt>
                <c:pt idx="268">
                  <c:v>1</c:v>
                </c:pt>
                <c:pt idx="269">
                  <c:v>1</c:v>
                </c:pt>
                <c:pt idx="270">
                  <c:v>1</c:v>
                </c:pt>
                <c:pt idx="271">
                  <c:v>1</c:v>
                </c:pt>
                <c:pt idx="272">
                  <c:v>1</c:v>
                </c:pt>
                <c:pt idx="273">
                  <c:v>1</c:v>
                </c:pt>
                <c:pt idx="274">
                  <c:v>1</c:v>
                </c:pt>
                <c:pt idx="275">
                  <c:v>1</c:v>
                </c:pt>
                <c:pt idx="276">
                  <c:v>1</c:v>
                </c:pt>
                <c:pt idx="277">
                  <c:v>1</c:v>
                </c:pt>
                <c:pt idx="278">
                  <c:v>1</c:v>
                </c:pt>
                <c:pt idx="279">
                  <c:v>1</c:v>
                </c:pt>
                <c:pt idx="280">
                  <c:v>1</c:v>
                </c:pt>
              </c:numCache>
            </c:numRef>
          </c:yVal>
        </c:ser>
        <c:ser>
          <c:idx val="1"/>
          <c:order val="1"/>
          <c:tx>
            <c:v>Held-out pairs</c:v>
          </c:tx>
          <c:spPr>
            <a:ln xmlns:a="http://schemas.openxmlformats.org/drawingml/2006/main" w="28575">
              <a:solidFill>
                <a:srgbClr val="637E8E"/>
              </a:solidFill>
            </a:ln>
          </c:spPr>
          <c:marker>
            <c:symbol val="none"/>
          </c:marker>
          <c:xVal>
            <c:numRef>
              <c:f>'Chart Data'!$C$2:$C$282</c:f>
              <c:numCache>
                <c:formatCode>General</c:formatCode>
                <c:ptCount val="28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pt idx="41">
                  <c:v>1025</c:v>
                </c:pt>
                <c:pt idx="42">
                  <c:v>1050</c:v>
                </c:pt>
                <c:pt idx="43">
                  <c:v>1075</c:v>
                </c:pt>
                <c:pt idx="44">
                  <c:v>1100</c:v>
                </c:pt>
                <c:pt idx="45">
                  <c:v>1125</c:v>
                </c:pt>
                <c:pt idx="46">
                  <c:v>1150</c:v>
                </c:pt>
                <c:pt idx="47">
                  <c:v>1175</c:v>
                </c:pt>
                <c:pt idx="48">
                  <c:v>1200</c:v>
                </c:pt>
                <c:pt idx="49">
                  <c:v>1225</c:v>
                </c:pt>
                <c:pt idx="50">
                  <c:v>1250</c:v>
                </c:pt>
                <c:pt idx="51">
                  <c:v>1275</c:v>
                </c:pt>
                <c:pt idx="52">
                  <c:v>1300</c:v>
                </c:pt>
                <c:pt idx="53">
                  <c:v>1325</c:v>
                </c:pt>
                <c:pt idx="54">
                  <c:v>1350</c:v>
                </c:pt>
                <c:pt idx="55">
                  <c:v>1375</c:v>
                </c:pt>
                <c:pt idx="56">
                  <c:v>1400</c:v>
                </c:pt>
                <c:pt idx="57">
                  <c:v>1425</c:v>
                </c:pt>
                <c:pt idx="58">
                  <c:v>1450</c:v>
                </c:pt>
                <c:pt idx="59">
                  <c:v>1475</c:v>
                </c:pt>
                <c:pt idx="60">
                  <c:v>1500</c:v>
                </c:pt>
                <c:pt idx="61">
                  <c:v>1525</c:v>
                </c:pt>
                <c:pt idx="62">
                  <c:v>1550</c:v>
                </c:pt>
                <c:pt idx="63">
                  <c:v>1575</c:v>
                </c:pt>
                <c:pt idx="64">
                  <c:v>1600</c:v>
                </c:pt>
                <c:pt idx="65">
                  <c:v>1625</c:v>
                </c:pt>
                <c:pt idx="66">
                  <c:v>1650</c:v>
                </c:pt>
                <c:pt idx="67">
                  <c:v>1675</c:v>
                </c:pt>
                <c:pt idx="68">
                  <c:v>1700</c:v>
                </c:pt>
                <c:pt idx="69">
                  <c:v>1725</c:v>
                </c:pt>
                <c:pt idx="70">
                  <c:v>1750</c:v>
                </c:pt>
                <c:pt idx="71">
                  <c:v>1775</c:v>
                </c:pt>
                <c:pt idx="72">
                  <c:v>1800</c:v>
                </c:pt>
                <c:pt idx="73">
                  <c:v>1825</c:v>
                </c:pt>
                <c:pt idx="74">
                  <c:v>1850</c:v>
                </c:pt>
                <c:pt idx="75">
                  <c:v>1875</c:v>
                </c:pt>
                <c:pt idx="76">
                  <c:v>1900</c:v>
                </c:pt>
                <c:pt idx="77">
                  <c:v>1925</c:v>
                </c:pt>
                <c:pt idx="78">
                  <c:v>1950</c:v>
                </c:pt>
                <c:pt idx="79">
                  <c:v>1975</c:v>
                </c:pt>
                <c:pt idx="80">
                  <c:v>2000</c:v>
                </c:pt>
                <c:pt idx="81">
                  <c:v>2025</c:v>
                </c:pt>
                <c:pt idx="82">
                  <c:v>2050</c:v>
                </c:pt>
                <c:pt idx="83">
                  <c:v>2075</c:v>
                </c:pt>
                <c:pt idx="84">
                  <c:v>2100</c:v>
                </c:pt>
                <c:pt idx="85">
                  <c:v>2125</c:v>
                </c:pt>
                <c:pt idx="86">
                  <c:v>2150</c:v>
                </c:pt>
                <c:pt idx="87">
                  <c:v>2175</c:v>
                </c:pt>
                <c:pt idx="88">
                  <c:v>2200</c:v>
                </c:pt>
                <c:pt idx="89">
                  <c:v>2225</c:v>
                </c:pt>
                <c:pt idx="90">
                  <c:v>2250</c:v>
                </c:pt>
                <c:pt idx="91">
                  <c:v>2275</c:v>
                </c:pt>
                <c:pt idx="92">
                  <c:v>2300</c:v>
                </c:pt>
                <c:pt idx="93">
                  <c:v>2325</c:v>
                </c:pt>
                <c:pt idx="94">
                  <c:v>2350</c:v>
                </c:pt>
                <c:pt idx="95">
                  <c:v>2375</c:v>
                </c:pt>
                <c:pt idx="96">
                  <c:v>2400</c:v>
                </c:pt>
                <c:pt idx="97">
                  <c:v>2425</c:v>
                </c:pt>
                <c:pt idx="98">
                  <c:v>2450</c:v>
                </c:pt>
                <c:pt idx="99">
                  <c:v>2475</c:v>
                </c:pt>
                <c:pt idx="100">
                  <c:v>2500</c:v>
                </c:pt>
                <c:pt idx="101">
                  <c:v>2525</c:v>
                </c:pt>
                <c:pt idx="102">
                  <c:v>2550</c:v>
                </c:pt>
                <c:pt idx="103">
                  <c:v>2575</c:v>
                </c:pt>
                <c:pt idx="104">
                  <c:v>2600</c:v>
                </c:pt>
                <c:pt idx="105">
                  <c:v>2625</c:v>
                </c:pt>
                <c:pt idx="106">
                  <c:v>2650</c:v>
                </c:pt>
                <c:pt idx="107">
                  <c:v>2675</c:v>
                </c:pt>
                <c:pt idx="108">
                  <c:v>2700</c:v>
                </c:pt>
                <c:pt idx="109">
                  <c:v>2725</c:v>
                </c:pt>
                <c:pt idx="110">
                  <c:v>2750</c:v>
                </c:pt>
                <c:pt idx="111">
                  <c:v>2775</c:v>
                </c:pt>
                <c:pt idx="112">
                  <c:v>2800</c:v>
                </c:pt>
                <c:pt idx="113">
                  <c:v>2825</c:v>
                </c:pt>
                <c:pt idx="114">
                  <c:v>2850</c:v>
                </c:pt>
                <c:pt idx="115">
                  <c:v>2875</c:v>
                </c:pt>
                <c:pt idx="116">
                  <c:v>2900</c:v>
                </c:pt>
                <c:pt idx="117">
                  <c:v>2925</c:v>
                </c:pt>
                <c:pt idx="118">
                  <c:v>2950</c:v>
                </c:pt>
                <c:pt idx="119">
                  <c:v>2975</c:v>
                </c:pt>
                <c:pt idx="120">
                  <c:v>3000</c:v>
                </c:pt>
                <c:pt idx="121">
                  <c:v>3025</c:v>
                </c:pt>
                <c:pt idx="122">
                  <c:v>3050</c:v>
                </c:pt>
                <c:pt idx="123">
                  <c:v>3075</c:v>
                </c:pt>
                <c:pt idx="124">
                  <c:v>3100</c:v>
                </c:pt>
                <c:pt idx="125">
                  <c:v>3125</c:v>
                </c:pt>
                <c:pt idx="126">
                  <c:v>3150</c:v>
                </c:pt>
                <c:pt idx="127">
                  <c:v>3175</c:v>
                </c:pt>
                <c:pt idx="128">
                  <c:v>3200</c:v>
                </c:pt>
                <c:pt idx="129">
                  <c:v>3225</c:v>
                </c:pt>
                <c:pt idx="130">
                  <c:v>3250</c:v>
                </c:pt>
                <c:pt idx="131">
                  <c:v>3275</c:v>
                </c:pt>
                <c:pt idx="132">
                  <c:v>3300</c:v>
                </c:pt>
                <c:pt idx="133">
                  <c:v>3325</c:v>
                </c:pt>
                <c:pt idx="134">
                  <c:v>3350</c:v>
                </c:pt>
                <c:pt idx="135">
                  <c:v>3375</c:v>
                </c:pt>
                <c:pt idx="136">
                  <c:v>3400</c:v>
                </c:pt>
                <c:pt idx="137">
                  <c:v>3425</c:v>
                </c:pt>
                <c:pt idx="138">
                  <c:v>3450</c:v>
                </c:pt>
                <c:pt idx="139">
                  <c:v>3475</c:v>
                </c:pt>
                <c:pt idx="140">
                  <c:v>3500</c:v>
                </c:pt>
                <c:pt idx="141">
                  <c:v>3525</c:v>
                </c:pt>
                <c:pt idx="142">
                  <c:v>3550</c:v>
                </c:pt>
                <c:pt idx="143">
                  <c:v>3575</c:v>
                </c:pt>
                <c:pt idx="144">
                  <c:v>3600</c:v>
                </c:pt>
                <c:pt idx="145">
                  <c:v>3625</c:v>
                </c:pt>
                <c:pt idx="146">
                  <c:v>3650</c:v>
                </c:pt>
                <c:pt idx="147">
                  <c:v>3675</c:v>
                </c:pt>
                <c:pt idx="148">
                  <c:v>3700</c:v>
                </c:pt>
                <c:pt idx="149">
                  <c:v>3725</c:v>
                </c:pt>
                <c:pt idx="150">
                  <c:v>3750</c:v>
                </c:pt>
                <c:pt idx="151">
                  <c:v>3775</c:v>
                </c:pt>
                <c:pt idx="152">
                  <c:v>3800</c:v>
                </c:pt>
                <c:pt idx="153">
                  <c:v>3825</c:v>
                </c:pt>
                <c:pt idx="154">
                  <c:v>3850</c:v>
                </c:pt>
                <c:pt idx="155">
                  <c:v>3875</c:v>
                </c:pt>
                <c:pt idx="156">
                  <c:v>3900</c:v>
                </c:pt>
                <c:pt idx="157">
                  <c:v>3925</c:v>
                </c:pt>
                <c:pt idx="158">
                  <c:v>3950</c:v>
                </c:pt>
                <c:pt idx="159">
                  <c:v>3975</c:v>
                </c:pt>
                <c:pt idx="160">
                  <c:v>4000</c:v>
                </c:pt>
                <c:pt idx="161">
                  <c:v>4025</c:v>
                </c:pt>
                <c:pt idx="162">
                  <c:v>4050</c:v>
                </c:pt>
                <c:pt idx="163">
                  <c:v>4075</c:v>
                </c:pt>
                <c:pt idx="164">
                  <c:v>4100</c:v>
                </c:pt>
                <c:pt idx="165">
                  <c:v>4125</c:v>
                </c:pt>
                <c:pt idx="166">
                  <c:v>4150</c:v>
                </c:pt>
                <c:pt idx="167">
                  <c:v>4175</c:v>
                </c:pt>
                <c:pt idx="168">
                  <c:v>4200</c:v>
                </c:pt>
                <c:pt idx="169">
                  <c:v>4225</c:v>
                </c:pt>
                <c:pt idx="170">
                  <c:v>4250</c:v>
                </c:pt>
                <c:pt idx="171">
                  <c:v>4275</c:v>
                </c:pt>
                <c:pt idx="172">
                  <c:v>4300</c:v>
                </c:pt>
                <c:pt idx="173">
                  <c:v>4325</c:v>
                </c:pt>
                <c:pt idx="174">
                  <c:v>4350</c:v>
                </c:pt>
                <c:pt idx="175">
                  <c:v>4375</c:v>
                </c:pt>
                <c:pt idx="176">
                  <c:v>4400</c:v>
                </c:pt>
                <c:pt idx="177">
                  <c:v>4425</c:v>
                </c:pt>
                <c:pt idx="178">
                  <c:v>4450</c:v>
                </c:pt>
                <c:pt idx="179">
                  <c:v>4475</c:v>
                </c:pt>
                <c:pt idx="180">
                  <c:v>4500</c:v>
                </c:pt>
                <c:pt idx="181">
                  <c:v>4525</c:v>
                </c:pt>
                <c:pt idx="182">
                  <c:v>4550</c:v>
                </c:pt>
                <c:pt idx="183">
                  <c:v>4575</c:v>
                </c:pt>
                <c:pt idx="184">
                  <c:v>4600</c:v>
                </c:pt>
                <c:pt idx="185">
                  <c:v>4625</c:v>
                </c:pt>
                <c:pt idx="186">
                  <c:v>4650</c:v>
                </c:pt>
                <c:pt idx="187">
                  <c:v>4675</c:v>
                </c:pt>
                <c:pt idx="188">
                  <c:v>4700</c:v>
                </c:pt>
                <c:pt idx="189">
                  <c:v>4725</c:v>
                </c:pt>
                <c:pt idx="190">
                  <c:v>4750</c:v>
                </c:pt>
                <c:pt idx="191">
                  <c:v>4775</c:v>
                </c:pt>
                <c:pt idx="192">
                  <c:v>4800</c:v>
                </c:pt>
                <c:pt idx="193">
                  <c:v>4825</c:v>
                </c:pt>
                <c:pt idx="194">
                  <c:v>4850</c:v>
                </c:pt>
                <c:pt idx="195">
                  <c:v>4875</c:v>
                </c:pt>
                <c:pt idx="196">
                  <c:v>4900</c:v>
                </c:pt>
                <c:pt idx="197">
                  <c:v>4925</c:v>
                </c:pt>
                <c:pt idx="198">
                  <c:v>4950</c:v>
                </c:pt>
                <c:pt idx="199">
                  <c:v>4975</c:v>
                </c:pt>
                <c:pt idx="200">
                  <c:v>5000</c:v>
                </c:pt>
                <c:pt idx="201">
                  <c:v>5025</c:v>
                </c:pt>
                <c:pt idx="202">
                  <c:v>5050</c:v>
                </c:pt>
                <c:pt idx="203">
                  <c:v>5075</c:v>
                </c:pt>
                <c:pt idx="204">
                  <c:v>5100</c:v>
                </c:pt>
                <c:pt idx="205">
                  <c:v>5125</c:v>
                </c:pt>
                <c:pt idx="206">
                  <c:v>5150</c:v>
                </c:pt>
                <c:pt idx="207">
                  <c:v>5175</c:v>
                </c:pt>
                <c:pt idx="208">
                  <c:v>5200</c:v>
                </c:pt>
                <c:pt idx="209">
                  <c:v>5225</c:v>
                </c:pt>
                <c:pt idx="210">
                  <c:v>5250</c:v>
                </c:pt>
                <c:pt idx="211">
                  <c:v>5275</c:v>
                </c:pt>
                <c:pt idx="212">
                  <c:v>5300</c:v>
                </c:pt>
                <c:pt idx="213">
                  <c:v>5325</c:v>
                </c:pt>
                <c:pt idx="214">
                  <c:v>5350</c:v>
                </c:pt>
                <c:pt idx="215">
                  <c:v>5375</c:v>
                </c:pt>
                <c:pt idx="216">
                  <c:v>5400</c:v>
                </c:pt>
                <c:pt idx="217">
                  <c:v>5425</c:v>
                </c:pt>
                <c:pt idx="218">
                  <c:v>5450</c:v>
                </c:pt>
                <c:pt idx="219">
                  <c:v>5475</c:v>
                </c:pt>
                <c:pt idx="220">
                  <c:v>5500</c:v>
                </c:pt>
                <c:pt idx="221">
                  <c:v>5525</c:v>
                </c:pt>
                <c:pt idx="222">
                  <c:v>5550</c:v>
                </c:pt>
                <c:pt idx="223">
                  <c:v>5575</c:v>
                </c:pt>
                <c:pt idx="224">
                  <c:v>5600</c:v>
                </c:pt>
                <c:pt idx="225">
                  <c:v>5625</c:v>
                </c:pt>
                <c:pt idx="226">
                  <c:v>5650</c:v>
                </c:pt>
                <c:pt idx="227">
                  <c:v>5675</c:v>
                </c:pt>
                <c:pt idx="228">
                  <c:v>5700</c:v>
                </c:pt>
                <c:pt idx="229">
                  <c:v>5725</c:v>
                </c:pt>
                <c:pt idx="230">
                  <c:v>5750</c:v>
                </c:pt>
                <c:pt idx="231">
                  <c:v>5775</c:v>
                </c:pt>
                <c:pt idx="232">
                  <c:v>5800</c:v>
                </c:pt>
                <c:pt idx="233">
                  <c:v>5825</c:v>
                </c:pt>
                <c:pt idx="234">
                  <c:v>5850</c:v>
                </c:pt>
                <c:pt idx="235">
                  <c:v>5875</c:v>
                </c:pt>
                <c:pt idx="236">
                  <c:v>5900</c:v>
                </c:pt>
                <c:pt idx="237">
                  <c:v>5925</c:v>
                </c:pt>
                <c:pt idx="238">
                  <c:v>5950</c:v>
                </c:pt>
                <c:pt idx="239">
                  <c:v>5975</c:v>
                </c:pt>
                <c:pt idx="240">
                  <c:v>6000</c:v>
                </c:pt>
                <c:pt idx="241">
                  <c:v>6025</c:v>
                </c:pt>
                <c:pt idx="242">
                  <c:v>6050</c:v>
                </c:pt>
                <c:pt idx="243">
                  <c:v>6075</c:v>
                </c:pt>
                <c:pt idx="244">
                  <c:v>6100</c:v>
                </c:pt>
                <c:pt idx="245">
                  <c:v>6125</c:v>
                </c:pt>
                <c:pt idx="246">
                  <c:v>6150</c:v>
                </c:pt>
                <c:pt idx="247">
                  <c:v>6175</c:v>
                </c:pt>
                <c:pt idx="248">
                  <c:v>6200</c:v>
                </c:pt>
                <c:pt idx="249">
                  <c:v>6225</c:v>
                </c:pt>
                <c:pt idx="250">
                  <c:v>6250</c:v>
                </c:pt>
                <c:pt idx="251">
                  <c:v>6275</c:v>
                </c:pt>
                <c:pt idx="252">
                  <c:v>6300</c:v>
                </c:pt>
                <c:pt idx="253">
                  <c:v>6325</c:v>
                </c:pt>
                <c:pt idx="254">
                  <c:v>6350</c:v>
                </c:pt>
                <c:pt idx="255">
                  <c:v>6375</c:v>
                </c:pt>
                <c:pt idx="256">
                  <c:v>6400</c:v>
                </c:pt>
                <c:pt idx="257">
                  <c:v>6425</c:v>
                </c:pt>
                <c:pt idx="258">
                  <c:v>6450</c:v>
                </c:pt>
                <c:pt idx="259">
                  <c:v>6475</c:v>
                </c:pt>
                <c:pt idx="260">
                  <c:v>6500</c:v>
                </c:pt>
                <c:pt idx="261">
                  <c:v>6525</c:v>
                </c:pt>
                <c:pt idx="262">
                  <c:v>6550</c:v>
                </c:pt>
                <c:pt idx="263">
                  <c:v>6575</c:v>
                </c:pt>
                <c:pt idx="264">
                  <c:v>6600</c:v>
                </c:pt>
                <c:pt idx="265">
                  <c:v>6625</c:v>
                </c:pt>
                <c:pt idx="266">
                  <c:v>6650</c:v>
                </c:pt>
                <c:pt idx="267">
                  <c:v>6675</c:v>
                </c:pt>
                <c:pt idx="268">
                  <c:v>6700</c:v>
                </c:pt>
                <c:pt idx="269">
                  <c:v>6725</c:v>
                </c:pt>
                <c:pt idx="270">
                  <c:v>6750</c:v>
                </c:pt>
                <c:pt idx="271">
                  <c:v>6775</c:v>
                </c:pt>
                <c:pt idx="272">
                  <c:v>6800</c:v>
                </c:pt>
                <c:pt idx="273">
                  <c:v>6825</c:v>
                </c:pt>
                <c:pt idx="274">
                  <c:v>6850</c:v>
                </c:pt>
                <c:pt idx="275">
                  <c:v>6875</c:v>
                </c:pt>
                <c:pt idx="276">
                  <c:v>6900</c:v>
                </c:pt>
                <c:pt idx="277">
                  <c:v>6925</c:v>
                </c:pt>
                <c:pt idx="278">
                  <c:v>6950</c:v>
                </c:pt>
                <c:pt idx="279">
                  <c:v>6975</c:v>
                </c:pt>
                <c:pt idx="280">
                  <c:v>7000</c:v>
                </c:pt>
              </c:numCache>
            </c:numRef>
          </c:xVal>
          <c:yVal>
            <c:numRef>
              <c:f>'Chart Data'!$D$2:$D$282</c:f>
              <c:numCache>
                <c:formatCode>0%</c:formatCode>
                <c:ptCount val="281"/>
                <c:pt idx="0">
                  <c:v>0.03376623</c:v>
                </c:pt>
                <c:pt idx="1">
                  <c:v>0.00519481</c:v>
                </c:pt>
                <c:pt idx="2">
                  <c:v>0.13506493</c:v>
                </c:pt>
                <c:pt idx="3">
                  <c:v>0.51168829</c:v>
                </c:pt>
                <c:pt idx="4">
                  <c:v>0.5272727</c:v>
                </c:pt>
                <c:pt idx="5">
                  <c:v>0.51948053</c:v>
                </c:pt>
                <c:pt idx="6">
                  <c:v>0.51428574</c:v>
                </c:pt>
                <c:pt idx="7">
                  <c:v>0.5272727</c:v>
                </c:pt>
                <c:pt idx="8">
                  <c:v>0.52987015</c:v>
                </c:pt>
                <c:pt idx="9">
                  <c:v>0.51428574</c:v>
                </c:pt>
                <c:pt idx="10">
                  <c:v>0.51428574</c:v>
                </c:pt>
                <c:pt idx="11">
                  <c:v>0.51428574</c:v>
                </c:pt>
                <c:pt idx="12">
                  <c:v>0.51168829</c:v>
                </c:pt>
                <c:pt idx="13">
                  <c:v>0.51168829</c:v>
                </c:pt>
                <c:pt idx="14">
                  <c:v>0.51428574</c:v>
                </c:pt>
                <c:pt idx="15">
                  <c:v>0.51168829</c:v>
                </c:pt>
                <c:pt idx="16">
                  <c:v>0.51428574</c:v>
                </c:pt>
                <c:pt idx="17">
                  <c:v>0.51428574</c:v>
                </c:pt>
                <c:pt idx="18">
                  <c:v>0.51688313</c:v>
                </c:pt>
                <c:pt idx="19">
                  <c:v>0.51428574</c:v>
                </c:pt>
                <c:pt idx="20">
                  <c:v>0.51428574</c:v>
                </c:pt>
                <c:pt idx="21">
                  <c:v>0.5090909</c:v>
                </c:pt>
                <c:pt idx="22">
                  <c:v>0.51428574</c:v>
                </c:pt>
                <c:pt idx="23">
                  <c:v>0.5090909</c:v>
                </c:pt>
                <c:pt idx="24">
                  <c:v>0.5090909</c:v>
                </c:pt>
                <c:pt idx="25">
                  <c:v>0.5090909</c:v>
                </c:pt>
                <c:pt idx="26">
                  <c:v>0.5090909</c:v>
                </c:pt>
                <c:pt idx="27">
                  <c:v>0.50649351</c:v>
                </c:pt>
                <c:pt idx="28">
                  <c:v>0.5090909</c:v>
                </c:pt>
                <c:pt idx="29">
                  <c:v>0.50649351</c:v>
                </c:pt>
                <c:pt idx="30">
                  <c:v>0.51168829</c:v>
                </c:pt>
                <c:pt idx="31">
                  <c:v>0.51168829</c:v>
                </c:pt>
                <c:pt idx="32">
                  <c:v>0.51168829</c:v>
                </c:pt>
                <c:pt idx="33">
                  <c:v>0.51168829</c:v>
                </c:pt>
                <c:pt idx="34">
                  <c:v>0.5090909</c:v>
                </c:pt>
                <c:pt idx="35">
                  <c:v>0.51168829</c:v>
                </c:pt>
                <c:pt idx="36">
                  <c:v>0.51168829</c:v>
                </c:pt>
                <c:pt idx="37">
                  <c:v>0.5090909</c:v>
                </c:pt>
                <c:pt idx="38">
                  <c:v>0.51168829</c:v>
                </c:pt>
                <c:pt idx="39">
                  <c:v>0.5090909</c:v>
                </c:pt>
                <c:pt idx="40">
                  <c:v>0.50649351</c:v>
                </c:pt>
                <c:pt idx="41">
                  <c:v>0.50649351</c:v>
                </c:pt>
                <c:pt idx="42">
                  <c:v>0.50649351</c:v>
                </c:pt>
                <c:pt idx="43">
                  <c:v>0.5090909</c:v>
                </c:pt>
                <c:pt idx="44">
                  <c:v>0.51168829</c:v>
                </c:pt>
                <c:pt idx="45">
                  <c:v>0.51168829</c:v>
                </c:pt>
                <c:pt idx="46">
                  <c:v>0.51428574</c:v>
                </c:pt>
                <c:pt idx="47">
                  <c:v>0.51168829</c:v>
                </c:pt>
                <c:pt idx="48">
                  <c:v>0.51428574</c:v>
                </c:pt>
                <c:pt idx="49">
                  <c:v>0.51688313</c:v>
                </c:pt>
                <c:pt idx="50">
                  <c:v>0.51948053</c:v>
                </c:pt>
                <c:pt idx="51">
                  <c:v>0.51688313</c:v>
                </c:pt>
                <c:pt idx="52">
                  <c:v>0.51168829</c:v>
                </c:pt>
                <c:pt idx="53">
                  <c:v>0.51688313</c:v>
                </c:pt>
                <c:pt idx="54">
                  <c:v>0.51688313</c:v>
                </c:pt>
                <c:pt idx="55">
                  <c:v>0.51688313</c:v>
                </c:pt>
                <c:pt idx="56">
                  <c:v>0.51688313</c:v>
                </c:pt>
                <c:pt idx="57">
                  <c:v>0.51948053</c:v>
                </c:pt>
                <c:pt idx="58">
                  <c:v>0.51688313</c:v>
                </c:pt>
                <c:pt idx="59">
                  <c:v>0.52467531</c:v>
                </c:pt>
                <c:pt idx="60">
                  <c:v>0.5272727</c:v>
                </c:pt>
                <c:pt idx="61">
                  <c:v>0.5272727</c:v>
                </c:pt>
                <c:pt idx="62">
                  <c:v>0.52987015</c:v>
                </c:pt>
                <c:pt idx="63">
                  <c:v>0.52987015</c:v>
                </c:pt>
                <c:pt idx="64">
                  <c:v>0.52207792</c:v>
                </c:pt>
                <c:pt idx="65">
                  <c:v>0.51948053</c:v>
                </c:pt>
                <c:pt idx="66">
                  <c:v>0.48051947</c:v>
                </c:pt>
                <c:pt idx="67">
                  <c:v>0.51428574</c:v>
                </c:pt>
                <c:pt idx="68">
                  <c:v>0.5272727</c:v>
                </c:pt>
                <c:pt idx="69">
                  <c:v>0.52987015</c:v>
                </c:pt>
                <c:pt idx="70">
                  <c:v>0.51948053</c:v>
                </c:pt>
                <c:pt idx="71">
                  <c:v>0.5272727</c:v>
                </c:pt>
                <c:pt idx="72">
                  <c:v>0.53246754</c:v>
                </c:pt>
                <c:pt idx="73">
                  <c:v>0.53506494</c:v>
                </c:pt>
                <c:pt idx="74">
                  <c:v>0.53246754</c:v>
                </c:pt>
                <c:pt idx="75">
                  <c:v>0.53766233</c:v>
                </c:pt>
                <c:pt idx="76">
                  <c:v>0.54285717</c:v>
                </c:pt>
                <c:pt idx="77">
                  <c:v>0.54285717</c:v>
                </c:pt>
                <c:pt idx="78">
                  <c:v>0.54285717</c:v>
                </c:pt>
                <c:pt idx="79">
                  <c:v>0.53766233</c:v>
                </c:pt>
                <c:pt idx="80">
                  <c:v>0.54285717</c:v>
                </c:pt>
                <c:pt idx="81">
                  <c:v>0.54285717</c:v>
                </c:pt>
                <c:pt idx="82">
                  <c:v>0.54285717</c:v>
                </c:pt>
                <c:pt idx="83">
                  <c:v>0.54545456</c:v>
                </c:pt>
                <c:pt idx="84">
                  <c:v>0.54545456</c:v>
                </c:pt>
                <c:pt idx="85">
                  <c:v>0.54805195</c:v>
                </c:pt>
                <c:pt idx="86">
                  <c:v>0.54805195</c:v>
                </c:pt>
                <c:pt idx="87">
                  <c:v>0.55064934</c:v>
                </c:pt>
                <c:pt idx="88">
                  <c:v>0.55584413</c:v>
                </c:pt>
                <c:pt idx="89">
                  <c:v>0.56103897</c:v>
                </c:pt>
                <c:pt idx="90">
                  <c:v>0.55844158</c:v>
                </c:pt>
                <c:pt idx="91">
                  <c:v>0.56103897</c:v>
                </c:pt>
                <c:pt idx="92">
                  <c:v>0.56103897</c:v>
                </c:pt>
                <c:pt idx="93">
                  <c:v>0.56363636</c:v>
                </c:pt>
                <c:pt idx="94">
                  <c:v>0.56103897</c:v>
                </c:pt>
                <c:pt idx="95">
                  <c:v>0.56363636</c:v>
                </c:pt>
                <c:pt idx="96">
                  <c:v>0.56103897</c:v>
                </c:pt>
                <c:pt idx="97">
                  <c:v>0.56103897</c:v>
                </c:pt>
                <c:pt idx="98">
                  <c:v>0.56103897</c:v>
                </c:pt>
                <c:pt idx="99">
                  <c:v>0.56103897</c:v>
                </c:pt>
                <c:pt idx="100">
                  <c:v>0.56103897</c:v>
                </c:pt>
                <c:pt idx="101">
                  <c:v>0.56103897</c:v>
                </c:pt>
                <c:pt idx="102">
                  <c:v>0.56103897</c:v>
                </c:pt>
                <c:pt idx="103">
                  <c:v>0.56103897</c:v>
                </c:pt>
                <c:pt idx="104">
                  <c:v>0.56103897</c:v>
                </c:pt>
                <c:pt idx="105">
                  <c:v>0.56363636</c:v>
                </c:pt>
                <c:pt idx="106">
                  <c:v>0.56363636</c:v>
                </c:pt>
                <c:pt idx="107">
                  <c:v>0.56623375</c:v>
                </c:pt>
                <c:pt idx="108">
                  <c:v>0.56623375</c:v>
                </c:pt>
                <c:pt idx="109">
                  <c:v>0.5714286</c:v>
                </c:pt>
                <c:pt idx="110">
                  <c:v>0.57402599</c:v>
                </c:pt>
                <c:pt idx="111">
                  <c:v>0.57402599</c:v>
                </c:pt>
                <c:pt idx="112">
                  <c:v>0.57402599</c:v>
                </c:pt>
                <c:pt idx="113">
                  <c:v>0.57402599</c:v>
                </c:pt>
                <c:pt idx="114">
                  <c:v>0.57662338</c:v>
                </c:pt>
                <c:pt idx="115">
                  <c:v>0.57662338</c:v>
                </c:pt>
                <c:pt idx="116">
                  <c:v>0.57662338</c:v>
                </c:pt>
                <c:pt idx="117">
                  <c:v>0.57662338</c:v>
                </c:pt>
                <c:pt idx="118">
                  <c:v>0.57662338</c:v>
                </c:pt>
                <c:pt idx="119">
                  <c:v>0.57922077</c:v>
                </c:pt>
                <c:pt idx="120">
                  <c:v>0.57922077</c:v>
                </c:pt>
                <c:pt idx="121">
                  <c:v>0.57922077</c:v>
                </c:pt>
                <c:pt idx="122">
                  <c:v>0.58181816</c:v>
                </c:pt>
                <c:pt idx="123">
                  <c:v>0.58181816</c:v>
                </c:pt>
                <c:pt idx="124">
                  <c:v>0.58181816</c:v>
                </c:pt>
                <c:pt idx="125">
                  <c:v>0.58181816</c:v>
                </c:pt>
                <c:pt idx="126">
                  <c:v>0.57922077</c:v>
                </c:pt>
                <c:pt idx="127">
                  <c:v>0.57922077</c:v>
                </c:pt>
                <c:pt idx="128">
                  <c:v>0.58441556</c:v>
                </c:pt>
                <c:pt idx="129">
                  <c:v>0.58701301</c:v>
                </c:pt>
                <c:pt idx="130">
                  <c:v>0.57922077</c:v>
                </c:pt>
                <c:pt idx="131">
                  <c:v>0.56623375</c:v>
                </c:pt>
                <c:pt idx="132">
                  <c:v>0.58181816</c:v>
                </c:pt>
                <c:pt idx="133">
                  <c:v>0.59220779</c:v>
                </c:pt>
                <c:pt idx="134">
                  <c:v>0.5896104</c:v>
                </c:pt>
                <c:pt idx="135">
                  <c:v>0.60000002</c:v>
                </c:pt>
                <c:pt idx="136">
                  <c:v>0.60259742</c:v>
                </c:pt>
                <c:pt idx="137">
                  <c:v>0.60259742</c:v>
                </c:pt>
                <c:pt idx="138">
                  <c:v>0.6077922</c:v>
                </c:pt>
                <c:pt idx="139">
                  <c:v>0.61298704</c:v>
                </c:pt>
                <c:pt idx="140">
                  <c:v>0.61818182</c:v>
                </c:pt>
                <c:pt idx="141">
                  <c:v>0.62337661</c:v>
                </c:pt>
                <c:pt idx="142">
                  <c:v>0.625974</c:v>
                </c:pt>
                <c:pt idx="143">
                  <c:v>0.63636363</c:v>
                </c:pt>
                <c:pt idx="144">
                  <c:v>0.63376623</c:v>
                </c:pt>
                <c:pt idx="145">
                  <c:v>0.65714288</c:v>
                </c:pt>
                <c:pt idx="146">
                  <c:v>0.6701299</c:v>
                </c:pt>
                <c:pt idx="147">
                  <c:v>0.70129871</c:v>
                </c:pt>
                <c:pt idx="148">
                  <c:v>0.7064935</c:v>
                </c:pt>
                <c:pt idx="149">
                  <c:v>0.70909089</c:v>
                </c:pt>
                <c:pt idx="150">
                  <c:v>0.73246753</c:v>
                </c:pt>
                <c:pt idx="151">
                  <c:v>0.75064933</c:v>
                </c:pt>
                <c:pt idx="152">
                  <c:v>0.76623374</c:v>
                </c:pt>
                <c:pt idx="153">
                  <c:v>0.77662337</c:v>
                </c:pt>
                <c:pt idx="154">
                  <c:v>0.78961039</c:v>
                </c:pt>
                <c:pt idx="155">
                  <c:v>0.8025974</c:v>
                </c:pt>
                <c:pt idx="156">
                  <c:v>0.81298703</c:v>
                </c:pt>
                <c:pt idx="157">
                  <c:v>0.82857144</c:v>
                </c:pt>
                <c:pt idx="158">
                  <c:v>0.83896106</c:v>
                </c:pt>
                <c:pt idx="159">
                  <c:v>0.85454547</c:v>
                </c:pt>
                <c:pt idx="160">
                  <c:v>0.87532467</c:v>
                </c:pt>
                <c:pt idx="161">
                  <c:v>0.87532467</c:v>
                </c:pt>
                <c:pt idx="162">
                  <c:v>0.8831169</c:v>
                </c:pt>
                <c:pt idx="163">
                  <c:v>0.89350647</c:v>
                </c:pt>
                <c:pt idx="164">
                  <c:v>0.90909094</c:v>
                </c:pt>
                <c:pt idx="165">
                  <c:v>0.91688311</c:v>
                </c:pt>
                <c:pt idx="166">
                  <c:v>0.92727274</c:v>
                </c:pt>
                <c:pt idx="167">
                  <c:v>0.93246752</c:v>
                </c:pt>
                <c:pt idx="168">
                  <c:v>0.92987013</c:v>
                </c:pt>
                <c:pt idx="169">
                  <c:v>0.93506491</c:v>
                </c:pt>
                <c:pt idx="170">
                  <c:v>0.93766236</c:v>
                </c:pt>
                <c:pt idx="171">
                  <c:v>0.94025975</c:v>
                </c:pt>
                <c:pt idx="172">
                  <c:v>0.94285715</c:v>
                </c:pt>
                <c:pt idx="173">
                  <c:v>0.95584416</c:v>
                </c:pt>
                <c:pt idx="174">
                  <c:v>0.96103895</c:v>
                </c:pt>
                <c:pt idx="175">
                  <c:v>0.96363634</c:v>
                </c:pt>
                <c:pt idx="176">
                  <c:v>0.97142857</c:v>
                </c:pt>
                <c:pt idx="177">
                  <c:v>0.97402596</c:v>
                </c:pt>
                <c:pt idx="178">
                  <c:v>0.97922081</c:v>
                </c:pt>
                <c:pt idx="179">
                  <c:v>0.9818182</c:v>
                </c:pt>
                <c:pt idx="180">
                  <c:v>0.98441559</c:v>
                </c:pt>
                <c:pt idx="181">
                  <c:v>0.98441559</c:v>
                </c:pt>
                <c:pt idx="182">
                  <c:v>0.98441559</c:v>
                </c:pt>
                <c:pt idx="183">
                  <c:v>0.99220777</c:v>
                </c:pt>
                <c:pt idx="184">
                  <c:v>0.99220777</c:v>
                </c:pt>
                <c:pt idx="185">
                  <c:v>0.99220777</c:v>
                </c:pt>
                <c:pt idx="186">
                  <c:v>0.98961037</c:v>
                </c:pt>
                <c:pt idx="187">
                  <c:v>0.99220777</c:v>
                </c:pt>
                <c:pt idx="188">
                  <c:v>0.99220777</c:v>
                </c:pt>
                <c:pt idx="189">
                  <c:v>0.79220778</c:v>
                </c:pt>
                <c:pt idx="190">
                  <c:v>0.95064932</c:v>
                </c:pt>
                <c:pt idx="191">
                  <c:v>0.97662336</c:v>
                </c:pt>
                <c:pt idx="192">
                  <c:v>0.98701298</c:v>
                </c:pt>
                <c:pt idx="193">
                  <c:v>0.99220777</c:v>
                </c:pt>
                <c:pt idx="194">
                  <c:v>0.99740261</c:v>
                </c:pt>
                <c:pt idx="195">
                  <c:v>0.99220777</c:v>
                </c:pt>
                <c:pt idx="196">
                  <c:v>0.99220777</c:v>
                </c:pt>
                <c:pt idx="197">
                  <c:v>0.99220777</c:v>
                </c:pt>
                <c:pt idx="198">
                  <c:v>0.99480522</c:v>
                </c:pt>
                <c:pt idx="199">
                  <c:v>0.99480522</c:v>
                </c:pt>
                <c:pt idx="200">
                  <c:v>0.99480522</c:v>
                </c:pt>
                <c:pt idx="201">
                  <c:v>0.99480522</c:v>
                </c:pt>
                <c:pt idx="202">
                  <c:v>0.99480522</c:v>
                </c:pt>
                <c:pt idx="203">
                  <c:v>0.99480522</c:v>
                </c:pt>
                <c:pt idx="204">
                  <c:v>0.99740261</c:v>
                </c:pt>
                <c:pt idx="205">
                  <c:v>1</c:v>
                </c:pt>
                <c:pt idx="206">
                  <c:v>1</c:v>
                </c:pt>
                <c:pt idx="207">
                  <c:v>1</c:v>
                </c:pt>
                <c:pt idx="208">
                  <c:v>1</c:v>
                </c:pt>
                <c:pt idx="209">
                  <c:v>1</c:v>
                </c:pt>
                <c:pt idx="210">
                  <c:v>1</c:v>
                </c:pt>
                <c:pt idx="211">
                  <c:v>1</c:v>
                </c:pt>
                <c:pt idx="212">
                  <c:v>1</c:v>
                </c:pt>
                <c:pt idx="213">
                  <c:v>1</c:v>
                </c:pt>
                <c:pt idx="214">
                  <c:v>1</c:v>
                </c:pt>
                <c:pt idx="215">
                  <c:v>0.99480522</c:v>
                </c:pt>
                <c:pt idx="216">
                  <c:v>0.99480522</c:v>
                </c:pt>
                <c:pt idx="217">
                  <c:v>0.99480522</c:v>
                </c:pt>
                <c:pt idx="218">
                  <c:v>0.99480522</c:v>
                </c:pt>
                <c:pt idx="219">
                  <c:v>0.99480522</c:v>
                </c:pt>
                <c:pt idx="220">
                  <c:v>0.99480522</c:v>
                </c:pt>
                <c:pt idx="221">
                  <c:v>0.99480522</c:v>
                </c:pt>
                <c:pt idx="222">
                  <c:v>0.99480522</c:v>
                </c:pt>
                <c:pt idx="223">
                  <c:v>0.99480522</c:v>
                </c:pt>
                <c:pt idx="224">
                  <c:v>0.99480522</c:v>
                </c:pt>
                <c:pt idx="225">
                  <c:v>0.99480522</c:v>
                </c:pt>
                <c:pt idx="226">
                  <c:v>0.99480522</c:v>
                </c:pt>
                <c:pt idx="227">
                  <c:v>0.99480522</c:v>
                </c:pt>
                <c:pt idx="228">
                  <c:v>1</c:v>
                </c:pt>
                <c:pt idx="229">
                  <c:v>1</c:v>
                </c:pt>
                <c:pt idx="230">
                  <c:v>1</c:v>
                </c:pt>
                <c:pt idx="231">
                  <c:v>1</c:v>
                </c:pt>
                <c:pt idx="232">
                  <c:v>1</c:v>
                </c:pt>
                <c:pt idx="233">
                  <c:v>1</c:v>
                </c:pt>
                <c:pt idx="234">
                  <c:v>1</c:v>
                </c:pt>
                <c:pt idx="235">
                  <c:v>1</c:v>
                </c:pt>
                <c:pt idx="236">
                  <c:v>1</c:v>
                </c:pt>
                <c:pt idx="237">
                  <c:v>1</c:v>
                </c:pt>
                <c:pt idx="238">
                  <c:v>1</c:v>
                </c:pt>
                <c:pt idx="239">
                  <c:v>1</c:v>
                </c:pt>
                <c:pt idx="240">
                  <c:v>1</c:v>
                </c:pt>
                <c:pt idx="241">
                  <c:v>1</c:v>
                </c:pt>
                <c:pt idx="242">
                  <c:v>1</c:v>
                </c:pt>
                <c:pt idx="243">
                  <c:v>1</c:v>
                </c:pt>
                <c:pt idx="244">
                  <c:v>1</c:v>
                </c:pt>
                <c:pt idx="245">
                  <c:v>1</c:v>
                </c:pt>
                <c:pt idx="246">
                  <c:v>1</c:v>
                </c:pt>
                <c:pt idx="247">
                  <c:v>0.97922081</c:v>
                </c:pt>
                <c:pt idx="248">
                  <c:v>0.99220777</c:v>
                </c:pt>
                <c:pt idx="249">
                  <c:v>0.99480522</c:v>
                </c:pt>
                <c:pt idx="250">
                  <c:v>0.99480522</c:v>
                </c:pt>
                <c:pt idx="251">
                  <c:v>1</c:v>
                </c:pt>
                <c:pt idx="252">
                  <c:v>1</c:v>
                </c:pt>
                <c:pt idx="253">
                  <c:v>1</c:v>
                </c:pt>
                <c:pt idx="254">
                  <c:v>1</c:v>
                </c:pt>
                <c:pt idx="255">
                  <c:v>1</c:v>
                </c:pt>
                <c:pt idx="256">
                  <c:v>1</c:v>
                </c:pt>
                <c:pt idx="257">
                  <c:v>1</c:v>
                </c:pt>
                <c:pt idx="258">
                  <c:v>1</c:v>
                </c:pt>
                <c:pt idx="259">
                  <c:v>1</c:v>
                </c:pt>
                <c:pt idx="260">
                  <c:v>1</c:v>
                </c:pt>
                <c:pt idx="261">
                  <c:v>1</c:v>
                </c:pt>
                <c:pt idx="262">
                  <c:v>1</c:v>
                </c:pt>
                <c:pt idx="263">
                  <c:v>1</c:v>
                </c:pt>
                <c:pt idx="264">
                  <c:v>0.99480522</c:v>
                </c:pt>
                <c:pt idx="265">
                  <c:v>0.99480522</c:v>
                </c:pt>
                <c:pt idx="266">
                  <c:v>0.99480522</c:v>
                </c:pt>
                <c:pt idx="267">
                  <c:v>0.99480522</c:v>
                </c:pt>
                <c:pt idx="268">
                  <c:v>0.99480522</c:v>
                </c:pt>
                <c:pt idx="269">
                  <c:v>0.99480522</c:v>
                </c:pt>
                <c:pt idx="270">
                  <c:v>0.99480522</c:v>
                </c:pt>
                <c:pt idx="271">
                  <c:v>0.99480522</c:v>
                </c:pt>
                <c:pt idx="272">
                  <c:v>0.99480522</c:v>
                </c:pt>
                <c:pt idx="273">
                  <c:v>0.99740261</c:v>
                </c:pt>
                <c:pt idx="274">
                  <c:v>0.99740261</c:v>
                </c:pt>
                <c:pt idx="275">
                  <c:v>1</c:v>
                </c:pt>
                <c:pt idx="276">
                  <c:v>1</c:v>
                </c:pt>
                <c:pt idx="277">
                  <c:v>1</c:v>
                </c:pt>
                <c:pt idx="278">
                  <c:v>1</c:v>
                </c:pt>
                <c:pt idx="279">
                  <c:v>1</c:v>
                </c:pt>
                <c:pt idx="280">
                  <c:v>1</c:v>
                </c:pt>
              </c:numCache>
            </c:numRef>
          </c:yVal>
        </c:ser>
        <c:axId val="48650112"/>
        <c:axId val="48672768"/>
      </c:scatterChart>
      <c:valAx>
        <c:axId val="48672768"/>
        <c:scaling>
          <c:orientation val="minMax"/>
          <c:max val="1"/>
          <c:min val="0"/>
        </c:scaling>
        <c:delete val="0"/>
        <c:axPos val="l"/>
        <c:majorGridlines>
          <c:spPr>
            <a:ln xmlns:a="http://schemas.openxmlformats.org/drawingml/2006/main" w="9525">
              <a:solidFill>
                <a:srgbClr val="DFE6EC"/>
              </a:solidFill>
            </a:ln>
          </c:spPr>
        </c:majorGridlines>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Accuracy</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0%"/>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50112"/>
        <c:majorUnit val="0.25"/>
      </c:valAx>
      <c:valAx>
        <c:axId val="48650112"/>
        <c:scaling>
          <c:orientation val="minMax"/>
          <c:max val="7000"/>
          <c:min val="0"/>
        </c:scaling>
        <c:delete val="0"/>
        <c:axPos val="b"/>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Training updates</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General"/>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72768"/>
        <c:majorUnit val="100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Thirty fresh attempts per policy and split</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plotArea>
      <c:barChart>
        <c:barDir val="col"/>
        <c:varyColors val="0"/>
        <c:ser>
          <c:idx val="0"/>
          <c:order val="0"/>
          <c:tx>
            <c:v>1 run</c:v>
          </c:tx>
          <c:spPr>
            <a:solidFill xmlns:a="http://schemas.openxmlformats.org/drawingml/2006/main">
              <a:srgbClr val="175F96"/>
            </a:solidFill>
          </c:spPr>
          <c:invertIfNegative val="0"/>
          <c:cat>
            <c:strRef>
              <c:f>'Chart Data'!$A$2:$A$4</c:f>
              <c:strCache>
                <c:ptCount val="3"/>
                <c:pt idx="0">
                  <c:v>Split 1</c:v>
                </c:pt>
                <c:pt idx="1">
                  <c:v>Split 2</c:v>
                </c:pt>
                <c:pt idx="2">
                  <c:v>Split 3</c:v>
                </c:pt>
              </c:strCache>
            </c:strRef>
          </c:cat>
          <c:val>
            <c:numRef>
              <c:f>'Chart Data'!$B$2:$B$4</c:f>
              <c:numCache>
                <c:formatCode>0</c:formatCode>
                <c:ptCount val="3"/>
                <c:pt idx="0">
                  <c:v>28</c:v>
                </c:pt>
                <c:pt idx="1">
                  <c:v>28</c:v>
                </c:pt>
                <c:pt idx="2">
                  <c:v>28</c:v>
                </c:pt>
              </c:numCache>
            </c:numRef>
          </c:val>
        </c:ser>
        <c:ser>
          <c:idx val="1"/>
          <c:order val="1"/>
          <c:tx>
            <c:v>2 runs</c:v>
          </c:tx>
          <c:spPr>
            <a:solidFill xmlns:a="http://schemas.openxmlformats.org/drawingml/2006/main">
              <a:srgbClr val="637E8E"/>
            </a:solidFill>
          </c:spPr>
          <c:invertIfNegative val="0"/>
          <c:cat>
            <c:strRef>
              <c:f>'Chart Data'!$C$2:$C$4</c:f>
              <c:strCache>
                <c:ptCount val="3"/>
                <c:pt idx="0">
                  <c:v>Split 1</c:v>
                </c:pt>
                <c:pt idx="1">
                  <c:v>Split 2</c:v>
                </c:pt>
                <c:pt idx="2">
                  <c:v>Split 3</c:v>
                </c:pt>
              </c:strCache>
            </c:strRef>
          </c:cat>
          <c:val>
            <c:numRef>
              <c:f>'Chart Data'!$D$2:$D$4</c:f>
              <c:numCache>
                <c:formatCode>0</c:formatCode>
                <c:ptCount val="3"/>
                <c:pt idx="0">
                  <c:v>23</c:v>
                </c:pt>
                <c:pt idx="1">
                  <c:v>24</c:v>
                </c:pt>
                <c:pt idx="2">
                  <c:v>25</c:v>
                </c:pt>
              </c:numCache>
            </c:numRef>
          </c:val>
        </c:ser>
        <c:ser>
          <c:idx val="2"/>
          <c:order val="2"/>
          <c:tx>
            <c:v>4 runs</c:v>
          </c:tx>
          <c:spPr>
            <a:solidFill xmlns:a="http://schemas.openxmlformats.org/drawingml/2006/main">
              <a:srgbClr val="253F50"/>
            </a:solidFill>
          </c:spPr>
          <c:invertIfNegative val="0"/>
          <c:cat>
            <c:strRef>
              <c:f>'Chart Data'!$E$2:$E$4</c:f>
              <c:strCache>
                <c:ptCount val="3"/>
                <c:pt idx="0">
                  <c:v>Split 1</c:v>
                </c:pt>
                <c:pt idx="1">
                  <c:v>Split 2</c:v>
                </c:pt>
                <c:pt idx="2">
                  <c:v>Split 3</c:v>
                </c:pt>
              </c:strCache>
            </c:strRef>
          </c:cat>
          <c:val>
            <c:numRef>
              <c:f>'Chart Data'!$F$2:$F$4</c:f>
              <c:numCache>
                <c:formatCode>0</c:formatCode>
                <c:ptCount val="3"/>
                <c:pt idx="0">
                  <c:v>12</c:v>
                </c:pt>
                <c:pt idx="1">
                  <c:v>9</c:v>
                </c:pt>
                <c:pt idx="2">
                  <c:v>11</c:v>
                </c:pt>
              </c:numCache>
            </c:numRef>
          </c:val>
        </c:ser>
        <c:dLbls>
          <c:txPr>
            <a:bodyPr xmlns:a="http://schemas.openxmlformats.org/drawingml/2006/main" anchorCtr="1"/>
            <a:lstStyle xmlns:a="http://schemas.openxmlformats.org/drawingml/2006/main"/>
            <a:p xmlns:a="http://schemas.openxmlformats.org/drawingml/2006/main">
              <a:pPr>
                <a:defRPr sz="1725">
                  <a:solidFill>
                    <a:srgbClr val="172B3A"/>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General"/>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72768"/>
      </c:catAx>
      <c:valAx>
        <c:axId val="48672768"/>
        <c:scaling>
          <c:orientation val="minMax"/>
          <c:max val="34"/>
          <c:min val="0"/>
        </c:scaling>
        <c:delete val="0"/>
        <c:axPos val="l"/>
        <c:majorGridlines>
          <c:spPr>
            <a:ln xmlns:a="http://schemas.openxmlformats.org/drawingml/2006/main" w="9525">
              <a:solidFill>
                <a:srgbClr val="DFE6EC"/>
              </a:solidFill>
            </a:ln>
          </c:spPr>
        </c:majorGridlines>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Successes out of 30</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0"/>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50112"/>
        <c:crossBetween val="between"/>
        <c:majorUnit val="1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All 18 policy cells, 30 fresh attempts per cell</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plotArea>
      <c:barChart>
        <c:barDir val="col"/>
        <c:varyColors val="0"/>
        <c:ser>
          <c:idx val="0"/>
          <c:order val="0"/>
          <c:tx>
            <c:v>1 run</c:v>
          </c:tx>
          <c:spPr>
            <a:solidFill xmlns:a="http://schemas.openxmlformats.org/drawingml/2006/main">
              <a:srgbClr val="175F96"/>
            </a:solidFill>
          </c:spPr>
          <c:invertIfNegative val="0"/>
          <c:cat>
            <c:strRef>
              <c:f>'Chart Data'!$A$2:$A$7</c:f>
              <c:strCache>
                <c:ptCount val="6"/>
                <c:pt idx="0">
                  <c:v>S1 / 8k</c:v>
                </c:pt>
                <c:pt idx="1">
                  <c:v>S1 / 12k</c:v>
                </c:pt>
                <c:pt idx="2">
                  <c:v>S2 / 8k</c:v>
                </c:pt>
                <c:pt idx="3">
                  <c:v>S2 / 12k</c:v>
                </c:pt>
                <c:pt idx="4">
                  <c:v>S3 / 8k</c:v>
                </c:pt>
                <c:pt idx="5">
                  <c:v>S3 / 12k</c:v>
                </c:pt>
              </c:strCache>
            </c:strRef>
          </c:cat>
          <c:val>
            <c:numRef>
              <c:f>'Chart Data'!$B$2:$B$7</c:f>
              <c:numCache>
                <c:formatCode>0</c:formatCode>
                <c:ptCount val="6"/>
                <c:pt idx="0">
                  <c:v>28</c:v>
                </c:pt>
                <c:pt idx="1">
                  <c:v>30</c:v>
                </c:pt>
                <c:pt idx="2">
                  <c:v>28</c:v>
                </c:pt>
                <c:pt idx="3">
                  <c:v>30</c:v>
                </c:pt>
                <c:pt idx="4">
                  <c:v>28</c:v>
                </c:pt>
                <c:pt idx="5">
                  <c:v>30</c:v>
                </c:pt>
              </c:numCache>
            </c:numRef>
          </c:val>
        </c:ser>
        <c:ser>
          <c:idx val="1"/>
          <c:order val="1"/>
          <c:tx>
            <c:v>2 runs</c:v>
          </c:tx>
          <c:spPr>
            <a:solidFill xmlns:a="http://schemas.openxmlformats.org/drawingml/2006/main">
              <a:srgbClr val="637E8E"/>
            </a:solidFill>
          </c:spPr>
          <c:invertIfNegative val="0"/>
          <c:cat>
            <c:strRef>
              <c:f>'Chart Data'!$C$2:$C$7</c:f>
              <c:strCache>
                <c:ptCount val="6"/>
                <c:pt idx="0">
                  <c:v>S1 / 8k</c:v>
                </c:pt>
                <c:pt idx="1">
                  <c:v>S1 / 12k</c:v>
                </c:pt>
                <c:pt idx="2">
                  <c:v>S2 / 8k</c:v>
                </c:pt>
                <c:pt idx="3">
                  <c:v>S2 / 12k</c:v>
                </c:pt>
                <c:pt idx="4">
                  <c:v>S3 / 8k</c:v>
                </c:pt>
                <c:pt idx="5">
                  <c:v>S3 / 12k</c:v>
                </c:pt>
              </c:strCache>
            </c:strRef>
          </c:cat>
          <c:val>
            <c:numRef>
              <c:f>'Chart Data'!$D$2:$D$7</c:f>
              <c:numCache>
                <c:formatCode>0</c:formatCode>
                <c:ptCount val="6"/>
                <c:pt idx="0">
                  <c:v>23</c:v>
                </c:pt>
                <c:pt idx="1">
                  <c:v>30</c:v>
                </c:pt>
                <c:pt idx="2">
                  <c:v>24</c:v>
                </c:pt>
                <c:pt idx="3">
                  <c:v>30</c:v>
                </c:pt>
                <c:pt idx="4">
                  <c:v>25</c:v>
                </c:pt>
                <c:pt idx="5">
                  <c:v>29</c:v>
                </c:pt>
              </c:numCache>
            </c:numRef>
          </c:val>
        </c:ser>
        <c:ser>
          <c:idx val="2"/>
          <c:order val="2"/>
          <c:tx>
            <c:v>4 runs</c:v>
          </c:tx>
          <c:spPr>
            <a:solidFill xmlns:a="http://schemas.openxmlformats.org/drawingml/2006/main">
              <a:srgbClr val="253F50"/>
            </a:solidFill>
          </c:spPr>
          <c:invertIfNegative val="0"/>
          <c:cat>
            <c:strRef>
              <c:f>'Chart Data'!$E$2:$E$7</c:f>
              <c:strCache>
                <c:ptCount val="6"/>
                <c:pt idx="0">
                  <c:v>S1 / 8k</c:v>
                </c:pt>
                <c:pt idx="1">
                  <c:v>S1 / 12k</c:v>
                </c:pt>
                <c:pt idx="2">
                  <c:v>S2 / 8k</c:v>
                </c:pt>
                <c:pt idx="3">
                  <c:v>S2 / 12k</c:v>
                </c:pt>
                <c:pt idx="4">
                  <c:v>S3 / 8k</c:v>
                </c:pt>
                <c:pt idx="5">
                  <c:v>S3 / 12k</c:v>
                </c:pt>
              </c:strCache>
            </c:strRef>
          </c:cat>
          <c:val>
            <c:numRef>
              <c:f>'Chart Data'!$F$2:$F$7</c:f>
              <c:numCache>
                <c:formatCode>0</c:formatCode>
                <c:ptCount val="6"/>
                <c:pt idx="0">
                  <c:v>12</c:v>
                </c:pt>
                <c:pt idx="1">
                  <c:v>24</c:v>
                </c:pt>
                <c:pt idx="2">
                  <c:v>9</c:v>
                </c:pt>
                <c:pt idx="3">
                  <c:v>20</c:v>
                </c:pt>
                <c:pt idx="4">
                  <c:v>11</c:v>
                </c:pt>
                <c:pt idx="5">
                  <c:v>23</c:v>
                </c:pt>
              </c:numCache>
            </c:numRef>
          </c:val>
        </c:ser>
        <c:dLbls>
          <c:txPr>
            <a:bodyPr xmlns:a="http://schemas.openxmlformats.org/drawingml/2006/main" anchorCtr="1"/>
            <a:lstStyle xmlns:a="http://schemas.openxmlformats.org/drawingml/2006/main"/>
            <a:p xmlns:a="http://schemas.openxmlformats.org/drawingml/2006/main">
              <a:pPr>
                <a:defRPr sz="1725">
                  <a:solidFill>
                    <a:srgbClr val="172B3A"/>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General"/>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72768"/>
      </c:catAx>
      <c:valAx>
        <c:axId val="48672768"/>
        <c:scaling>
          <c:orientation val="minMax"/>
          <c:max val="34"/>
          <c:min val="0"/>
        </c:scaling>
        <c:delete val="0"/>
        <c:axPos val="l"/>
        <c:majorGridlines>
          <c:spPr>
            <a:ln xmlns:a="http://schemas.openxmlformats.org/drawingml/2006/main" w="9525">
              <a:solidFill>
                <a:srgbClr val="DFE6EC"/>
              </a:solidFill>
            </a:ln>
          </c:spPr>
        </c:majorGridlines>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Successes out of 30</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0"/>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50112"/>
        <c:crossBetween val="between"/>
        <c:majorUnit val="1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Split 1 at 8,000 updates: both outcomes on the same attempts</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plotArea>
      <c:barChart>
        <c:barDir val="col"/>
        <c:varyColors val="0"/>
        <c:ser>
          <c:idx val="0"/>
          <c:order val="0"/>
          <c:tx>
            <c:v>First confirmation</c:v>
          </c:tx>
          <c:spPr>
            <a:solidFill xmlns:a="http://schemas.openxmlformats.org/drawingml/2006/main">
              <a:srgbClr val="175F96"/>
            </a:solidFill>
          </c:spPr>
          <c:invertIfNegative val="0"/>
          <c:cat>
            <c:strRef>
              <c:f>'Chart Data'!$A$2:$A$4</c:f>
              <c:strCache>
                <c:ptCount val="3"/>
                <c:pt idx="0">
                  <c:v>1 run</c:v>
                </c:pt>
                <c:pt idx="1">
                  <c:v>2 runs</c:v>
                </c:pt>
                <c:pt idx="2">
                  <c:v>4 runs</c:v>
                </c:pt>
              </c:strCache>
            </c:strRef>
          </c:cat>
          <c:val>
            <c:numRef>
              <c:f>'Chart Data'!$B$2:$B$4</c:f>
              <c:numCache>
                <c:formatCode>0</c:formatCode>
                <c:ptCount val="3"/>
                <c:pt idx="0">
                  <c:v>28</c:v>
                </c:pt>
                <c:pt idx="1">
                  <c:v>23</c:v>
                </c:pt>
                <c:pt idx="2">
                  <c:v>12</c:v>
                </c:pt>
              </c:numCache>
            </c:numRef>
          </c:val>
        </c:ser>
        <c:ser>
          <c:idx val="1"/>
          <c:order val="1"/>
          <c:tx>
            <c:v>500-update window</c:v>
          </c:tx>
          <c:spPr>
            <a:solidFill xmlns:a="http://schemas.openxmlformats.org/drawingml/2006/main">
              <a:srgbClr val="637E8E"/>
            </a:solidFill>
          </c:spPr>
          <c:invertIfNegative val="0"/>
          <c:cat>
            <c:strRef>
              <c:f>'Chart Data'!$C$2:$C$4</c:f>
              <c:strCache>
                <c:ptCount val="3"/>
                <c:pt idx="0">
                  <c:v>1 run</c:v>
                </c:pt>
                <c:pt idx="1">
                  <c:v>2 runs</c:v>
                </c:pt>
                <c:pt idx="2">
                  <c:v>4 runs</c:v>
                </c:pt>
              </c:strCache>
            </c:strRef>
          </c:cat>
          <c:val>
            <c:numRef>
              <c:f>'Chart Data'!$D$2:$D$4</c:f>
              <c:numCache>
                <c:formatCode>0</c:formatCode>
                <c:ptCount val="3"/>
                <c:pt idx="0">
                  <c:v>28</c:v>
                </c:pt>
                <c:pt idx="1">
                  <c:v>21</c:v>
                </c:pt>
                <c:pt idx="2">
                  <c:v>4</c:v>
                </c:pt>
              </c:numCache>
            </c:numRef>
          </c:val>
        </c:ser>
        <c:dLbls>
          <c:txPr>
            <a:bodyPr xmlns:a="http://schemas.openxmlformats.org/drawingml/2006/main" anchorCtr="1"/>
            <a:lstStyle xmlns:a="http://schemas.openxmlformats.org/drawingml/2006/main"/>
            <a:p xmlns:a="http://schemas.openxmlformats.org/drawingml/2006/main">
              <a:pPr>
                <a:defRPr sz="1725">
                  <a:solidFill>
                    <a:srgbClr val="172B3A"/>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General"/>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72768"/>
      </c:catAx>
      <c:valAx>
        <c:axId val="48672768"/>
        <c:scaling>
          <c:orientation val="minMax"/>
          <c:max val="34"/>
          <c:min val="0"/>
        </c:scaling>
        <c:delete val="0"/>
        <c:axPos val="l"/>
        <c:majorGridlines>
          <c:spPr>
            <a:ln xmlns:a="http://schemas.openxmlformats.org/drawingml/2006/main" w="9525">
              <a:solidFill>
                <a:srgbClr val="DFE6EC"/>
              </a:solidFill>
            </a:ln>
          </c:spPr>
        </c:majorGridlines>
        <c:title>
          <c:tx>
            <c:rich>
              <a:bodyPr xmlns:a="http://schemas.openxmlformats.org/drawingml/2006/main"/>
              <a:lstStyle xmlns:a="http://schemas.openxmlformats.org/drawingml/2006/main"/>
              <a:p xmlns:a="http://schemas.openxmlformats.org/drawingml/2006/main">
                <a:r>
                  <a:rPr sz="1800">
                    <a:solidFill>
                      <a:srgbClr val="172B3A"/>
                    </a:solidFill>
                    <a:latin typeface="Arial"/>
                    <a:ea typeface="Arial"/>
                    <a:cs typeface="Arial"/>
                  </a:rPr>
                  <a:t>Successes out of 30</a:t>
                </a:r>
              </a:p>
            </c:rich>
          </c:tx>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title>
        <c:numFmt formatCode="0"/>
        <c:majorTickMark val="none"/>
        <c:minorTickMark val="none"/>
        <c:spPr>
          <a:ln xmlns:a="http://schemas.openxmlformats.org/drawingml/2006/main" w="9525">
            <a:solidFill>
              <a:srgbClr val="637E8E"/>
            </a:solidFill>
          </a:ln>
        </c:spPr>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crossAx val="48650112"/>
        <c:crossBetween val="between"/>
        <c:majorUnit val="1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800">
              <a:solidFill>
                <a:srgbClr val="172B3A"/>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A0BAC71-2177-48AD-AA0D-9BE8FBC5A9E7}"/>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975" b="1">
                <a:solidFill>
                  <a:srgbClr val="175F96"/>
                </a:solidFill>
                <a:latin typeface="Arial"/>
                <a:ea typeface="Arial"/>
                <a:cs typeface="Arial"/>
              </a:defRPr>
            </a:defPPr>
            <a:lvl1pPr>
              <a:defRPr sz="3975" b="1">
                <a:solidFill>
                  <a:srgbClr val="175F96"/>
                </a:solidFill>
                <a:latin typeface="Arial"/>
                <a:ea typeface="Arial"/>
                <a:cs typeface="Arial"/>
              </a:defRPr>
            </a:lvl1pPr>
            <a:lvl2pPr>
              <a:defRPr sz="3975" b="1">
                <a:solidFill>
                  <a:srgbClr val="175F96"/>
                </a:solidFill>
                <a:latin typeface="Arial"/>
                <a:ea typeface="Arial"/>
                <a:cs typeface="Arial"/>
              </a:defRPr>
            </a:lvl2pPr>
            <a:lvl3pPr>
              <a:defRPr sz="3975" b="1">
                <a:solidFill>
                  <a:srgbClr val="175F96"/>
                </a:solidFill>
                <a:latin typeface="Arial"/>
                <a:ea typeface="Arial"/>
                <a:cs typeface="Arial"/>
              </a:defRPr>
            </a:lvl3pPr>
            <a:lvl4pPr>
              <a:defRPr sz="3975" b="1">
                <a:solidFill>
                  <a:srgbClr val="175F96"/>
                </a:solidFill>
                <a:latin typeface="Arial"/>
                <a:ea typeface="Arial"/>
                <a:cs typeface="Arial"/>
              </a:defRPr>
            </a:lvl4pPr>
            <a:lvl5pPr>
              <a:defRPr sz="3975" b="1">
                <a:solidFill>
                  <a:srgbClr val="175F96"/>
                </a:solidFill>
                <a:latin typeface="Arial"/>
                <a:ea typeface="Arial"/>
                <a:cs typeface="Arial"/>
              </a:defRPr>
            </a:lvl5pPr>
            <a:lvl6pPr>
              <a:defRPr sz="3975" b="1">
                <a:solidFill>
                  <a:srgbClr val="175F96"/>
                </a:solidFill>
                <a:latin typeface="Arial"/>
                <a:ea typeface="Arial"/>
                <a:cs typeface="Arial"/>
              </a:defRPr>
            </a:lvl6pPr>
            <a:lvl7pPr>
              <a:defRPr sz="3975" b="1">
                <a:solidFill>
                  <a:srgbClr val="175F96"/>
                </a:solidFill>
                <a:latin typeface="Arial"/>
                <a:ea typeface="Arial"/>
                <a:cs typeface="Arial"/>
              </a:defRPr>
            </a:lvl7pPr>
            <a:lvl8pPr>
              <a:defRPr sz="3975" b="1">
                <a:solidFill>
                  <a:srgbClr val="175F96"/>
                </a:solidFill>
                <a:latin typeface="Arial"/>
                <a:ea typeface="Arial"/>
                <a:cs typeface="Arial"/>
              </a:defRPr>
            </a:lvl8pPr>
            <a:lvl9pPr>
              <a:defRPr sz="3975" b="1">
                <a:solidFill>
                  <a:srgbClr val="175F96"/>
                </a:solidFill>
                <a:latin typeface="Arial"/>
                <a:ea typeface="Arial"/>
                <a:cs typeface="Arial"/>
              </a:defRPr>
            </a:lvl9pPr>
          </a:lstStyle>
          <a:p xmlns:a="http://schemas.openxmlformats.org/drawingml/2006/main">
            <a:pPr>
              <a:defRPr sz="3975" b="1">
                <a:solidFill>
                  <a:srgbClr val="175F96"/>
                </a:solidFill>
                <a:latin typeface="Arial"/>
                <a:ea typeface="Arial"/>
                <a:cs typeface="Arial"/>
              </a:defRPr>
            </a:pPr>
            <a:r>
              <a:rPr sz="3975" b="1">
                <a:solidFill>
                  <a:srgbClr val="175F96"/>
                </a:solidFill>
                <a:latin typeface="Arial"/>
                <a:ea typeface="Arial"/>
                <a:cs typeface="Arial"/>
              </a:rPr>
              <a:t>Grokking Under a Fixed Budget</a:t>
            </a:r>
          </a:p>
        </p:txBody>
      </p:sp>
      <p:sp>
        <p:nvSpPr>
          <p:cNvPr id="2" name="">
            <a:extLst xmlns:a="http://schemas.openxmlformats.org/drawingml/2006/main">
              <a:ext uri="{FF2B5EF4-FFF2-40B4-BE49-F238E27FC236}">
                <a16:creationId xmlns:a16="http://schemas.microsoft.com/office/drawing/2014/main" id="{2932C0B0-E327-4E71-92F5-4E10316B91A3}"/>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1</a:t>
            </a:r>
          </a:p>
        </p:txBody>
      </p:sp>
      <p:sp>
        <p:nvSpPr>
          <p:cNvPr id="3" name="">
            <a:extLst xmlns:a="http://schemas.openxmlformats.org/drawingml/2006/main">
              <a:ext uri="{FF2B5EF4-FFF2-40B4-BE49-F238E27FC236}">
                <a16:creationId xmlns:a16="http://schemas.microsoft.com/office/drawing/2014/main" id="{8CFA13BA-8A3C-4999-9D79-20D8B2BC27E7}"/>
              </a:ext>
            </a:extLst>
          </p:cNvPr>
          <p:cNvSpPr>
            <a:spLocks xmlns:a="http://schemas.openxmlformats.org/drawingml/2006/main" noGrp="1"/>
          </p:cNvSpPr>
          <p:nvPr/>
        </p:nvSpPr>
        <p:spPr>
          <a:xfrm xmlns:a="http://schemas.openxmlformats.org/drawingml/2006/main">
            <a:off x="666750" y="166687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a:solidFill>
                  <a:srgbClr val="175F96"/>
                </a:solidFill>
                <a:latin typeface="Arial"/>
                <a:ea typeface="Arial"/>
                <a:cs typeface="Arial"/>
              </a:defRPr>
            </a:defPPr>
            <a:lvl1pPr>
              <a:defRPr sz="2700">
                <a:solidFill>
                  <a:srgbClr val="175F96"/>
                </a:solidFill>
                <a:latin typeface="Arial"/>
                <a:ea typeface="Arial"/>
                <a:cs typeface="Arial"/>
              </a:defRPr>
            </a:lvl1pPr>
            <a:lvl2pPr>
              <a:defRPr sz="2700">
                <a:solidFill>
                  <a:srgbClr val="175F96"/>
                </a:solidFill>
                <a:latin typeface="Arial"/>
                <a:ea typeface="Arial"/>
                <a:cs typeface="Arial"/>
              </a:defRPr>
            </a:lvl2pPr>
            <a:lvl3pPr>
              <a:defRPr sz="2700">
                <a:solidFill>
                  <a:srgbClr val="175F96"/>
                </a:solidFill>
                <a:latin typeface="Arial"/>
                <a:ea typeface="Arial"/>
                <a:cs typeface="Arial"/>
              </a:defRPr>
            </a:lvl3pPr>
            <a:lvl4pPr>
              <a:defRPr sz="2700">
                <a:solidFill>
                  <a:srgbClr val="175F96"/>
                </a:solidFill>
                <a:latin typeface="Arial"/>
                <a:ea typeface="Arial"/>
                <a:cs typeface="Arial"/>
              </a:defRPr>
            </a:lvl4pPr>
            <a:lvl5pPr>
              <a:defRPr sz="2700">
                <a:solidFill>
                  <a:srgbClr val="175F96"/>
                </a:solidFill>
                <a:latin typeface="Arial"/>
                <a:ea typeface="Arial"/>
                <a:cs typeface="Arial"/>
              </a:defRPr>
            </a:lvl5pPr>
            <a:lvl6pPr>
              <a:defRPr sz="2700">
                <a:solidFill>
                  <a:srgbClr val="175F96"/>
                </a:solidFill>
                <a:latin typeface="Arial"/>
                <a:ea typeface="Arial"/>
                <a:cs typeface="Arial"/>
              </a:defRPr>
            </a:lvl6pPr>
            <a:lvl7pPr>
              <a:defRPr sz="2700">
                <a:solidFill>
                  <a:srgbClr val="175F96"/>
                </a:solidFill>
                <a:latin typeface="Arial"/>
                <a:ea typeface="Arial"/>
                <a:cs typeface="Arial"/>
              </a:defRPr>
            </a:lvl7pPr>
            <a:lvl8pPr>
              <a:defRPr sz="2700">
                <a:solidFill>
                  <a:srgbClr val="175F96"/>
                </a:solidFill>
                <a:latin typeface="Arial"/>
                <a:ea typeface="Arial"/>
                <a:cs typeface="Arial"/>
              </a:defRPr>
            </a:lvl8pPr>
            <a:lvl9pPr>
              <a:defRPr sz="2700">
                <a:solidFill>
                  <a:srgbClr val="175F96"/>
                </a:solidFill>
                <a:latin typeface="Arial"/>
                <a:ea typeface="Arial"/>
                <a:cs typeface="Arial"/>
              </a:defRPr>
            </a:lvl9pPr>
          </a:lstStyle>
          <a:p xmlns:a="http://schemas.openxmlformats.org/drawingml/2006/main">
            <a:pPr>
              <a:defRPr sz="2700">
                <a:solidFill>
                  <a:srgbClr val="175F96"/>
                </a:solidFill>
                <a:latin typeface="Arial"/>
                <a:ea typeface="Arial"/>
                <a:cs typeface="Arial"/>
              </a:defRPr>
            </a:pPr>
            <a:r>
              <a:rPr sz="2700">
                <a:solidFill>
                  <a:srgbClr val="175F96"/>
                </a:solidFill>
                <a:latin typeface="Arial"/>
                <a:ea typeface="Arial"/>
                <a:cs typeface="Arial"/>
              </a:rPr>
              <a:t>How should we spend 8,000 training steps?</a:t>
            </a:r>
          </a:p>
        </p:txBody>
      </p:sp>
      <p:sp>
        <p:nvSpPr>
          <p:cNvPr id="4" name="">
            <a:extLst xmlns:a="http://schemas.openxmlformats.org/drawingml/2006/main">
              <a:ext uri="{FF2B5EF4-FFF2-40B4-BE49-F238E27FC236}">
                <a16:creationId xmlns:a16="http://schemas.microsoft.com/office/drawing/2014/main" id="{F3EF8D4C-93C7-4848-A06A-7713385E1F44}"/>
              </a:ext>
            </a:extLst>
          </p:cNvPr>
          <p:cNvSpPr>
            <a:spLocks xmlns:a="http://schemas.openxmlformats.org/drawingml/2006/main" noGrp="1"/>
          </p:cNvSpPr>
          <p:nvPr/>
        </p:nvSpPr>
        <p:spPr>
          <a:xfrm xmlns:a="http://schemas.openxmlformats.org/drawingml/2006/main">
            <a:off x="762000" y="2857500"/>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1 run</a:t>
            </a:r>
          </a:p>
        </p:txBody>
      </p:sp>
      <p:sp>
        <p:nvSpPr>
          <p:cNvPr id="5" name="">
            <a:extLst xmlns:a="http://schemas.openxmlformats.org/drawingml/2006/main">
              <a:ext uri="{FF2B5EF4-FFF2-40B4-BE49-F238E27FC236}">
                <a16:creationId xmlns:a16="http://schemas.microsoft.com/office/drawing/2014/main" id="{4E31C771-146D-4DF6-BA60-8FE333D5D830}"/>
              </a:ext>
            </a:extLst>
          </p:cNvPr>
          <p:cNvSpPr>
            <a:spLocks xmlns:a="http://schemas.openxmlformats.org/drawingml/2006/main" noGrp="1"/>
          </p:cNvSpPr>
          <p:nvPr/>
        </p:nvSpPr>
        <p:spPr>
          <a:xfrm xmlns:a="http://schemas.openxmlformats.org/drawingml/2006/main">
            <a:off x="3095625" y="2762250"/>
            <a:ext cx="8096250" cy="600075"/>
          </a:xfrm>
          <a:prstGeom xmlns:a="http://schemas.openxmlformats.org/drawingml/2006/main" prst="rect">
            <a:avLst/>
          </a:prstGeom>
          <a:solidFill xmlns:a="http://schemas.openxmlformats.org/drawingml/2006/main">
            <a:srgbClr val="175F96"/>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FFFFFF"/>
                </a:solidFill>
                <a:latin typeface="Arial"/>
                <a:ea typeface="Arial"/>
                <a:cs typeface="Arial"/>
              </a:defRPr>
            </a:defPPr>
            <a:lvl1pPr algn="ctr">
              <a:defRPr sz="2175">
                <a:solidFill>
                  <a:srgbClr val="FFFFFF"/>
                </a:solidFill>
                <a:latin typeface="Arial"/>
                <a:ea typeface="Arial"/>
                <a:cs typeface="Arial"/>
              </a:defRPr>
            </a:lvl1pPr>
            <a:lvl2pPr algn="ctr">
              <a:defRPr sz="2175">
                <a:solidFill>
                  <a:srgbClr val="FFFFFF"/>
                </a:solidFill>
                <a:latin typeface="Arial"/>
                <a:ea typeface="Arial"/>
                <a:cs typeface="Arial"/>
              </a:defRPr>
            </a:lvl2pPr>
            <a:lvl3pPr algn="ctr">
              <a:defRPr sz="2175">
                <a:solidFill>
                  <a:srgbClr val="FFFFFF"/>
                </a:solidFill>
                <a:latin typeface="Arial"/>
                <a:ea typeface="Arial"/>
                <a:cs typeface="Arial"/>
              </a:defRPr>
            </a:lvl3pPr>
            <a:lvl4pPr algn="ctr">
              <a:defRPr sz="2175">
                <a:solidFill>
                  <a:srgbClr val="FFFFFF"/>
                </a:solidFill>
                <a:latin typeface="Arial"/>
                <a:ea typeface="Arial"/>
                <a:cs typeface="Arial"/>
              </a:defRPr>
            </a:lvl4pPr>
            <a:lvl5pPr algn="ctr">
              <a:defRPr sz="2175">
                <a:solidFill>
                  <a:srgbClr val="FFFFFF"/>
                </a:solidFill>
                <a:latin typeface="Arial"/>
                <a:ea typeface="Arial"/>
                <a:cs typeface="Arial"/>
              </a:defRPr>
            </a:lvl5pPr>
            <a:lvl6pPr algn="ctr">
              <a:defRPr sz="2175">
                <a:solidFill>
                  <a:srgbClr val="FFFFFF"/>
                </a:solidFill>
                <a:latin typeface="Arial"/>
                <a:ea typeface="Arial"/>
                <a:cs typeface="Arial"/>
              </a:defRPr>
            </a:lvl6pPr>
            <a:lvl7pPr algn="ctr">
              <a:defRPr sz="2175">
                <a:solidFill>
                  <a:srgbClr val="FFFFFF"/>
                </a:solidFill>
                <a:latin typeface="Arial"/>
                <a:ea typeface="Arial"/>
                <a:cs typeface="Arial"/>
              </a:defRPr>
            </a:lvl7pPr>
            <a:lvl8pPr algn="ctr">
              <a:defRPr sz="2175">
                <a:solidFill>
                  <a:srgbClr val="FFFFFF"/>
                </a:solidFill>
                <a:latin typeface="Arial"/>
                <a:ea typeface="Arial"/>
                <a:cs typeface="Arial"/>
              </a:defRPr>
            </a:lvl8pPr>
            <a:lvl9pPr algn="ctr">
              <a:defRPr sz="2175">
                <a:solidFill>
                  <a:srgbClr val="FFFFFF"/>
                </a:solidFill>
                <a:latin typeface="Arial"/>
                <a:ea typeface="Arial"/>
                <a:cs typeface="Arial"/>
              </a:defRPr>
            </a:lvl9pPr>
          </a:lstStyle>
          <a:p xmlns:a="http://schemas.openxmlformats.org/drawingml/2006/main">
            <a:pPr algn="ctr">
              <a:defRPr sz="2175">
                <a:solidFill>
                  <a:srgbClr val="FFFFFF"/>
                </a:solidFill>
                <a:latin typeface="Arial"/>
                <a:ea typeface="Arial"/>
                <a:cs typeface="Arial"/>
              </a:defRPr>
            </a:pPr>
            <a:r>
              <a:rPr sz="2175">
                <a:solidFill>
                  <a:srgbClr val="FFFFFF"/>
                </a:solidFill>
                <a:latin typeface="Arial"/>
                <a:ea typeface="Arial"/>
                <a:cs typeface="Arial"/>
              </a:rPr>
              <a:t>8,000</a:t>
            </a:r>
          </a:p>
        </p:txBody>
      </p:sp>
      <p:sp>
        <p:nvSpPr>
          <p:cNvPr id="6" name="">
            <a:extLst xmlns:a="http://schemas.openxmlformats.org/drawingml/2006/main">
              <a:ext uri="{FF2B5EF4-FFF2-40B4-BE49-F238E27FC236}">
                <a16:creationId xmlns:a16="http://schemas.microsoft.com/office/drawing/2014/main" id="{2A41746F-3D78-46AB-BDFD-563DC81FD2C2}"/>
              </a:ext>
            </a:extLst>
          </p:cNvPr>
          <p:cNvSpPr>
            <a:spLocks xmlns:a="http://schemas.openxmlformats.org/drawingml/2006/main" noGrp="1"/>
          </p:cNvSpPr>
          <p:nvPr/>
        </p:nvSpPr>
        <p:spPr>
          <a:xfrm xmlns:a="http://schemas.openxmlformats.org/drawingml/2006/main">
            <a:off x="762000" y="41433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4 runs</a:t>
            </a:r>
          </a:p>
        </p:txBody>
      </p:sp>
      <p:sp>
        <p:nvSpPr>
          <p:cNvPr id="7" name="">
            <a:extLst xmlns:a="http://schemas.openxmlformats.org/drawingml/2006/main">
              <a:ext uri="{FF2B5EF4-FFF2-40B4-BE49-F238E27FC236}">
                <a16:creationId xmlns:a16="http://schemas.microsoft.com/office/drawing/2014/main" id="{94508DED-9250-4127-9E0B-38B51E88AE90}"/>
              </a:ext>
            </a:extLst>
          </p:cNvPr>
          <p:cNvSpPr>
            <a:spLocks xmlns:a="http://schemas.openxmlformats.org/drawingml/2006/main" noGrp="1"/>
          </p:cNvSpPr>
          <p:nvPr/>
        </p:nvSpPr>
        <p:spPr>
          <a:xfrm xmlns:a="http://schemas.openxmlformats.org/drawingml/2006/main">
            <a:off x="3095625" y="4048125"/>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8" name="">
            <a:extLst xmlns:a="http://schemas.openxmlformats.org/drawingml/2006/main">
              <a:ext uri="{FF2B5EF4-FFF2-40B4-BE49-F238E27FC236}">
                <a16:creationId xmlns:a16="http://schemas.microsoft.com/office/drawing/2014/main" id="{552B5A2C-0C3B-4DA1-89E4-01A11D0B1F41}"/>
              </a:ext>
            </a:extLst>
          </p:cNvPr>
          <p:cNvSpPr>
            <a:spLocks xmlns:a="http://schemas.openxmlformats.org/drawingml/2006/main" noGrp="1"/>
          </p:cNvSpPr>
          <p:nvPr/>
        </p:nvSpPr>
        <p:spPr>
          <a:xfrm xmlns:a="http://schemas.openxmlformats.org/drawingml/2006/main">
            <a:off x="5141119" y="4048125"/>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9" name="">
            <a:extLst xmlns:a="http://schemas.openxmlformats.org/drawingml/2006/main">
              <a:ext uri="{FF2B5EF4-FFF2-40B4-BE49-F238E27FC236}">
                <a16:creationId xmlns:a16="http://schemas.microsoft.com/office/drawing/2014/main" id="{9644361D-A933-4420-B09B-600C897A7413}"/>
              </a:ext>
            </a:extLst>
          </p:cNvPr>
          <p:cNvSpPr>
            <a:spLocks xmlns:a="http://schemas.openxmlformats.org/drawingml/2006/main" noGrp="1"/>
          </p:cNvSpPr>
          <p:nvPr/>
        </p:nvSpPr>
        <p:spPr>
          <a:xfrm xmlns:a="http://schemas.openxmlformats.org/drawingml/2006/main">
            <a:off x="7186613" y="4048125"/>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0" name="">
            <a:extLst xmlns:a="http://schemas.openxmlformats.org/drawingml/2006/main">
              <a:ext uri="{FF2B5EF4-FFF2-40B4-BE49-F238E27FC236}">
                <a16:creationId xmlns:a16="http://schemas.microsoft.com/office/drawing/2014/main" id="{BE9E15FF-F36F-47E7-A3F9-3EB81DB822EF}"/>
              </a:ext>
            </a:extLst>
          </p:cNvPr>
          <p:cNvSpPr>
            <a:spLocks xmlns:a="http://schemas.openxmlformats.org/drawingml/2006/main" noGrp="1"/>
          </p:cNvSpPr>
          <p:nvPr/>
        </p:nvSpPr>
        <p:spPr>
          <a:xfrm xmlns:a="http://schemas.openxmlformats.org/drawingml/2006/main">
            <a:off x="9232106" y="4048125"/>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1" name="">
            <a:extLst xmlns:a="http://schemas.openxmlformats.org/drawingml/2006/main">
              <a:ext uri="{FF2B5EF4-FFF2-40B4-BE49-F238E27FC236}">
                <a16:creationId xmlns:a16="http://schemas.microsoft.com/office/drawing/2014/main" id="{9113AECA-EA2E-467E-A1F5-B2D94A922464}"/>
              </a:ext>
            </a:extLst>
          </p:cNvPr>
          <p:cNvSpPr>
            <a:spLocks xmlns:a="http://schemas.openxmlformats.org/drawingml/2006/main" noGrp="1"/>
          </p:cNvSpPr>
          <p:nvPr/>
        </p:nvSpPr>
        <p:spPr>
          <a:xfrm xmlns:a="http://schemas.openxmlformats.org/drawingml/2006/main">
            <a:off x="666750" y="50958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a:solidFill>
                  <a:srgbClr val="172B3A"/>
                </a:solidFill>
                <a:latin typeface="Arial"/>
                <a:ea typeface="Arial"/>
                <a:cs typeface="Arial"/>
              </a:defRPr>
            </a:defPPr>
            <a:lvl1pPr>
              <a:defRPr sz="2250">
                <a:solidFill>
                  <a:srgbClr val="172B3A"/>
                </a:solidFill>
                <a:latin typeface="Arial"/>
                <a:ea typeface="Arial"/>
                <a:cs typeface="Arial"/>
              </a:defRPr>
            </a:lvl1pPr>
            <a:lvl2pPr>
              <a:defRPr sz="2250">
                <a:solidFill>
                  <a:srgbClr val="172B3A"/>
                </a:solidFill>
                <a:latin typeface="Arial"/>
                <a:ea typeface="Arial"/>
                <a:cs typeface="Arial"/>
              </a:defRPr>
            </a:lvl2pPr>
            <a:lvl3pPr>
              <a:defRPr sz="2250">
                <a:solidFill>
                  <a:srgbClr val="172B3A"/>
                </a:solidFill>
                <a:latin typeface="Arial"/>
                <a:ea typeface="Arial"/>
                <a:cs typeface="Arial"/>
              </a:defRPr>
            </a:lvl3pPr>
            <a:lvl4pPr>
              <a:defRPr sz="2250">
                <a:solidFill>
                  <a:srgbClr val="172B3A"/>
                </a:solidFill>
                <a:latin typeface="Arial"/>
                <a:ea typeface="Arial"/>
                <a:cs typeface="Arial"/>
              </a:defRPr>
            </a:lvl4pPr>
            <a:lvl5pPr>
              <a:defRPr sz="2250">
                <a:solidFill>
                  <a:srgbClr val="172B3A"/>
                </a:solidFill>
                <a:latin typeface="Arial"/>
                <a:ea typeface="Arial"/>
                <a:cs typeface="Arial"/>
              </a:defRPr>
            </a:lvl5pPr>
            <a:lvl6pPr>
              <a:defRPr sz="2250">
                <a:solidFill>
                  <a:srgbClr val="172B3A"/>
                </a:solidFill>
                <a:latin typeface="Arial"/>
                <a:ea typeface="Arial"/>
                <a:cs typeface="Arial"/>
              </a:defRPr>
            </a:lvl6pPr>
            <a:lvl7pPr>
              <a:defRPr sz="2250">
                <a:solidFill>
                  <a:srgbClr val="172B3A"/>
                </a:solidFill>
                <a:latin typeface="Arial"/>
                <a:ea typeface="Arial"/>
                <a:cs typeface="Arial"/>
              </a:defRPr>
            </a:lvl7pPr>
            <a:lvl8pPr>
              <a:defRPr sz="2250">
                <a:solidFill>
                  <a:srgbClr val="172B3A"/>
                </a:solidFill>
                <a:latin typeface="Arial"/>
                <a:ea typeface="Arial"/>
                <a:cs typeface="Arial"/>
              </a:defRPr>
            </a:lvl8pPr>
            <a:lvl9pPr>
              <a:defRPr sz="2250">
                <a:solidFill>
                  <a:srgbClr val="172B3A"/>
                </a:solidFill>
                <a:latin typeface="Arial"/>
                <a:ea typeface="Arial"/>
                <a:cs typeface="Arial"/>
              </a:defRPr>
            </a:lvl9pPr>
          </a:lstStyle>
          <a:p xmlns:a="http://schemas.openxmlformats.org/drawingml/2006/main">
            <a:pPr>
              <a:defRPr sz="2250">
                <a:solidFill>
                  <a:srgbClr val="172B3A"/>
                </a:solidFill>
                <a:latin typeface="Arial"/>
                <a:ea typeface="Arial"/>
                <a:cs typeface="Arial"/>
              </a:defRPr>
            </a:pPr>
            <a:r>
              <a:rPr sz="2250">
                <a:solidFill>
                  <a:srgbClr val="172B3A"/>
                </a:solidFill>
                <a:latin typeface="Arial"/>
                <a:ea typeface="Arial"/>
                <a:cs typeface="Arial"/>
              </a:rPr>
              <a:t>Same total budget. Fresh starting weights for each run.</a:t>
            </a:r>
          </a:p>
        </p:txBody>
      </p:sp>
      <p:sp>
        <p:nvSpPr>
          <p:cNvPr id="12" name="">
            <a:extLst xmlns:a="http://schemas.openxmlformats.org/drawingml/2006/main">
              <a:ext uri="{FF2B5EF4-FFF2-40B4-BE49-F238E27FC236}">
                <a16:creationId xmlns:a16="http://schemas.microsoft.com/office/drawing/2014/main" id="{0541DAC9-F9B8-4510-8E36-8C06AF2A5582}"/>
              </a:ext>
            </a:extLst>
          </p:cNvPr>
          <p:cNvSpPr>
            <a:spLocks xmlns:a="http://schemas.openxmlformats.org/drawingml/2006/main" noGrp="1"/>
          </p:cNvSpPr>
          <p:nvPr/>
        </p:nvSpPr>
        <p:spPr>
          <a:xfrm xmlns:a="http://schemas.openxmlformats.org/drawingml/2006/main">
            <a:off x="666750" y="56959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72B3A"/>
                </a:solidFill>
                <a:latin typeface="Arial"/>
                <a:ea typeface="Arial"/>
                <a:cs typeface="Arial"/>
              </a:defRPr>
            </a:defPPr>
            <a:lvl1pPr>
              <a:defRPr sz="1875" b="1">
                <a:solidFill>
                  <a:srgbClr val="172B3A"/>
                </a:solidFill>
                <a:latin typeface="Arial"/>
                <a:ea typeface="Arial"/>
                <a:cs typeface="Arial"/>
              </a:defRPr>
            </a:lvl1pPr>
            <a:lvl2pPr>
              <a:defRPr sz="1875" b="1">
                <a:solidFill>
                  <a:srgbClr val="172B3A"/>
                </a:solidFill>
                <a:latin typeface="Arial"/>
                <a:ea typeface="Arial"/>
                <a:cs typeface="Arial"/>
              </a:defRPr>
            </a:lvl2pPr>
            <a:lvl3pPr>
              <a:defRPr sz="1875" b="1">
                <a:solidFill>
                  <a:srgbClr val="172B3A"/>
                </a:solidFill>
                <a:latin typeface="Arial"/>
                <a:ea typeface="Arial"/>
                <a:cs typeface="Arial"/>
              </a:defRPr>
            </a:lvl3pPr>
            <a:lvl4pPr>
              <a:defRPr sz="1875" b="1">
                <a:solidFill>
                  <a:srgbClr val="172B3A"/>
                </a:solidFill>
                <a:latin typeface="Arial"/>
                <a:ea typeface="Arial"/>
                <a:cs typeface="Arial"/>
              </a:defRPr>
            </a:lvl4pPr>
            <a:lvl5pPr>
              <a:defRPr sz="1875" b="1">
                <a:solidFill>
                  <a:srgbClr val="172B3A"/>
                </a:solidFill>
                <a:latin typeface="Arial"/>
                <a:ea typeface="Arial"/>
                <a:cs typeface="Arial"/>
              </a:defRPr>
            </a:lvl5pPr>
            <a:lvl6pPr>
              <a:defRPr sz="1875" b="1">
                <a:solidFill>
                  <a:srgbClr val="172B3A"/>
                </a:solidFill>
                <a:latin typeface="Arial"/>
                <a:ea typeface="Arial"/>
                <a:cs typeface="Arial"/>
              </a:defRPr>
            </a:lvl6pPr>
            <a:lvl7pPr>
              <a:defRPr sz="1875" b="1">
                <a:solidFill>
                  <a:srgbClr val="172B3A"/>
                </a:solidFill>
                <a:latin typeface="Arial"/>
                <a:ea typeface="Arial"/>
                <a:cs typeface="Arial"/>
              </a:defRPr>
            </a:lvl7pPr>
            <a:lvl8pPr>
              <a:defRPr sz="1875" b="1">
                <a:solidFill>
                  <a:srgbClr val="172B3A"/>
                </a:solidFill>
                <a:latin typeface="Arial"/>
                <a:ea typeface="Arial"/>
                <a:cs typeface="Arial"/>
              </a:defRPr>
            </a:lvl8pPr>
            <a:lvl9pPr>
              <a:defRPr sz="1875" b="1">
                <a:solidFill>
                  <a:srgbClr val="172B3A"/>
                </a:solidFill>
                <a:latin typeface="Arial"/>
                <a:ea typeface="Arial"/>
                <a:cs typeface="Arial"/>
              </a:defRPr>
            </a:lvl9pPr>
          </a:lstStyle>
          <a:p xmlns:a="http://schemas.openxmlformats.org/drawingml/2006/main">
            <a:pPr>
              <a:defRPr sz="1875" b="1">
                <a:solidFill>
                  <a:srgbClr val="172B3A"/>
                </a:solidFill>
                <a:latin typeface="Arial"/>
                <a:ea typeface="Arial"/>
                <a:cs typeface="Arial"/>
              </a:defRPr>
            </a:pPr>
            <a:r>
              <a:rPr sz="1875" b="1">
                <a:solidFill>
                  <a:srgbClr val="172B3A"/>
                </a:solidFill>
                <a:latin typeface="Arial"/>
                <a:ea typeface="Arial"/>
                <a:cs typeface="Arial"/>
              </a:rPr>
              <a:t>Vihaan Jinesh Jain</a:t>
            </a:r>
          </a:p>
        </p:txBody>
      </p:sp>
      <p:sp>
        <p:nvSpPr>
          <p:cNvPr id="13" name="">
            <a:extLst xmlns:a="http://schemas.openxmlformats.org/drawingml/2006/main">
              <a:ext uri="{FF2B5EF4-FFF2-40B4-BE49-F238E27FC236}">
                <a16:creationId xmlns:a16="http://schemas.microsoft.com/office/drawing/2014/main" id="{4A2C14C5-446A-4514-8280-6B677FAA3AA6}"/>
              </a:ext>
            </a:extLst>
          </p:cNvPr>
          <p:cNvSpPr>
            <a:spLocks xmlns:a="http://schemas.openxmlformats.org/drawingml/2006/main" noGrp="1"/>
          </p:cNvSpPr>
          <p:nvPr/>
        </p:nvSpPr>
        <p:spPr>
          <a:xfrm xmlns:a="http://schemas.openxmlformats.org/drawingml/2006/main">
            <a:off x="666750" y="6067425"/>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a:solidFill>
                  <a:srgbClr val="637E8E"/>
                </a:solidFill>
                <a:latin typeface="Arial"/>
                <a:ea typeface="Arial"/>
                <a:cs typeface="Arial"/>
              </a:defRPr>
            </a:defPPr>
            <a:lvl1pPr>
              <a:defRPr sz="1725">
                <a:solidFill>
                  <a:srgbClr val="637E8E"/>
                </a:solidFill>
                <a:latin typeface="Arial"/>
                <a:ea typeface="Arial"/>
                <a:cs typeface="Arial"/>
              </a:defRPr>
            </a:lvl1pPr>
            <a:lvl2pPr>
              <a:defRPr sz="1725">
                <a:solidFill>
                  <a:srgbClr val="637E8E"/>
                </a:solidFill>
                <a:latin typeface="Arial"/>
                <a:ea typeface="Arial"/>
                <a:cs typeface="Arial"/>
              </a:defRPr>
            </a:lvl2pPr>
            <a:lvl3pPr>
              <a:defRPr sz="1725">
                <a:solidFill>
                  <a:srgbClr val="637E8E"/>
                </a:solidFill>
                <a:latin typeface="Arial"/>
                <a:ea typeface="Arial"/>
                <a:cs typeface="Arial"/>
              </a:defRPr>
            </a:lvl3pPr>
            <a:lvl4pPr>
              <a:defRPr sz="1725">
                <a:solidFill>
                  <a:srgbClr val="637E8E"/>
                </a:solidFill>
                <a:latin typeface="Arial"/>
                <a:ea typeface="Arial"/>
                <a:cs typeface="Arial"/>
              </a:defRPr>
            </a:lvl4pPr>
            <a:lvl5pPr>
              <a:defRPr sz="1725">
                <a:solidFill>
                  <a:srgbClr val="637E8E"/>
                </a:solidFill>
                <a:latin typeface="Arial"/>
                <a:ea typeface="Arial"/>
                <a:cs typeface="Arial"/>
              </a:defRPr>
            </a:lvl5pPr>
            <a:lvl6pPr>
              <a:defRPr sz="1725">
                <a:solidFill>
                  <a:srgbClr val="637E8E"/>
                </a:solidFill>
                <a:latin typeface="Arial"/>
                <a:ea typeface="Arial"/>
                <a:cs typeface="Arial"/>
              </a:defRPr>
            </a:lvl6pPr>
            <a:lvl7pPr>
              <a:defRPr sz="1725">
                <a:solidFill>
                  <a:srgbClr val="637E8E"/>
                </a:solidFill>
                <a:latin typeface="Arial"/>
                <a:ea typeface="Arial"/>
                <a:cs typeface="Arial"/>
              </a:defRPr>
            </a:lvl7pPr>
            <a:lvl8pPr>
              <a:defRPr sz="1725">
                <a:solidFill>
                  <a:srgbClr val="637E8E"/>
                </a:solidFill>
                <a:latin typeface="Arial"/>
                <a:ea typeface="Arial"/>
                <a:cs typeface="Arial"/>
              </a:defRPr>
            </a:lvl8pPr>
            <a:lvl9pPr>
              <a:defRPr sz="1725">
                <a:solidFill>
                  <a:srgbClr val="637E8E"/>
                </a:solidFill>
                <a:latin typeface="Arial"/>
                <a:ea typeface="Arial"/>
                <a:cs typeface="Arial"/>
              </a:defRPr>
            </a:lvl9pPr>
          </a:lstStyle>
          <a:p xmlns:a="http://schemas.openxmlformats.org/drawingml/2006/main">
            <a:pPr>
              <a:defRPr sz="1725">
                <a:solidFill>
                  <a:srgbClr val="637E8E"/>
                </a:solidFill>
                <a:latin typeface="Arial"/>
                <a:ea typeface="Arial"/>
                <a:cs typeface="Arial"/>
              </a:defRPr>
            </a:pPr>
            <a:r>
              <a:rPr sz="1725">
                <a:solidFill>
                  <a:srgbClr val="637E8E"/>
                </a:solidFill>
                <a:latin typeface="Arial"/>
                <a:ea typeface="Arial"/>
                <a:cs typeface="Arial"/>
              </a:rPr>
              <a:t>25BYB0103</a:t>
            </a:r>
          </a:p>
        </p:txBody>
      </p:sp>
      <p:sp>
        <p:nvSpPr>
          <p:cNvPr id="14" name="">
            <a:extLst xmlns:a="http://schemas.openxmlformats.org/drawingml/2006/main">
              <a:ext uri="{FF2B5EF4-FFF2-40B4-BE49-F238E27FC236}">
                <a16:creationId xmlns:a16="http://schemas.microsoft.com/office/drawing/2014/main" id="{40088458-9B29-4ED7-8CA0-E6552CA7FD92}"/>
              </a:ext>
            </a:extLst>
          </p:cNvPr>
          <p:cNvSpPr>
            <a:spLocks xmlns:a="http://schemas.openxmlformats.org/drawingml/2006/main" noGrp="1"/>
          </p:cNvSpPr>
          <p:nvPr/>
        </p:nvSpPr>
        <p:spPr>
          <a:xfrm xmlns:a="http://schemas.openxmlformats.org/drawingml/2006/main">
            <a:off x="4381500" y="56959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72B3A"/>
                </a:solidFill>
                <a:latin typeface="Arial"/>
                <a:ea typeface="Arial"/>
                <a:cs typeface="Arial"/>
              </a:defRPr>
            </a:defPPr>
            <a:lvl1pPr>
              <a:defRPr sz="1875" b="1">
                <a:solidFill>
                  <a:srgbClr val="172B3A"/>
                </a:solidFill>
                <a:latin typeface="Arial"/>
                <a:ea typeface="Arial"/>
                <a:cs typeface="Arial"/>
              </a:defRPr>
            </a:lvl1pPr>
            <a:lvl2pPr>
              <a:defRPr sz="1875" b="1">
                <a:solidFill>
                  <a:srgbClr val="172B3A"/>
                </a:solidFill>
                <a:latin typeface="Arial"/>
                <a:ea typeface="Arial"/>
                <a:cs typeface="Arial"/>
              </a:defRPr>
            </a:lvl2pPr>
            <a:lvl3pPr>
              <a:defRPr sz="1875" b="1">
                <a:solidFill>
                  <a:srgbClr val="172B3A"/>
                </a:solidFill>
                <a:latin typeface="Arial"/>
                <a:ea typeface="Arial"/>
                <a:cs typeface="Arial"/>
              </a:defRPr>
            </a:lvl3pPr>
            <a:lvl4pPr>
              <a:defRPr sz="1875" b="1">
                <a:solidFill>
                  <a:srgbClr val="172B3A"/>
                </a:solidFill>
                <a:latin typeface="Arial"/>
                <a:ea typeface="Arial"/>
                <a:cs typeface="Arial"/>
              </a:defRPr>
            </a:lvl4pPr>
            <a:lvl5pPr>
              <a:defRPr sz="1875" b="1">
                <a:solidFill>
                  <a:srgbClr val="172B3A"/>
                </a:solidFill>
                <a:latin typeface="Arial"/>
                <a:ea typeface="Arial"/>
                <a:cs typeface="Arial"/>
              </a:defRPr>
            </a:lvl5pPr>
            <a:lvl6pPr>
              <a:defRPr sz="1875" b="1">
                <a:solidFill>
                  <a:srgbClr val="172B3A"/>
                </a:solidFill>
                <a:latin typeface="Arial"/>
                <a:ea typeface="Arial"/>
                <a:cs typeface="Arial"/>
              </a:defRPr>
            </a:lvl6pPr>
            <a:lvl7pPr>
              <a:defRPr sz="1875" b="1">
                <a:solidFill>
                  <a:srgbClr val="172B3A"/>
                </a:solidFill>
                <a:latin typeface="Arial"/>
                <a:ea typeface="Arial"/>
                <a:cs typeface="Arial"/>
              </a:defRPr>
            </a:lvl7pPr>
            <a:lvl8pPr>
              <a:defRPr sz="1875" b="1">
                <a:solidFill>
                  <a:srgbClr val="172B3A"/>
                </a:solidFill>
                <a:latin typeface="Arial"/>
                <a:ea typeface="Arial"/>
                <a:cs typeface="Arial"/>
              </a:defRPr>
            </a:lvl8pPr>
            <a:lvl9pPr>
              <a:defRPr sz="1875" b="1">
                <a:solidFill>
                  <a:srgbClr val="172B3A"/>
                </a:solidFill>
                <a:latin typeface="Arial"/>
                <a:ea typeface="Arial"/>
                <a:cs typeface="Arial"/>
              </a:defRPr>
            </a:lvl9pPr>
          </a:lstStyle>
          <a:p xmlns:a="http://schemas.openxmlformats.org/drawingml/2006/main">
            <a:pPr>
              <a:defRPr sz="1875" b="1">
                <a:solidFill>
                  <a:srgbClr val="172B3A"/>
                </a:solidFill>
                <a:latin typeface="Arial"/>
                <a:ea typeface="Arial"/>
                <a:cs typeface="Arial"/>
              </a:defRPr>
            </a:pPr>
            <a:r>
              <a:rPr sz="1875" b="1">
                <a:solidFill>
                  <a:srgbClr val="172B3A"/>
                </a:solidFill>
                <a:latin typeface="Arial"/>
                <a:ea typeface="Arial"/>
                <a:cs typeface="Arial"/>
              </a:rPr>
              <a:t>Kaashvi Goel</a:t>
            </a:r>
          </a:p>
        </p:txBody>
      </p:sp>
      <p:sp>
        <p:nvSpPr>
          <p:cNvPr id="15" name="">
            <a:extLst xmlns:a="http://schemas.openxmlformats.org/drawingml/2006/main">
              <a:ext uri="{FF2B5EF4-FFF2-40B4-BE49-F238E27FC236}">
                <a16:creationId xmlns:a16="http://schemas.microsoft.com/office/drawing/2014/main" id="{FB3D9CF0-FA10-422A-9517-693D81E65E9E}"/>
              </a:ext>
            </a:extLst>
          </p:cNvPr>
          <p:cNvSpPr>
            <a:spLocks xmlns:a="http://schemas.openxmlformats.org/drawingml/2006/main" noGrp="1"/>
          </p:cNvSpPr>
          <p:nvPr/>
        </p:nvSpPr>
        <p:spPr>
          <a:xfrm xmlns:a="http://schemas.openxmlformats.org/drawingml/2006/main">
            <a:off x="4381500" y="6067425"/>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a:solidFill>
                  <a:srgbClr val="637E8E"/>
                </a:solidFill>
                <a:latin typeface="Arial"/>
                <a:ea typeface="Arial"/>
                <a:cs typeface="Arial"/>
              </a:defRPr>
            </a:defPPr>
            <a:lvl1pPr>
              <a:defRPr sz="1725">
                <a:solidFill>
                  <a:srgbClr val="637E8E"/>
                </a:solidFill>
                <a:latin typeface="Arial"/>
                <a:ea typeface="Arial"/>
                <a:cs typeface="Arial"/>
              </a:defRPr>
            </a:lvl1pPr>
            <a:lvl2pPr>
              <a:defRPr sz="1725">
                <a:solidFill>
                  <a:srgbClr val="637E8E"/>
                </a:solidFill>
                <a:latin typeface="Arial"/>
                <a:ea typeface="Arial"/>
                <a:cs typeface="Arial"/>
              </a:defRPr>
            </a:lvl2pPr>
            <a:lvl3pPr>
              <a:defRPr sz="1725">
                <a:solidFill>
                  <a:srgbClr val="637E8E"/>
                </a:solidFill>
                <a:latin typeface="Arial"/>
                <a:ea typeface="Arial"/>
                <a:cs typeface="Arial"/>
              </a:defRPr>
            </a:lvl3pPr>
            <a:lvl4pPr>
              <a:defRPr sz="1725">
                <a:solidFill>
                  <a:srgbClr val="637E8E"/>
                </a:solidFill>
                <a:latin typeface="Arial"/>
                <a:ea typeface="Arial"/>
                <a:cs typeface="Arial"/>
              </a:defRPr>
            </a:lvl4pPr>
            <a:lvl5pPr>
              <a:defRPr sz="1725">
                <a:solidFill>
                  <a:srgbClr val="637E8E"/>
                </a:solidFill>
                <a:latin typeface="Arial"/>
                <a:ea typeface="Arial"/>
                <a:cs typeface="Arial"/>
              </a:defRPr>
            </a:lvl5pPr>
            <a:lvl6pPr>
              <a:defRPr sz="1725">
                <a:solidFill>
                  <a:srgbClr val="637E8E"/>
                </a:solidFill>
                <a:latin typeface="Arial"/>
                <a:ea typeface="Arial"/>
                <a:cs typeface="Arial"/>
              </a:defRPr>
            </a:lvl6pPr>
            <a:lvl7pPr>
              <a:defRPr sz="1725">
                <a:solidFill>
                  <a:srgbClr val="637E8E"/>
                </a:solidFill>
                <a:latin typeface="Arial"/>
                <a:ea typeface="Arial"/>
                <a:cs typeface="Arial"/>
              </a:defRPr>
            </a:lvl7pPr>
            <a:lvl8pPr>
              <a:defRPr sz="1725">
                <a:solidFill>
                  <a:srgbClr val="637E8E"/>
                </a:solidFill>
                <a:latin typeface="Arial"/>
                <a:ea typeface="Arial"/>
                <a:cs typeface="Arial"/>
              </a:defRPr>
            </a:lvl8pPr>
            <a:lvl9pPr>
              <a:defRPr sz="1725">
                <a:solidFill>
                  <a:srgbClr val="637E8E"/>
                </a:solidFill>
                <a:latin typeface="Arial"/>
                <a:ea typeface="Arial"/>
                <a:cs typeface="Arial"/>
              </a:defRPr>
            </a:lvl9pPr>
          </a:lstStyle>
          <a:p xmlns:a="http://schemas.openxmlformats.org/drawingml/2006/main">
            <a:pPr>
              <a:defRPr sz="1725">
                <a:solidFill>
                  <a:srgbClr val="637E8E"/>
                </a:solidFill>
                <a:latin typeface="Arial"/>
                <a:ea typeface="Arial"/>
                <a:cs typeface="Arial"/>
              </a:defRPr>
            </a:pPr>
            <a:r>
              <a:rPr sz="1725">
                <a:solidFill>
                  <a:srgbClr val="637E8E"/>
                </a:solidFill>
                <a:latin typeface="Arial"/>
                <a:ea typeface="Arial"/>
                <a:cs typeface="Arial"/>
              </a:rPr>
              <a:t>25BYB0129</a:t>
            </a:r>
          </a:p>
        </p:txBody>
      </p:sp>
      <p:sp>
        <p:nvSpPr>
          <p:cNvPr id="16" name="">
            <a:extLst xmlns:a="http://schemas.openxmlformats.org/drawingml/2006/main">
              <a:ext uri="{FF2B5EF4-FFF2-40B4-BE49-F238E27FC236}">
                <a16:creationId xmlns:a16="http://schemas.microsoft.com/office/drawing/2014/main" id="{537E54EF-4578-4FD5-B090-CCDB672DC95B}"/>
              </a:ext>
            </a:extLst>
          </p:cNvPr>
          <p:cNvSpPr>
            <a:spLocks xmlns:a="http://schemas.openxmlformats.org/drawingml/2006/main" noGrp="1"/>
          </p:cNvSpPr>
          <p:nvPr/>
        </p:nvSpPr>
        <p:spPr>
          <a:xfrm xmlns:a="http://schemas.openxmlformats.org/drawingml/2006/main">
            <a:off x="8096250" y="56959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72B3A"/>
                </a:solidFill>
                <a:latin typeface="Arial"/>
                <a:ea typeface="Arial"/>
                <a:cs typeface="Arial"/>
              </a:defRPr>
            </a:defPPr>
            <a:lvl1pPr>
              <a:defRPr sz="1875" b="1">
                <a:solidFill>
                  <a:srgbClr val="172B3A"/>
                </a:solidFill>
                <a:latin typeface="Arial"/>
                <a:ea typeface="Arial"/>
                <a:cs typeface="Arial"/>
              </a:defRPr>
            </a:lvl1pPr>
            <a:lvl2pPr>
              <a:defRPr sz="1875" b="1">
                <a:solidFill>
                  <a:srgbClr val="172B3A"/>
                </a:solidFill>
                <a:latin typeface="Arial"/>
                <a:ea typeface="Arial"/>
                <a:cs typeface="Arial"/>
              </a:defRPr>
            </a:lvl2pPr>
            <a:lvl3pPr>
              <a:defRPr sz="1875" b="1">
                <a:solidFill>
                  <a:srgbClr val="172B3A"/>
                </a:solidFill>
                <a:latin typeface="Arial"/>
                <a:ea typeface="Arial"/>
                <a:cs typeface="Arial"/>
              </a:defRPr>
            </a:lvl3pPr>
            <a:lvl4pPr>
              <a:defRPr sz="1875" b="1">
                <a:solidFill>
                  <a:srgbClr val="172B3A"/>
                </a:solidFill>
                <a:latin typeface="Arial"/>
                <a:ea typeface="Arial"/>
                <a:cs typeface="Arial"/>
              </a:defRPr>
            </a:lvl4pPr>
            <a:lvl5pPr>
              <a:defRPr sz="1875" b="1">
                <a:solidFill>
                  <a:srgbClr val="172B3A"/>
                </a:solidFill>
                <a:latin typeface="Arial"/>
                <a:ea typeface="Arial"/>
                <a:cs typeface="Arial"/>
              </a:defRPr>
            </a:lvl5pPr>
            <a:lvl6pPr>
              <a:defRPr sz="1875" b="1">
                <a:solidFill>
                  <a:srgbClr val="172B3A"/>
                </a:solidFill>
                <a:latin typeface="Arial"/>
                <a:ea typeface="Arial"/>
                <a:cs typeface="Arial"/>
              </a:defRPr>
            </a:lvl6pPr>
            <a:lvl7pPr>
              <a:defRPr sz="1875" b="1">
                <a:solidFill>
                  <a:srgbClr val="172B3A"/>
                </a:solidFill>
                <a:latin typeface="Arial"/>
                <a:ea typeface="Arial"/>
                <a:cs typeface="Arial"/>
              </a:defRPr>
            </a:lvl7pPr>
            <a:lvl8pPr>
              <a:defRPr sz="1875" b="1">
                <a:solidFill>
                  <a:srgbClr val="172B3A"/>
                </a:solidFill>
                <a:latin typeface="Arial"/>
                <a:ea typeface="Arial"/>
                <a:cs typeface="Arial"/>
              </a:defRPr>
            </a:lvl8pPr>
            <a:lvl9pPr>
              <a:defRPr sz="1875" b="1">
                <a:solidFill>
                  <a:srgbClr val="172B3A"/>
                </a:solidFill>
                <a:latin typeface="Arial"/>
                <a:ea typeface="Arial"/>
                <a:cs typeface="Arial"/>
              </a:defRPr>
            </a:lvl9pPr>
          </a:lstStyle>
          <a:p xmlns:a="http://schemas.openxmlformats.org/drawingml/2006/main">
            <a:pPr>
              <a:defRPr sz="1875" b="1">
                <a:solidFill>
                  <a:srgbClr val="172B3A"/>
                </a:solidFill>
                <a:latin typeface="Arial"/>
                <a:ea typeface="Arial"/>
                <a:cs typeface="Arial"/>
              </a:defRPr>
            </a:pPr>
            <a:r>
              <a:rPr sz="1875" b="1">
                <a:solidFill>
                  <a:srgbClr val="172B3A"/>
                </a:solidFill>
                <a:latin typeface="Arial"/>
                <a:ea typeface="Arial"/>
                <a:cs typeface="Arial"/>
              </a:rPr>
              <a:t>Gaurav Kansal</a:t>
            </a:r>
          </a:p>
        </p:txBody>
      </p:sp>
      <p:sp>
        <p:nvSpPr>
          <p:cNvPr id="17" name="">
            <a:extLst xmlns:a="http://schemas.openxmlformats.org/drawingml/2006/main">
              <a:ext uri="{FF2B5EF4-FFF2-40B4-BE49-F238E27FC236}">
                <a16:creationId xmlns:a16="http://schemas.microsoft.com/office/drawing/2014/main" id="{E0751116-4E98-4E7F-BF1C-D961B061141E}"/>
              </a:ext>
            </a:extLst>
          </p:cNvPr>
          <p:cNvSpPr>
            <a:spLocks xmlns:a="http://schemas.openxmlformats.org/drawingml/2006/main" noGrp="1"/>
          </p:cNvSpPr>
          <p:nvPr/>
        </p:nvSpPr>
        <p:spPr>
          <a:xfrm xmlns:a="http://schemas.openxmlformats.org/drawingml/2006/main">
            <a:off x="8096250" y="6067425"/>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a:solidFill>
                  <a:srgbClr val="637E8E"/>
                </a:solidFill>
                <a:latin typeface="Arial"/>
                <a:ea typeface="Arial"/>
                <a:cs typeface="Arial"/>
              </a:defRPr>
            </a:defPPr>
            <a:lvl1pPr>
              <a:defRPr sz="1725">
                <a:solidFill>
                  <a:srgbClr val="637E8E"/>
                </a:solidFill>
                <a:latin typeface="Arial"/>
                <a:ea typeface="Arial"/>
                <a:cs typeface="Arial"/>
              </a:defRPr>
            </a:lvl1pPr>
            <a:lvl2pPr>
              <a:defRPr sz="1725">
                <a:solidFill>
                  <a:srgbClr val="637E8E"/>
                </a:solidFill>
                <a:latin typeface="Arial"/>
                <a:ea typeface="Arial"/>
                <a:cs typeface="Arial"/>
              </a:defRPr>
            </a:lvl2pPr>
            <a:lvl3pPr>
              <a:defRPr sz="1725">
                <a:solidFill>
                  <a:srgbClr val="637E8E"/>
                </a:solidFill>
                <a:latin typeface="Arial"/>
                <a:ea typeface="Arial"/>
                <a:cs typeface="Arial"/>
              </a:defRPr>
            </a:lvl3pPr>
            <a:lvl4pPr>
              <a:defRPr sz="1725">
                <a:solidFill>
                  <a:srgbClr val="637E8E"/>
                </a:solidFill>
                <a:latin typeface="Arial"/>
                <a:ea typeface="Arial"/>
                <a:cs typeface="Arial"/>
              </a:defRPr>
            </a:lvl4pPr>
            <a:lvl5pPr>
              <a:defRPr sz="1725">
                <a:solidFill>
                  <a:srgbClr val="637E8E"/>
                </a:solidFill>
                <a:latin typeface="Arial"/>
                <a:ea typeface="Arial"/>
                <a:cs typeface="Arial"/>
              </a:defRPr>
            </a:lvl5pPr>
            <a:lvl6pPr>
              <a:defRPr sz="1725">
                <a:solidFill>
                  <a:srgbClr val="637E8E"/>
                </a:solidFill>
                <a:latin typeface="Arial"/>
                <a:ea typeface="Arial"/>
                <a:cs typeface="Arial"/>
              </a:defRPr>
            </a:lvl6pPr>
            <a:lvl7pPr>
              <a:defRPr sz="1725">
                <a:solidFill>
                  <a:srgbClr val="637E8E"/>
                </a:solidFill>
                <a:latin typeface="Arial"/>
                <a:ea typeface="Arial"/>
                <a:cs typeface="Arial"/>
              </a:defRPr>
            </a:lvl7pPr>
            <a:lvl8pPr>
              <a:defRPr sz="1725">
                <a:solidFill>
                  <a:srgbClr val="637E8E"/>
                </a:solidFill>
                <a:latin typeface="Arial"/>
                <a:ea typeface="Arial"/>
                <a:cs typeface="Arial"/>
              </a:defRPr>
            </a:lvl8pPr>
            <a:lvl9pPr>
              <a:defRPr sz="1725">
                <a:solidFill>
                  <a:srgbClr val="637E8E"/>
                </a:solidFill>
                <a:latin typeface="Arial"/>
                <a:ea typeface="Arial"/>
                <a:cs typeface="Arial"/>
              </a:defRPr>
            </a:lvl9pPr>
          </a:lstStyle>
          <a:p xmlns:a="http://schemas.openxmlformats.org/drawingml/2006/main">
            <a:pPr>
              <a:defRPr sz="1725">
                <a:solidFill>
                  <a:srgbClr val="637E8E"/>
                </a:solidFill>
                <a:latin typeface="Arial"/>
                <a:ea typeface="Arial"/>
                <a:cs typeface="Arial"/>
              </a:defRPr>
            </a:pPr>
            <a:r>
              <a:rPr sz="1725">
                <a:solidFill>
                  <a:srgbClr val="637E8E"/>
                </a:solidFill>
                <a:latin typeface="Arial"/>
                <a:ea typeface="Arial"/>
                <a:cs typeface="Arial"/>
              </a:rPr>
              <a:t>25BYB0157</a:t>
            </a:r>
          </a:p>
        </p:txBody>
      </p:sp>
    </p:spTree>
    <p:extLst>
      <p:ext uri="{BB962C8B-B14F-4D97-AF65-F5344CB8AC3E}">
        <p14:creationId xmlns:p14="http://schemas.microsoft.com/office/powerpoint/2010/main" val="3319172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807857C7-A2E8-4498-8D5D-719FEA959A0C}"/>
              </a:ext>
            </a:extLst>
          </p:cNvPr>
          <p:cNvCxnSpPr>
            <a:stCxn xmlns:a="http://schemas.openxmlformats.org/drawingml/2006/main" id="6" idx="3"/>
            <a:endCxn xmlns:a="http://schemas.openxmlformats.org/drawingml/2006/main" id="7" idx="1"/>
          </p:cNvCxnSpPr>
          <p:nvPr/>
        </p:nvCxnSpPr>
        <p:spPr>
          <a:xfrm xmlns:a="http://schemas.openxmlformats.org/drawingml/2006/main">
            <a:off x="3905250" y="5848350"/>
            <a:ext cx="2667000" cy="0"/>
          </a:xfrm>
          <a:prstGeom xmlns:a="http://schemas.openxmlformats.org/drawingml/2006/main" prst="straightConnector1">
            <a:avLst/>
          </a:prstGeom>
          <a:ln xmlns:a="http://schemas.openxmlformats.org/drawingml/2006/main" w="19050">
            <a:solidFill>
              <a:srgbClr val="175F96"/>
            </a:solidFill>
            <a:tailEnd type="arrow" w="med" len="med"/>
          </a:ln>
        </p:spPr>
      </p:cxnSp>
      <p:sp>
        <p:nvSpPr>
          <p:cNvPr id="10" name="">
            <a:extLst xmlns:a="http://schemas.openxmlformats.org/drawingml/2006/main">
              <a:ext uri="{FF2B5EF4-FFF2-40B4-BE49-F238E27FC236}">
                <a16:creationId xmlns:a16="http://schemas.microsoft.com/office/drawing/2014/main" id="{DDD8F5C7-088E-49C7-A242-B7FD5AC440B9}"/>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Grokking: practice improves first</a:t>
            </a:r>
          </a:p>
        </p:txBody>
      </p:sp>
      <p:sp>
        <p:nvSpPr>
          <p:cNvPr id="2" name="">
            <a:extLst xmlns:a="http://schemas.openxmlformats.org/drawingml/2006/main">
              <a:ext uri="{FF2B5EF4-FFF2-40B4-BE49-F238E27FC236}">
                <a16:creationId xmlns:a16="http://schemas.microsoft.com/office/drawing/2014/main" id="{7CA9730A-30CC-4FED-8739-0DBCC51ABED2}"/>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2</a:t>
            </a:r>
          </a:p>
        </p:txBody>
      </p:sp>
      <p:graphicFrame>
        <p:nvGraphicFramePr>
          <p:cNvPr id="3" name="Chart">
            <a:extLst xmlns:a="http://schemas.openxmlformats.org/drawingml/2006/main">
              <a:ext uri="{FF2B5EF4-FFF2-40B4-BE49-F238E27FC236}">
                <a16:creationId xmlns:a16="http://schemas.microsoft.com/office/drawing/2014/main" id="{669A0979-86E7-44E7-9679-5D5E8FF82678}"/>
              </a:ext>
            </a:extLst>
          </p:cNvPr>
          <p:cNvGraphicFramePr/>
          <p:nvPr/>
        </p:nvGraphicFramePr>
        <p:xfrm>
          <a:off xmlns:a="http://schemas.openxmlformats.org/drawingml/2006/main" x="428625" y="1333500"/>
          <a:ext xmlns:a="http://schemas.openxmlformats.org/drawingml/2006/main" cx="11239500" cy="3476625"/>
        </p:xfrm>
        <a:graphic xmlns:a="http://schemas.openxmlformats.org/drawingml/2006/main">
          <a:graphicData uri="http://schemas.openxmlformats.org/drawingml/2006/chart">
            <c:chart xmlns:r="http://schemas.openxmlformats.org/officeDocument/2006/relationships" xmlns:c="http://schemas.openxmlformats.org/drawingml/2006/chart" r:id="Rea9f27433e6b4801"/>
          </a:graphicData>
        </a:graphic>
      </p:graphicFrame>
      <p:sp>
        <p:nvSpPr>
          <p:cNvPr id="4" name="">
            <a:extLst xmlns:a="http://schemas.openxmlformats.org/drawingml/2006/main">
              <a:ext uri="{FF2B5EF4-FFF2-40B4-BE49-F238E27FC236}">
                <a16:creationId xmlns:a16="http://schemas.microsoft.com/office/drawing/2014/main" id="{C3039C24-C480-40AE-8665-D03B7CB5E7A8}"/>
              </a:ext>
            </a:extLst>
          </p:cNvPr>
          <p:cNvSpPr>
            <a:spLocks xmlns:a="http://schemas.openxmlformats.org/drawingml/2006/main" noGrp="1"/>
          </p:cNvSpPr>
          <p:nvPr/>
        </p:nvSpPr>
        <p:spPr>
          <a:xfrm xmlns:a="http://schemas.openxmlformats.org/drawingml/2006/main">
            <a:off x="904875" y="492442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75F96"/>
                </a:solidFill>
                <a:latin typeface="Arial"/>
                <a:ea typeface="Arial"/>
                <a:cs typeface="Arial"/>
              </a:defRPr>
            </a:defPPr>
            <a:lvl1pPr>
              <a:defRPr sz="2175" b="1">
                <a:solidFill>
                  <a:srgbClr val="175F96"/>
                </a:solidFill>
                <a:latin typeface="Arial"/>
                <a:ea typeface="Arial"/>
                <a:cs typeface="Arial"/>
              </a:defRPr>
            </a:lvl1pPr>
            <a:lvl2pPr>
              <a:defRPr sz="2175" b="1">
                <a:solidFill>
                  <a:srgbClr val="175F96"/>
                </a:solidFill>
                <a:latin typeface="Arial"/>
                <a:ea typeface="Arial"/>
                <a:cs typeface="Arial"/>
              </a:defRPr>
            </a:lvl2pPr>
            <a:lvl3pPr>
              <a:defRPr sz="2175" b="1">
                <a:solidFill>
                  <a:srgbClr val="175F96"/>
                </a:solidFill>
                <a:latin typeface="Arial"/>
                <a:ea typeface="Arial"/>
                <a:cs typeface="Arial"/>
              </a:defRPr>
            </a:lvl3pPr>
            <a:lvl4pPr>
              <a:defRPr sz="2175" b="1">
                <a:solidFill>
                  <a:srgbClr val="175F96"/>
                </a:solidFill>
                <a:latin typeface="Arial"/>
                <a:ea typeface="Arial"/>
                <a:cs typeface="Arial"/>
              </a:defRPr>
            </a:lvl4pPr>
            <a:lvl5pPr>
              <a:defRPr sz="2175" b="1">
                <a:solidFill>
                  <a:srgbClr val="175F96"/>
                </a:solidFill>
                <a:latin typeface="Arial"/>
                <a:ea typeface="Arial"/>
                <a:cs typeface="Arial"/>
              </a:defRPr>
            </a:lvl5pPr>
            <a:lvl6pPr>
              <a:defRPr sz="2175" b="1">
                <a:solidFill>
                  <a:srgbClr val="175F96"/>
                </a:solidFill>
                <a:latin typeface="Arial"/>
                <a:ea typeface="Arial"/>
                <a:cs typeface="Arial"/>
              </a:defRPr>
            </a:lvl6pPr>
            <a:lvl7pPr>
              <a:defRPr sz="2175" b="1">
                <a:solidFill>
                  <a:srgbClr val="175F96"/>
                </a:solidFill>
                <a:latin typeface="Arial"/>
                <a:ea typeface="Arial"/>
                <a:cs typeface="Arial"/>
              </a:defRPr>
            </a:lvl7pPr>
            <a:lvl8pPr>
              <a:defRPr sz="2175" b="1">
                <a:solidFill>
                  <a:srgbClr val="175F96"/>
                </a:solidFill>
                <a:latin typeface="Arial"/>
                <a:ea typeface="Arial"/>
                <a:cs typeface="Arial"/>
              </a:defRPr>
            </a:lvl8pPr>
            <a:lvl9pPr>
              <a:defRPr sz="2175" b="1">
                <a:solidFill>
                  <a:srgbClr val="175F96"/>
                </a:solidFill>
                <a:latin typeface="Arial"/>
                <a:ea typeface="Arial"/>
                <a:cs typeface="Arial"/>
              </a:defRPr>
            </a:lvl9pPr>
          </a:lstStyle>
          <a:p xmlns:a="http://schemas.openxmlformats.org/drawingml/2006/main">
            <a:pPr>
              <a:defRPr sz="2175" b="1">
                <a:solidFill>
                  <a:srgbClr val="175F96"/>
                </a:solidFill>
                <a:latin typeface="Arial"/>
                <a:ea typeface="Arial"/>
                <a:cs typeface="Arial"/>
              </a:defRPr>
            </a:pPr>
            <a:r>
              <a:rPr sz="2175" b="1">
                <a:solidFill>
                  <a:srgbClr val="175F96"/>
                </a:solidFill>
                <a:latin typeface="Arial"/>
                <a:ea typeface="Arial"/>
                <a:cs typeface="Arial"/>
              </a:rPr>
              <a:t>Memorization first</a:t>
            </a:r>
          </a:p>
        </p:txBody>
      </p:sp>
      <p:sp>
        <p:nvSpPr>
          <p:cNvPr id="5" name="">
            <a:extLst xmlns:a="http://schemas.openxmlformats.org/drawingml/2006/main">
              <a:ext uri="{FF2B5EF4-FFF2-40B4-BE49-F238E27FC236}">
                <a16:creationId xmlns:a16="http://schemas.microsoft.com/office/drawing/2014/main" id="{07C2704B-49EE-4F2B-9F63-D3FAAAC185EB}"/>
              </a:ext>
            </a:extLst>
          </p:cNvPr>
          <p:cNvSpPr>
            <a:spLocks xmlns:a="http://schemas.openxmlformats.org/drawingml/2006/main" noGrp="1"/>
          </p:cNvSpPr>
          <p:nvPr/>
        </p:nvSpPr>
        <p:spPr>
          <a:xfrm xmlns:a="http://schemas.openxmlformats.org/drawingml/2006/main">
            <a:off x="6572250" y="4924425"/>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637E8E"/>
                </a:solidFill>
                <a:latin typeface="Arial"/>
                <a:ea typeface="Arial"/>
                <a:cs typeface="Arial"/>
              </a:defRPr>
            </a:defPPr>
            <a:lvl1pPr>
              <a:defRPr sz="2175" b="1">
                <a:solidFill>
                  <a:srgbClr val="637E8E"/>
                </a:solidFill>
                <a:latin typeface="Arial"/>
                <a:ea typeface="Arial"/>
                <a:cs typeface="Arial"/>
              </a:defRPr>
            </a:lvl1pPr>
            <a:lvl2pPr>
              <a:defRPr sz="2175" b="1">
                <a:solidFill>
                  <a:srgbClr val="637E8E"/>
                </a:solidFill>
                <a:latin typeface="Arial"/>
                <a:ea typeface="Arial"/>
                <a:cs typeface="Arial"/>
              </a:defRPr>
            </a:lvl2pPr>
            <a:lvl3pPr>
              <a:defRPr sz="2175" b="1">
                <a:solidFill>
                  <a:srgbClr val="637E8E"/>
                </a:solidFill>
                <a:latin typeface="Arial"/>
                <a:ea typeface="Arial"/>
                <a:cs typeface="Arial"/>
              </a:defRPr>
            </a:lvl3pPr>
            <a:lvl4pPr>
              <a:defRPr sz="2175" b="1">
                <a:solidFill>
                  <a:srgbClr val="637E8E"/>
                </a:solidFill>
                <a:latin typeface="Arial"/>
                <a:ea typeface="Arial"/>
                <a:cs typeface="Arial"/>
              </a:defRPr>
            </a:lvl4pPr>
            <a:lvl5pPr>
              <a:defRPr sz="2175" b="1">
                <a:solidFill>
                  <a:srgbClr val="637E8E"/>
                </a:solidFill>
                <a:latin typeface="Arial"/>
                <a:ea typeface="Arial"/>
                <a:cs typeface="Arial"/>
              </a:defRPr>
            </a:lvl5pPr>
            <a:lvl6pPr>
              <a:defRPr sz="2175" b="1">
                <a:solidFill>
                  <a:srgbClr val="637E8E"/>
                </a:solidFill>
                <a:latin typeface="Arial"/>
                <a:ea typeface="Arial"/>
                <a:cs typeface="Arial"/>
              </a:defRPr>
            </a:lvl6pPr>
            <a:lvl7pPr>
              <a:defRPr sz="2175" b="1">
                <a:solidFill>
                  <a:srgbClr val="637E8E"/>
                </a:solidFill>
                <a:latin typeface="Arial"/>
                <a:ea typeface="Arial"/>
                <a:cs typeface="Arial"/>
              </a:defRPr>
            </a:lvl7pPr>
            <a:lvl8pPr>
              <a:defRPr sz="2175" b="1">
                <a:solidFill>
                  <a:srgbClr val="637E8E"/>
                </a:solidFill>
                <a:latin typeface="Arial"/>
                <a:ea typeface="Arial"/>
                <a:cs typeface="Arial"/>
              </a:defRPr>
            </a:lvl8pPr>
            <a:lvl9pPr>
              <a:defRPr sz="2175" b="1">
                <a:solidFill>
                  <a:srgbClr val="637E8E"/>
                </a:solidFill>
                <a:latin typeface="Arial"/>
                <a:ea typeface="Arial"/>
                <a:cs typeface="Arial"/>
              </a:defRPr>
            </a:lvl9pPr>
          </a:lstStyle>
          <a:p xmlns:a="http://schemas.openxmlformats.org/drawingml/2006/main">
            <a:pPr>
              <a:defRPr sz="2175" b="1">
                <a:solidFill>
                  <a:srgbClr val="637E8E"/>
                </a:solidFill>
                <a:latin typeface="Arial"/>
                <a:ea typeface="Arial"/>
                <a:cs typeface="Arial"/>
              </a:defRPr>
            </a:pPr>
            <a:r>
              <a:rPr sz="2175" b="1">
                <a:solidFill>
                  <a:srgbClr val="637E8E"/>
                </a:solidFill>
                <a:latin typeface="Arial"/>
                <a:ea typeface="Arial"/>
                <a:cs typeface="Arial"/>
              </a:rPr>
              <a:t>Generalization later</a:t>
            </a:r>
          </a:p>
        </p:txBody>
      </p:sp>
      <p:sp>
        <p:nvSpPr>
          <p:cNvPr id="6" name="">
            <a:extLst xmlns:a="http://schemas.openxmlformats.org/drawingml/2006/main">
              <a:ext uri="{FF2B5EF4-FFF2-40B4-BE49-F238E27FC236}">
                <a16:creationId xmlns:a16="http://schemas.microsoft.com/office/drawing/2014/main" id="{290644D9-BDD8-46DA-9A43-13AB252E2267}"/>
              </a:ext>
            </a:extLst>
          </p:cNvPr>
          <p:cNvSpPr>
            <a:spLocks xmlns:a="http://schemas.openxmlformats.org/drawingml/2006/main" noGrp="1"/>
          </p:cNvSpPr>
          <p:nvPr/>
        </p:nvSpPr>
        <p:spPr>
          <a:xfrm xmlns:a="http://schemas.openxmlformats.org/drawingml/2006/main">
            <a:off x="857250" y="5553075"/>
            <a:ext cx="3048000" cy="59055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30 + 4 = 34</a:t>
            </a:r>
          </a:p>
        </p:txBody>
      </p:sp>
      <p:sp>
        <p:nvSpPr>
          <p:cNvPr id="7" name="">
            <a:extLst xmlns:a="http://schemas.openxmlformats.org/drawingml/2006/main">
              <a:ext uri="{FF2B5EF4-FFF2-40B4-BE49-F238E27FC236}">
                <a16:creationId xmlns:a16="http://schemas.microsoft.com/office/drawing/2014/main" id="{D497699F-09ED-4EF0-BCE6-DF47F6AA1077}"/>
              </a:ext>
            </a:extLst>
          </p:cNvPr>
          <p:cNvSpPr>
            <a:spLocks xmlns:a="http://schemas.openxmlformats.org/drawingml/2006/main" noGrp="1"/>
          </p:cNvSpPr>
          <p:nvPr/>
        </p:nvSpPr>
        <p:spPr>
          <a:xfrm xmlns:a="http://schemas.openxmlformats.org/drawingml/2006/main">
            <a:off x="6572250" y="5553075"/>
            <a:ext cx="4667250" cy="59055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34 mod 31 = 3</a:t>
            </a:r>
          </a:p>
        </p:txBody>
      </p:sp>
      <p:sp>
        <p:nvSpPr>
          <p:cNvPr id="9" name="">
            <a:extLst xmlns:a="http://schemas.openxmlformats.org/drawingml/2006/main">
              <a:ext uri="{FF2B5EF4-FFF2-40B4-BE49-F238E27FC236}">
                <a16:creationId xmlns:a16="http://schemas.microsoft.com/office/drawing/2014/main" id="{3CE44DD7-EE78-479C-A2C0-BE96D5DBFEDF}"/>
              </a:ext>
            </a:extLst>
          </p:cNvPr>
          <p:cNvSpPr>
            <a:spLocks xmlns:a="http://schemas.openxmlformats.org/drawingml/2006/main" noGrp="1"/>
          </p:cNvSpPr>
          <p:nvPr/>
        </p:nvSpPr>
        <p:spPr>
          <a:xfrm xmlns:a="http://schemas.openxmlformats.org/drawingml/2006/main">
            <a:off x="4143375" y="5343525"/>
            <a:ext cx="2238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a:solidFill>
                  <a:srgbClr val="172B3A"/>
                </a:solidFill>
                <a:latin typeface="Arial"/>
                <a:ea typeface="Arial"/>
                <a:cs typeface="Arial"/>
              </a:defRPr>
            </a:defPPr>
            <a:lvl1pPr>
              <a:defRPr sz="1575">
                <a:solidFill>
                  <a:srgbClr val="172B3A"/>
                </a:solidFill>
                <a:latin typeface="Arial"/>
                <a:ea typeface="Arial"/>
                <a:cs typeface="Arial"/>
              </a:defRPr>
            </a:lvl1pPr>
            <a:lvl2pPr>
              <a:defRPr sz="1575">
                <a:solidFill>
                  <a:srgbClr val="172B3A"/>
                </a:solidFill>
                <a:latin typeface="Arial"/>
                <a:ea typeface="Arial"/>
                <a:cs typeface="Arial"/>
              </a:defRPr>
            </a:lvl2pPr>
            <a:lvl3pPr>
              <a:defRPr sz="1575">
                <a:solidFill>
                  <a:srgbClr val="172B3A"/>
                </a:solidFill>
                <a:latin typeface="Arial"/>
                <a:ea typeface="Arial"/>
                <a:cs typeface="Arial"/>
              </a:defRPr>
            </a:lvl3pPr>
            <a:lvl4pPr>
              <a:defRPr sz="1575">
                <a:solidFill>
                  <a:srgbClr val="172B3A"/>
                </a:solidFill>
                <a:latin typeface="Arial"/>
                <a:ea typeface="Arial"/>
                <a:cs typeface="Arial"/>
              </a:defRPr>
            </a:lvl4pPr>
            <a:lvl5pPr>
              <a:defRPr sz="1575">
                <a:solidFill>
                  <a:srgbClr val="172B3A"/>
                </a:solidFill>
                <a:latin typeface="Arial"/>
                <a:ea typeface="Arial"/>
                <a:cs typeface="Arial"/>
              </a:defRPr>
            </a:lvl5pPr>
            <a:lvl6pPr>
              <a:defRPr sz="1575">
                <a:solidFill>
                  <a:srgbClr val="172B3A"/>
                </a:solidFill>
                <a:latin typeface="Arial"/>
                <a:ea typeface="Arial"/>
                <a:cs typeface="Arial"/>
              </a:defRPr>
            </a:lvl6pPr>
            <a:lvl7pPr>
              <a:defRPr sz="1575">
                <a:solidFill>
                  <a:srgbClr val="172B3A"/>
                </a:solidFill>
                <a:latin typeface="Arial"/>
                <a:ea typeface="Arial"/>
                <a:cs typeface="Arial"/>
              </a:defRPr>
            </a:lvl7pPr>
            <a:lvl8pPr>
              <a:defRPr sz="1575">
                <a:solidFill>
                  <a:srgbClr val="172B3A"/>
                </a:solidFill>
                <a:latin typeface="Arial"/>
                <a:ea typeface="Arial"/>
                <a:cs typeface="Arial"/>
              </a:defRPr>
            </a:lvl8pPr>
            <a:lvl9pPr>
              <a:defRPr sz="1575">
                <a:solidFill>
                  <a:srgbClr val="172B3A"/>
                </a:solidFill>
                <a:latin typeface="Arial"/>
                <a:ea typeface="Arial"/>
                <a:cs typeface="Arial"/>
              </a:defRPr>
            </a:lvl9pPr>
          </a:lstStyle>
          <a:p xmlns:a="http://schemas.openxmlformats.org/drawingml/2006/main">
            <a:pPr>
              <a:defRPr sz="1575">
                <a:solidFill>
                  <a:srgbClr val="172B3A"/>
                </a:solidFill>
                <a:latin typeface="Arial"/>
                <a:ea typeface="Arial"/>
                <a:cs typeface="Arial"/>
              </a:defRPr>
            </a:pPr>
            <a:r>
              <a:rPr sz="1575">
                <a:solidFill>
                  <a:srgbClr val="172B3A"/>
                </a:solidFill>
                <a:latin typeface="Arial"/>
                <a:ea typeface="Arial"/>
                <a:cs typeface="Arial"/>
              </a:rPr>
              <a:t>Keep the remainder</a:t>
            </a:r>
          </a:p>
        </p:txBody>
      </p:sp>
    </p:spTree>
    <p:extLst>
      <p:ext uri="{BB962C8B-B14F-4D97-AF65-F5344CB8AC3E}">
        <p14:creationId xmlns:p14="http://schemas.microsoft.com/office/powerpoint/2010/main" val="199676093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649225A-BE52-4474-ACFB-642A503A78D6}"/>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The task and the dataset</a:t>
            </a:r>
          </a:p>
        </p:txBody>
      </p:sp>
      <p:sp>
        <p:nvSpPr>
          <p:cNvPr id="2" name="">
            <a:extLst xmlns:a="http://schemas.openxmlformats.org/drawingml/2006/main">
              <a:ext uri="{FF2B5EF4-FFF2-40B4-BE49-F238E27FC236}">
                <a16:creationId xmlns:a16="http://schemas.microsoft.com/office/drawing/2014/main" id="{A64D0607-4560-4756-8CBE-1F6970FF8FEF}"/>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3</a:t>
            </a:r>
          </a:p>
        </p:txBody>
      </p:sp>
      <p:sp>
        <p:nvSpPr>
          <p:cNvPr id="3" name="">
            <a:extLst xmlns:a="http://schemas.openxmlformats.org/drawingml/2006/main">
              <a:ext uri="{FF2B5EF4-FFF2-40B4-BE49-F238E27FC236}">
                <a16:creationId xmlns:a16="http://schemas.microsoft.com/office/drawing/2014/main" id="{CABFA352-6270-4CB8-83FE-09F5A2CDA85A}"/>
              </a:ext>
            </a:extLst>
          </p:cNvPr>
          <p:cNvSpPr>
            <a:spLocks xmlns:a="http://schemas.openxmlformats.org/drawingml/2006/main" noGrp="1"/>
          </p:cNvSpPr>
          <p:nvPr/>
        </p:nvSpPr>
        <p:spPr>
          <a:xfrm xmlns:a="http://schemas.openxmlformats.org/drawingml/2006/main">
            <a:off x="666750" y="15240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625">
                <a:solidFill>
                  <a:srgbClr val="175F96"/>
                </a:solidFill>
                <a:latin typeface="Arial"/>
                <a:ea typeface="Arial"/>
                <a:cs typeface="Arial"/>
              </a:defRPr>
            </a:defPPr>
            <a:lvl1pPr>
              <a:defRPr sz="2625">
                <a:solidFill>
                  <a:srgbClr val="175F96"/>
                </a:solidFill>
                <a:latin typeface="Arial"/>
                <a:ea typeface="Arial"/>
                <a:cs typeface="Arial"/>
              </a:defRPr>
            </a:lvl1pPr>
            <a:lvl2pPr>
              <a:defRPr sz="2625">
                <a:solidFill>
                  <a:srgbClr val="175F96"/>
                </a:solidFill>
                <a:latin typeface="Arial"/>
                <a:ea typeface="Arial"/>
                <a:cs typeface="Arial"/>
              </a:defRPr>
            </a:lvl2pPr>
            <a:lvl3pPr>
              <a:defRPr sz="2625">
                <a:solidFill>
                  <a:srgbClr val="175F96"/>
                </a:solidFill>
                <a:latin typeface="Arial"/>
                <a:ea typeface="Arial"/>
                <a:cs typeface="Arial"/>
              </a:defRPr>
            </a:lvl3pPr>
            <a:lvl4pPr>
              <a:defRPr sz="2625">
                <a:solidFill>
                  <a:srgbClr val="175F96"/>
                </a:solidFill>
                <a:latin typeface="Arial"/>
                <a:ea typeface="Arial"/>
                <a:cs typeface="Arial"/>
              </a:defRPr>
            </a:lvl4pPr>
            <a:lvl5pPr>
              <a:defRPr sz="2625">
                <a:solidFill>
                  <a:srgbClr val="175F96"/>
                </a:solidFill>
                <a:latin typeface="Arial"/>
                <a:ea typeface="Arial"/>
                <a:cs typeface="Arial"/>
              </a:defRPr>
            </a:lvl5pPr>
            <a:lvl6pPr>
              <a:defRPr sz="2625">
                <a:solidFill>
                  <a:srgbClr val="175F96"/>
                </a:solidFill>
                <a:latin typeface="Arial"/>
                <a:ea typeface="Arial"/>
                <a:cs typeface="Arial"/>
              </a:defRPr>
            </a:lvl6pPr>
            <a:lvl7pPr>
              <a:defRPr sz="2625">
                <a:solidFill>
                  <a:srgbClr val="175F96"/>
                </a:solidFill>
                <a:latin typeface="Arial"/>
                <a:ea typeface="Arial"/>
                <a:cs typeface="Arial"/>
              </a:defRPr>
            </a:lvl7pPr>
            <a:lvl8pPr>
              <a:defRPr sz="2625">
                <a:solidFill>
                  <a:srgbClr val="175F96"/>
                </a:solidFill>
                <a:latin typeface="Arial"/>
                <a:ea typeface="Arial"/>
                <a:cs typeface="Arial"/>
              </a:defRPr>
            </a:lvl8pPr>
            <a:lvl9pPr>
              <a:defRPr sz="2625">
                <a:solidFill>
                  <a:srgbClr val="175F96"/>
                </a:solidFill>
                <a:latin typeface="Arial"/>
                <a:ea typeface="Arial"/>
                <a:cs typeface="Arial"/>
              </a:defRPr>
            </a:lvl9pPr>
          </a:lstStyle>
          <a:p xmlns:a="http://schemas.openxmlformats.org/drawingml/2006/main">
            <a:pPr>
              <a:defRPr sz="2625">
                <a:solidFill>
                  <a:srgbClr val="175F96"/>
                </a:solidFill>
                <a:latin typeface="Arial"/>
                <a:ea typeface="Arial"/>
                <a:cs typeface="Arial"/>
              </a:defRPr>
            </a:pPr>
            <a:r>
              <a:rPr sz="2625">
                <a:solidFill>
                  <a:srgbClr val="175F96"/>
                </a:solidFill>
                <a:latin typeface="Arial"/>
                <a:ea typeface="Arial"/>
                <a:cs typeface="Arial"/>
              </a:rPr>
              <a:t>961 ordered pairs: learn (a + b) mod 31</a:t>
            </a:r>
          </a:p>
        </p:txBody>
      </p:sp>
      <p:sp>
        <p:nvSpPr>
          <p:cNvPr id="4" name="">
            <a:extLst xmlns:a="http://schemas.openxmlformats.org/drawingml/2006/main">
              <a:ext uri="{FF2B5EF4-FFF2-40B4-BE49-F238E27FC236}">
                <a16:creationId xmlns:a16="http://schemas.microsoft.com/office/drawing/2014/main" id="{E461B17B-5DFE-4E48-BCA9-957CBFAE6B47}"/>
              </a:ext>
            </a:extLst>
          </p:cNvPr>
          <p:cNvSpPr>
            <a:spLocks xmlns:a="http://schemas.openxmlformats.org/drawingml/2006/main" noGrp="1"/>
          </p:cNvSpPr>
          <p:nvPr/>
        </p:nvSpPr>
        <p:spPr>
          <a:xfrm xmlns:a="http://schemas.openxmlformats.org/drawingml/2006/main">
            <a:off x="952500" y="2466975"/>
            <a:ext cx="5994506" cy="952500"/>
          </a:xfrm>
          <a:prstGeom xmlns:a="http://schemas.openxmlformats.org/drawingml/2006/main" prst="rect">
            <a:avLst/>
          </a:prstGeom>
          <a:solidFill xmlns:a="http://schemas.openxmlformats.org/drawingml/2006/main">
            <a:srgbClr val="175F96"/>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550">
                <a:solidFill>
                  <a:srgbClr val="FFFFFF"/>
                </a:solidFill>
                <a:latin typeface="Arial"/>
                <a:ea typeface="Arial"/>
                <a:cs typeface="Arial"/>
              </a:defRPr>
            </a:defPPr>
            <a:lvl1pPr algn="ctr">
              <a:defRPr sz="2550">
                <a:solidFill>
                  <a:srgbClr val="FFFFFF"/>
                </a:solidFill>
                <a:latin typeface="Arial"/>
                <a:ea typeface="Arial"/>
                <a:cs typeface="Arial"/>
              </a:defRPr>
            </a:lvl1pPr>
            <a:lvl2pPr algn="ctr">
              <a:defRPr sz="2550">
                <a:solidFill>
                  <a:srgbClr val="FFFFFF"/>
                </a:solidFill>
                <a:latin typeface="Arial"/>
                <a:ea typeface="Arial"/>
                <a:cs typeface="Arial"/>
              </a:defRPr>
            </a:lvl2pPr>
            <a:lvl3pPr algn="ctr">
              <a:defRPr sz="2550">
                <a:solidFill>
                  <a:srgbClr val="FFFFFF"/>
                </a:solidFill>
                <a:latin typeface="Arial"/>
                <a:ea typeface="Arial"/>
                <a:cs typeface="Arial"/>
              </a:defRPr>
            </a:lvl3pPr>
            <a:lvl4pPr algn="ctr">
              <a:defRPr sz="2550">
                <a:solidFill>
                  <a:srgbClr val="FFFFFF"/>
                </a:solidFill>
                <a:latin typeface="Arial"/>
                <a:ea typeface="Arial"/>
                <a:cs typeface="Arial"/>
              </a:defRPr>
            </a:lvl4pPr>
            <a:lvl5pPr algn="ctr">
              <a:defRPr sz="2550">
                <a:solidFill>
                  <a:srgbClr val="FFFFFF"/>
                </a:solidFill>
                <a:latin typeface="Arial"/>
                <a:ea typeface="Arial"/>
                <a:cs typeface="Arial"/>
              </a:defRPr>
            </a:lvl5pPr>
            <a:lvl6pPr algn="ctr">
              <a:defRPr sz="2550">
                <a:solidFill>
                  <a:srgbClr val="FFFFFF"/>
                </a:solidFill>
                <a:latin typeface="Arial"/>
                <a:ea typeface="Arial"/>
                <a:cs typeface="Arial"/>
              </a:defRPr>
            </a:lvl6pPr>
            <a:lvl7pPr algn="ctr">
              <a:defRPr sz="2550">
                <a:solidFill>
                  <a:srgbClr val="FFFFFF"/>
                </a:solidFill>
                <a:latin typeface="Arial"/>
                <a:ea typeface="Arial"/>
                <a:cs typeface="Arial"/>
              </a:defRPr>
            </a:lvl7pPr>
            <a:lvl8pPr algn="ctr">
              <a:defRPr sz="2550">
                <a:solidFill>
                  <a:srgbClr val="FFFFFF"/>
                </a:solidFill>
                <a:latin typeface="Arial"/>
                <a:ea typeface="Arial"/>
                <a:cs typeface="Arial"/>
              </a:defRPr>
            </a:lvl8pPr>
            <a:lvl9pPr algn="ctr">
              <a:defRPr sz="2550">
                <a:solidFill>
                  <a:srgbClr val="FFFFFF"/>
                </a:solidFill>
                <a:latin typeface="Arial"/>
                <a:ea typeface="Arial"/>
                <a:cs typeface="Arial"/>
              </a:defRPr>
            </a:lvl9pPr>
          </a:lstStyle>
          <a:p xmlns:a="http://schemas.openxmlformats.org/drawingml/2006/main">
            <a:pPr algn="ctr">
              <a:defRPr sz="2550">
                <a:solidFill>
                  <a:srgbClr val="FFFFFF"/>
                </a:solidFill>
                <a:latin typeface="Arial"/>
                <a:ea typeface="Arial"/>
                <a:cs typeface="Arial"/>
              </a:defRPr>
            </a:pPr>
            <a:r>
              <a:rPr sz="2550">
                <a:solidFill>
                  <a:srgbClr val="FFFFFF"/>
                </a:solidFill>
                <a:latin typeface="Arial"/>
                <a:ea typeface="Arial"/>
                <a:cs typeface="Arial"/>
              </a:rPr>
              <a:t>576 practice pairs</a:t>
            </a:r>
          </a:p>
        </p:txBody>
      </p:sp>
      <p:sp>
        <p:nvSpPr>
          <p:cNvPr id="5" name="">
            <a:extLst xmlns:a="http://schemas.openxmlformats.org/drawingml/2006/main">
              <a:ext uri="{FF2B5EF4-FFF2-40B4-BE49-F238E27FC236}">
                <a16:creationId xmlns:a16="http://schemas.microsoft.com/office/drawing/2014/main" id="{DB5C6EEC-2A9D-4627-BB5D-D80600040D95}"/>
              </a:ext>
            </a:extLst>
          </p:cNvPr>
          <p:cNvSpPr>
            <a:spLocks xmlns:a="http://schemas.openxmlformats.org/drawingml/2006/main" noGrp="1"/>
          </p:cNvSpPr>
          <p:nvPr/>
        </p:nvSpPr>
        <p:spPr>
          <a:xfrm xmlns:a="http://schemas.openxmlformats.org/drawingml/2006/main">
            <a:off x="6947006" y="2466975"/>
            <a:ext cx="4006744" cy="9525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400">
                <a:solidFill>
                  <a:srgbClr val="172B3A"/>
                </a:solidFill>
                <a:latin typeface="Arial"/>
                <a:ea typeface="Arial"/>
                <a:cs typeface="Arial"/>
              </a:defRPr>
            </a:defPPr>
            <a:lvl1pPr algn="ctr">
              <a:defRPr sz="2400">
                <a:solidFill>
                  <a:srgbClr val="172B3A"/>
                </a:solidFill>
                <a:latin typeface="Arial"/>
                <a:ea typeface="Arial"/>
                <a:cs typeface="Arial"/>
              </a:defRPr>
            </a:lvl1pPr>
            <a:lvl2pPr algn="ctr">
              <a:defRPr sz="2400">
                <a:solidFill>
                  <a:srgbClr val="172B3A"/>
                </a:solidFill>
                <a:latin typeface="Arial"/>
                <a:ea typeface="Arial"/>
                <a:cs typeface="Arial"/>
              </a:defRPr>
            </a:lvl2pPr>
            <a:lvl3pPr algn="ctr">
              <a:defRPr sz="2400">
                <a:solidFill>
                  <a:srgbClr val="172B3A"/>
                </a:solidFill>
                <a:latin typeface="Arial"/>
                <a:ea typeface="Arial"/>
                <a:cs typeface="Arial"/>
              </a:defRPr>
            </a:lvl3pPr>
            <a:lvl4pPr algn="ctr">
              <a:defRPr sz="2400">
                <a:solidFill>
                  <a:srgbClr val="172B3A"/>
                </a:solidFill>
                <a:latin typeface="Arial"/>
                <a:ea typeface="Arial"/>
                <a:cs typeface="Arial"/>
              </a:defRPr>
            </a:lvl4pPr>
            <a:lvl5pPr algn="ctr">
              <a:defRPr sz="2400">
                <a:solidFill>
                  <a:srgbClr val="172B3A"/>
                </a:solidFill>
                <a:latin typeface="Arial"/>
                <a:ea typeface="Arial"/>
                <a:cs typeface="Arial"/>
              </a:defRPr>
            </a:lvl5pPr>
            <a:lvl6pPr algn="ctr">
              <a:defRPr sz="2400">
                <a:solidFill>
                  <a:srgbClr val="172B3A"/>
                </a:solidFill>
                <a:latin typeface="Arial"/>
                <a:ea typeface="Arial"/>
                <a:cs typeface="Arial"/>
              </a:defRPr>
            </a:lvl6pPr>
            <a:lvl7pPr algn="ctr">
              <a:defRPr sz="2400">
                <a:solidFill>
                  <a:srgbClr val="172B3A"/>
                </a:solidFill>
                <a:latin typeface="Arial"/>
                <a:ea typeface="Arial"/>
                <a:cs typeface="Arial"/>
              </a:defRPr>
            </a:lvl7pPr>
            <a:lvl8pPr algn="ctr">
              <a:defRPr sz="2400">
                <a:solidFill>
                  <a:srgbClr val="172B3A"/>
                </a:solidFill>
                <a:latin typeface="Arial"/>
                <a:ea typeface="Arial"/>
                <a:cs typeface="Arial"/>
              </a:defRPr>
            </a:lvl8pPr>
            <a:lvl9pPr algn="ctr">
              <a:defRPr sz="2400">
                <a:solidFill>
                  <a:srgbClr val="172B3A"/>
                </a:solidFill>
                <a:latin typeface="Arial"/>
                <a:ea typeface="Arial"/>
                <a:cs typeface="Arial"/>
              </a:defRPr>
            </a:lvl9pPr>
          </a:lstStyle>
          <a:p xmlns:a="http://schemas.openxmlformats.org/drawingml/2006/main">
            <a:pPr algn="ctr">
              <a:defRPr sz="2400">
                <a:solidFill>
                  <a:srgbClr val="172B3A"/>
                </a:solidFill>
                <a:latin typeface="Arial"/>
                <a:ea typeface="Arial"/>
                <a:cs typeface="Arial"/>
              </a:defRPr>
            </a:pPr>
            <a:r>
              <a:rPr sz="2400">
                <a:solidFill>
                  <a:srgbClr val="172B3A"/>
                </a:solidFill>
                <a:latin typeface="Arial"/>
                <a:ea typeface="Arial"/>
                <a:cs typeface="Arial"/>
              </a:rPr>
              <a:t>385 held-out pairs</a:t>
            </a:r>
          </a:p>
        </p:txBody>
      </p:sp>
      <p:sp>
        <p:nvSpPr>
          <p:cNvPr id="6" name="">
            <a:extLst xmlns:a="http://schemas.openxmlformats.org/drawingml/2006/main">
              <a:ext uri="{FF2B5EF4-FFF2-40B4-BE49-F238E27FC236}">
                <a16:creationId xmlns:a16="http://schemas.microsoft.com/office/drawing/2014/main" id="{0F806911-4411-428D-8F63-2D9501873BD9}"/>
              </a:ext>
            </a:extLst>
          </p:cNvPr>
          <p:cNvSpPr>
            <a:spLocks xmlns:a="http://schemas.openxmlformats.org/drawingml/2006/main" noGrp="1"/>
          </p:cNvSpPr>
          <p:nvPr/>
        </p:nvSpPr>
        <p:spPr>
          <a:xfrm xmlns:a="http://schemas.openxmlformats.org/drawingml/2006/main">
            <a:off x="952500" y="3619500"/>
            <a:ext cx="5994506"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a:solidFill>
                  <a:srgbClr val="172B3A"/>
                </a:solidFill>
                <a:latin typeface="Arial"/>
                <a:ea typeface="Arial"/>
                <a:cs typeface="Arial"/>
              </a:defRPr>
            </a:defPPr>
            <a:lvl1pPr>
              <a:defRPr sz="2025">
                <a:solidFill>
                  <a:srgbClr val="172B3A"/>
                </a:solidFill>
                <a:latin typeface="Arial"/>
                <a:ea typeface="Arial"/>
                <a:cs typeface="Arial"/>
              </a:defRPr>
            </a:lvl1pPr>
            <a:lvl2pPr>
              <a:defRPr sz="2025">
                <a:solidFill>
                  <a:srgbClr val="172B3A"/>
                </a:solidFill>
                <a:latin typeface="Arial"/>
                <a:ea typeface="Arial"/>
                <a:cs typeface="Arial"/>
              </a:defRPr>
            </a:lvl2pPr>
            <a:lvl3pPr>
              <a:defRPr sz="2025">
                <a:solidFill>
                  <a:srgbClr val="172B3A"/>
                </a:solidFill>
                <a:latin typeface="Arial"/>
                <a:ea typeface="Arial"/>
                <a:cs typeface="Arial"/>
              </a:defRPr>
            </a:lvl3pPr>
            <a:lvl4pPr>
              <a:defRPr sz="2025">
                <a:solidFill>
                  <a:srgbClr val="172B3A"/>
                </a:solidFill>
                <a:latin typeface="Arial"/>
                <a:ea typeface="Arial"/>
                <a:cs typeface="Arial"/>
              </a:defRPr>
            </a:lvl4pPr>
            <a:lvl5pPr>
              <a:defRPr sz="2025">
                <a:solidFill>
                  <a:srgbClr val="172B3A"/>
                </a:solidFill>
                <a:latin typeface="Arial"/>
                <a:ea typeface="Arial"/>
                <a:cs typeface="Arial"/>
              </a:defRPr>
            </a:lvl5pPr>
            <a:lvl6pPr>
              <a:defRPr sz="2025">
                <a:solidFill>
                  <a:srgbClr val="172B3A"/>
                </a:solidFill>
                <a:latin typeface="Arial"/>
                <a:ea typeface="Arial"/>
                <a:cs typeface="Arial"/>
              </a:defRPr>
            </a:lvl6pPr>
            <a:lvl7pPr>
              <a:defRPr sz="2025">
                <a:solidFill>
                  <a:srgbClr val="172B3A"/>
                </a:solidFill>
                <a:latin typeface="Arial"/>
                <a:ea typeface="Arial"/>
                <a:cs typeface="Arial"/>
              </a:defRPr>
            </a:lvl7pPr>
            <a:lvl8pPr>
              <a:defRPr sz="2025">
                <a:solidFill>
                  <a:srgbClr val="172B3A"/>
                </a:solidFill>
                <a:latin typeface="Arial"/>
                <a:ea typeface="Arial"/>
                <a:cs typeface="Arial"/>
              </a:defRPr>
            </a:lvl8pPr>
            <a:lvl9pPr>
              <a:defRPr sz="2025">
                <a:solidFill>
                  <a:srgbClr val="172B3A"/>
                </a:solidFill>
                <a:latin typeface="Arial"/>
                <a:ea typeface="Arial"/>
                <a:cs typeface="Arial"/>
              </a:defRPr>
            </a:lvl9pPr>
          </a:lstStyle>
          <a:p xmlns:a="http://schemas.openxmlformats.org/drawingml/2006/main">
            <a:pPr>
              <a:defRPr sz="2025">
                <a:solidFill>
                  <a:srgbClr val="172B3A"/>
                </a:solidFill>
                <a:latin typeface="Arial"/>
                <a:ea typeface="Arial"/>
                <a:cs typeface="Arial"/>
              </a:defRPr>
            </a:pPr>
            <a:r>
              <a:rPr sz="2025">
                <a:solidFill>
                  <a:srgbClr val="172B3A"/>
                </a:solidFill>
                <a:latin typeface="Arial"/>
                <a:ea typeface="Arial"/>
                <a:cs typeface="Arial"/>
              </a:rPr>
              <a:t>For learning</a:t>
            </a:r>
          </a:p>
        </p:txBody>
      </p:sp>
      <p:sp>
        <p:nvSpPr>
          <p:cNvPr id="7" name="">
            <a:extLst xmlns:a="http://schemas.openxmlformats.org/drawingml/2006/main">
              <a:ext uri="{FF2B5EF4-FFF2-40B4-BE49-F238E27FC236}">
                <a16:creationId xmlns:a16="http://schemas.microsoft.com/office/drawing/2014/main" id="{08CDD6A2-73C9-4146-A1EE-A1D144551446}"/>
              </a:ext>
            </a:extLst>
          </p:cNvPr>
          <p:cNvSpPr>
            <a:spLocks xmlns:a="http://schemas.openxmlformats.org/drawingml/2006/main" noGrp="1"/>
          </p:cNvSpPr>
          <p:nvPr/>
        </p:nvSpPr>
        <p:spPr>
          <a:xfrm xmlns:a="http://schemas.openxmlformats.org/drawingml/2006/main">
            <a:off x="6947006" y="3619500"/>
            <a:ext cx="4006744"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a:solidFill>
                  <a:srgbClr val="172B3A"/>
                </a:solidFill>
                <a:latin typeface="Arial"/>
                <a:ea typeface="Arial"/>
                <a:cs typeface="Arial"/>
              </a:defRPr>
            </a:defPPr>
            <a:lvl1pPr>
              <a:defRPr sz="2025">
                <a:solidFill>
                  <a:srgbClr val="172B3A"/>
                </a:solidFill>
                <a:latin typeface="Arial"/>
                <a:ea typeface="Arial"/>
                <a:cs typeface="Arial"/>
              </a:defRPr>
            </a:lvl1pPr>
            <a:lvl2pPr>
              <a:defRPr sz="2025">
                <a:solidFill>
                  <a:srgbClr val="172B3A"/>
                </a:solidFill>
                <a:latin typeface="Arial"/>
                <a:ea typeface="Arial"/>
                <a:cs typeface="Arial"/>
              </a:defRPr>
            </a:lvl2pPr>
            <a:lvl3pPr>
              <a:defRPr sz="2025">
                <a:solidFill>
                  <a:srgbClr val="172B3A"/>
                </a:solidFill>
                <a:latin typeface="Arial"/>
                <a:ea typeface="Arial"/>
                <a:cs typeface="Arial"/>
              </a:defRPr>
            </a:lvl3pPr>
            <a:lvl4pPr>
              <a:defRPr sz="2025">
                <a:solidFill>
                  <a:srgbClr val="172B3A"/>
                </a:solidFill>
                <a:latin typeface="Arial"/>
                <a:ea typeface="Arial"/>
                <a:cs typeface="Arial"/>
              </a:defRPr>
            </a:lvl4pPr>
            <a:lvl5pPr>
              <a:defRPr sz="2025">
                <a:solidFill>
                  <a:srgbClr val="172B3A"/>
                </a:solidFill>
                <a:latin typeface="Arial"/>
                <a:ea typeface="Arial"/>
                <a:cs typeface="Arial"/>
              </a:defRPr>
            </a:lvl5pPr>
            <a:lvl6pPr>
              <a:defRPr sz="2025">
                <a:solidFill>
                  <a:srgbClr val="172B3A"/>
                </a:solidFill>
                <a:latin typeface="Arial"/>
                <a:ea typeface="Arial"/>
                <a:cs typeface="Arial"/>
              </a:defRPr>
            </a:lvl6pPr>
            <a:lvl7pPr>
              <a:defRPr sz="2025">
                <a:solidFill>
                  <a:srgbClr val="172B3A"/>
                </a:solidFill>
                <a:latin typeface="Arial"/>
                <a:ea typeface="Arial"/>
                <a:cs typeface="Arial"/>
              </a:defRPr>
            </a:lvl7pPr>
            <a:lvl8pPr>
              <a:defRPr sz="2025">
                <a:solidFill>
                  <a:srgbClr val="172B3A"/>
                </a:solidFill>
                <a:latin typeface="Arial"/>
                <a:ea typeface="Arial"/>
                <a:cs typeface="Arial"/>
              </a:defRPr>
            </a:lvl8pPr>
            <a:lvl9pPr>
              <a:defRPr sz="2025">
                <a:solidFill>
                  <a:srgbClr val="172B3A"/>
                </a:solidFill>
                <a:latin typeface="Arial"/>
                <a:ea typeface="Arial"/>
                <a:cs typeface="Arial"/>
              </a:defRPr>
            </a:lvl9pPr>
          </a:lstStyle>
          <a:p xmlns:a="http://schemas.openxmlformats.org/drawingml/2006/main">
            <a:pPr>
              <a:defRPr sz="2025">
                <a:solidFill>
                  <a:srgbClr val="172B3A"/>
                </a:solidFill>
                <a:latin typeface="Arial"/>
                <a:ea typeface="Arial"/>
                <a:cs typeface="Arial"/>
              </a:defRPr>
            </a:pPr>
            <a:r>
              <a:rPr sz="2025">
                <a:solidFill>
                  <a:srgbClr val="172B3A"/>
                </a:solidFill>
                <a:latin typeface="Arial"/>
                <a:ea typeface="Arial"/>
                <a:cs typeface="Arial"/>
              </a:rPr>
              <a:t>For evaluation</a:t>
            </a:r>
          </a:p>
        </p:txBody>
      </p:sp>
      <p:sp>
        <p:nvSpPr>
          <p:cNvPr id="8" name="">
            <a:extLst xmlns:a="http://schemas.openxmlformats.org/drawingml/2006/main">
              <a:ext uri="{FF2B5EF4-FFF2-40B4-BE49-F238E27FC236}">
                <a16:creationId xmlns:a16="http://schemas.microsoft.com/office/drawing/2014/main" id="{F5E1081E-18AF-4120-A1B0-914A94EBD2E9}"/>
              </a:ext>
            </a:extLst>
          </p:cNvPr>
          <p:cNvSpPr>
            <a:spLocks xmlns:a="http://schemas.openxmlformats.org/drawingml/2006/main" noGrp="1"/>
          </p:cNvSpPr>
          <p:nvPr/>
        </p:nvSpPr>
        <p:spPr>
          <a:xfrm xmlns:a="http://schemas.openxmlformats.org/drawingml/2006/main">
            <a:off x="2190750" y="4333875"/>
            <a:ext cx="142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75F96"/>
                </a:solidFill>
                <a:latin typeface="Arial"/>
                <a:ea typeface="Arial"/>
                <a:cs typeface="Arial"/>
              </a:defRPr>
            </a:defPPr>
            <a:lvl1pPr>
              <a:defRPr sz="3000" b="1">
                <a:solidFill>
                  <a:srgbClr val="175F96"/>
                </a:solidFill>
                <a:latin typeface="Arial"/>
                <a:ea typeface="Arial"/>
                <a:cs typeface="Arial"/>
              </a:defRPr>
            </a:lvl1pPr>
            <a:lvl2pPr>
              <a:defRPr sz="3000" b="1">
                <a:solidFill>
                  <a:srgbClr val="175F96"/>
                </a:solidFill>
                <a:latin typeface="Arial"/>
                <a:ea typeface="Arial"/>
                <a:cs typeface="Arial"/>
              </a:defRPr>
            </a:lvl2pPr>
            <a:lvl3pPr>
              <a:defRPr sz="3000" b="1">
                <a:solidFill>
                  <a:srgbClr val="175F96"/>
                </a:solidFill>
                <a:latin typeface="Arial"/>
                <a:ea typeface="Arial"/>
                <a:cs typeface="Arial"/>
              </a:defRPr>
            </a:lvl3pPr>
            <a:lvl4pPr>
              <a:defRPr sz="3000" b="1">
                <a:solidFill>
                  <a:srgbClr val="175F96"/>
                </a:solidFill>
                <a:latin typeface="Arial"/>
                <a:ea typeface="Arial"/>
                <a:cs typeface="Arial"/>
              </a:defRPr>
            </a:lvl4pPr>
            <a:lvl5pPr>
              <a:defRPr sz="3000" b="1">
                <a:solidFill>
                  <a:srgbClr val="175F96"/>
                </a:solidFill>
                <a:latin typeface="Arial"/>
                <a:ea typeface="Arial"/>
                <a:cs typeface="Arial"/>
              </a:defRPr>
            </a:lvl5pPr>
            <a:lvl6pPr>
              <a:defRPr sz="3000" b="1">
                <a:solidFill>
                  <a:srgbClr val="175F96"/>
                </a:solidFill>
                <a:latin typeface="Arial"/>
                <a:ea typeface="Arial"/>
                <a:cs typeface="Arial"/>
              </a:defRPr>
            </a:lvl6pPr>
            <a:lvl7pPr>
              <a:defRPr sz="3000" b="1">
                <a:solidFill>
                  <a:srgbClr val="175F96"/>
                </a:solidFill>
                <a:latin typeface="Arial"/>
                <a:ea typeface="Arial"/>
                <a:cs typeface="Arial"/>
              </a:defRPr>
            </a:lvl7pPr>
            <a:lvl8pPr>
              <a:defRPr sz="3000" b="1">
                <a:solidFill>
                  <a:srgbClr val="175F96"/>
                </a:solidFill>
                <a:latin typeface="Arial"/>
                <a:ea typeface="Arial"/>
                <a:cs typeface="Arial"/>
              </a:defRPr>
            </a:lvl8pPr>
            <a:lvl9pPr>
              <a:defRPr sz="3000" b="1">
                <a:solidFill>
                  <a:srgbClr val="175F96"/>
                </a:solidFill>
                <a:latin typeface="Arial"/>
                <a:ea typeface="Arial"/>
                <a:cs typeface="Arial"/>
              </a:defRPr>
            </a:lvl9pPr>
          </a:lstStyle>
          <a:p xmlns:a="http://schemas.openxmlformats.org/drawingml/2006/main">
            <a:pPr>
              <a:defRPr sz="3000" b="1">
                <a:solidFill>
                  <a:srgbClr val="175F96"/>
                </a:solidFill>
                <a:latin typeface="Arial"/>
                <a:ea typeface="Arial"/>
                <a:cs typeface="Arial"/>
              </a:defRPr>
            </a:pPr>
            <a:r>
              <a:rPr sz="3000" b="1">
                <a:solidFill>
                  <a:srgbClr val="175F96"/>
                </a:solidFill>
                <a:latin typeface="Arial"/>
                <a:ea typeface="Arial"/>
                <a:cs typeface="Arial"/>
              </a:rPr>
              <a:t>S1</a:t>
            </a:r>
          </a:p>
        </p:txBody>
      </p:sp>
      <p:sp>
        <p:nvSpPr>
          <p:cNvPr id="9" name="">
            <a:extLst xmlns:a="http://schemas.openxmlformats.org/drawingml/2006/main">
              <a:ext uri="{FF2B5EF4-FFF2-40B4-BE49-F238E27FC236}">
                <a16:creationId xmlns:a16="http://schemas.microsoft.com/office/drawing/2014/main" id="{742F6CFA-9399-45D0-B435-343D1B86DD9A}"/>
              </a:ext>
            </a:extLst>
          </p:cNvPr>
          <p:cNvSpPr>
            <a:spLocks xmlns:a="http://schemas.openxmlformats.org/drawingml/2006/main" noGrp="1"/>
          </p:cNvSpPr>
          <p:nvPr/>
        </p:nvSpPr>
        <p:spPr>
          <a:xfrm xmlns:a="http://schemas.openxmlformats.org/drawingml/2006/main">
            <a:off x="5381625" y="4333875"/>
            <a:ext cx="142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75F96"/>
                </a:solidFill>
                <a:latin typeface="Arial"/>
                <a:ea typeface="Arial"/>
                <a:cs typeface="Arial"/>
              </a:defRPr>
            </a:defPPr>
            <a:lvl1pPr>
              <a:defRPr sz="3000" b="1">
                <a:solidFill>
                  <a:srgbClr val="175F96"/>
                </a:solidFill>
                <a:latin typeface="Arial"/>
                <a:ea typeface="Arial"/>
                <a:cs typeface="Arial"/>
              </a:defRPr>
            </a:lvl1pPr>
            <a:lvl2pPr>
              <a:defRPr sz="3000" b="1">
                <a:solidFill>
                  <a:srgbClr val="175F96"/>
                </a:solidFill>
                <a:latin typeface="Arial"/>
                <a:ea typeface="Arial"/>
                <a:cs typeface="Arial"/>
              </a:defRPr>
            </a:lvl2pPr>
            <a:lvl3pPr>
              <a:defRPr sz="3000" b="1">
                <a:solidFill>
                  <a:srgbClr val="175F96"/>
                </a:solidFill>
                <a:latin typeface="Arial"/>
                <a:ea typeface="Arial"/>
                <a:cs typeface="Arial"/>
              </a:defRPr>
            </a:lvl3pPr>
            <a:lvl4pPr>
              <a:defRPr sz="3000" b="1">
                <a:solidFill>
                  <a:srgbClr val="175F96"/>
                </a:solidFill>
                <a:latin typeface="Arial"/>
                <a:ea typeface="Arial"/>
                <a:cs typeface="Arial"/>
              </a:defRPr>
            </a:lvl4pPr>
            <a:lvl5pPr>
              <a:defRPr sz="3000" b="1">
                <a:solidFill>
                  <a:srgbClr val="175F96"/>
                </a:solidFill>
                <a:latin typeface="Arial"/>
                <a:ea typeface="Arial"/>
                <a:cs typeface="Arial"/>
              </a:defRPr>
            </a:lvl5pPr>
            <a:lvl6pPr>
              <a:defRPr sz="3000" b="1">
                <a:solidFill>
                  <a:srgbClr val="175F96"/>
                </a:solidFill>
                <a:latin typeface="Arial"/>
                <a:ea typeface="Arial"/>
                <a:cs typeface="Arial"/>
              </a:defRPr>
            </a:lvl6pPr>
            <a:lvl7pPr>
              <a:defRPr sz="3000" b="1">
                <a:solidFill>
                  <a:srgbClr val="175F96"/>
                </a:solidFill>
                <a:latin typeface="Arial"/>
                <a:ea typeface="Arial"/>
                <a:cs typeface="Arial"/>
              </a:defRPr>
            </a:lvl7pPr>
            <a:lvl8pPr>
              <a:defRPr sz="3000" b="1">
                <a:solidFill>
                  <a:srgbClr val="175F96"/>
                </a:solidFill>
                <a:latin typeface="Arial"/>
                <a:ea typeface="Arial"/>
                <a:cs typeface="Arial"/>
              </a:defRPr>
            </a:lvl8pPr>
            <a:lvl9pPr>
              <a:defRPr sz="3000" b="1">
                <a:solidFill>
                  <a:srgbClr val="175F96"/>
                </a:solidFill>
                <a:latin typeface="Arial"/>
                <a:ea typeface="Arial"/>
                <a:cs typeface="Arial"/>
              </a:defRPr>
            </a:lvl9pPr>
          </a:lstStyle>
          <a:p xmlns:a="http://schemas.openxmlformats.org/drawingml/2006/main">
            <a:pPr>
              <a:defRPr sz="3000" b="1">
                <a:solidFill>
                  <a:srgbClr val="175F96"/>
                </a:solidFill>
                <a:latin typeface="Arial"/>
                <a:ea typeface="Arial"/>
                <a:cs typeface="Arial"/>
              </a:defRPr>
            </a:pPr>
            <a:r>
              <a:rPr sz="3000" b="1">
                <a:solidFill>
                  <a:srgbClr val="175F96"/>
                </a:solidFill>
                <a:latin typeface="Arial"/>
                <a:ea typeface="Arial"/>
                <a:cs typeface="Arial"/>
              </a:rPr>
              <a:t>S2</a:t>
            </a:r>
          </a:p>
        </p:txBody>
      </p:sp>
      <p:sp>
        <p:nvSpPr>
          <p:cNvPr id="10" name="">
            <a:extLst xmlns:a="http://schemas.openxmlformats.org/drawingml/2006/main">
              <a:ext uri="{FF2B5EF4-FFF2-40B4-BE49-F238E27FC236}">
                <a16:creationId xmlns:a16="http://schemas.microsoft.com/office/drawing/2014/main" id="{437B6777-2C9D-44AD-B3E4-91AD64889B50}"/>
              </a:ext>
            </a:extLst>
          </p:cNvPr>
          <p:cNvSpPr>
            <a:spLocks xmlns:a="http://schemas.openxmlformats.org/drawingml/2006/main" noGrp="1"/>
          </p:cNvSpPr>
          <p:nvPr/>
        </p:nvSpPr>
        <p:spPr>
          <a:xfrm xmlns:a="http://schemas.openxmlformats.org/drawingml/2006/main">
            <a:off x="8572500" y="4333875"/>
            <a:ext cx="142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75F96"/>
                </a:solidFill>
                <a:latin typeface="Arial"/>
                <a:ea typeface="Arial"/>
                <a:cs typeface="Arial"/>
              </a:defRPr>
            </a:defPPr>
            <a:lvl1pPr>
              <a:defRPr sz="3000" b="1">
                <a:solidFill>
                  <a:srgbClr val="175F96"/>
                </a:solidFill>
                <a:latin typeface="Arial"/>
                <a:ea typeface="Arial"/>
                <a:cs typeface="Arial"/>
              </a:defRPr>
            </a:lvl1pPr>
            <a:lvl2pPr>
              <a:defRPr sz="3000" b="1">
                <a:solidFill>
                  <a:srgbClr val="175F96"/>
                </a:solidFill>
                <a:latin typeface="Arial"/>
                <a:ea typeface="Arial"/>
                <a:cs typeface="Arial"/>
              </a:defRPr>
            </a:lvl2pPr>
            <a:lvl3pPr>
              <a:defRPr sz="3000" b="1">
                <a:solidFill>
                  <a:srgbClr val="175F96"/>
                </a:solidFill>
                <a:latin typeface="Arial"/>
                <a:ea typeface="Arial"/>
                <a:cs typeface="Arial"/>
              </a:defRPr>
            </a:lvl3pPr>
            <a:lvl4pPr>
              <a:defRPr sz="3000" b="1">
                <a:solidFill>
                  <a:srgbClr val="175F96"/>
                </a:solidFill>
                <a:latin typeface="Arial"/>
                <a:ea typeface="Arial"/>
                <a:cs typeface="Arial"/>
              </a:defRPr>
            </a:lvl4pPr>
            <a:lvl5pPr>
              <a:defRPr sz="3000" b="1">
                <a:solidFill>
                  <a:srgbClr val="175F96"/>
                </a:solidFill>
                <a:latin typeface="Arial"/>
                <a:ea typeface="Arial"/>
                <a:cs typeface="Arial"/>
              </a:defRPr>
            </a:lvl5pPr>
            <a:lvl6pPr>
              <a:defRPr sz="3000" b="1">
                <a:solidFill>
                  <a:srgbClr val="175F96"/>
                </a:solidFill>
                <a:latin typeface="Arial"/>
                <a:ea typeface="Arial"/>
                <a:cs typeface="Arial"/>
              </a:defRPr>
            </a:lvl6pPr>
            <a:lvl7pPr>
              <a:defRPr sz="3000" b="1">
                <a:solidFill>
                  <a:srgbClr val="175F96"/>
                </a:solidFill>
                <a:latin typeface="Arial"/>
                <a:ea typeface="Arial"/>
                <a:cs typeface="Arial"/>
              </a:defRPr>
            </a:lvl7pPr>
            <a:lvl8pPr>
              <a:defRPr sz="3000" b="1">
                <a:solidFill>
                  <a:srgbClr val="175F96"/>
                </a:solidFill>
                <a:latin typeface="Arial"/>
                <a:ea typeface="Arial"/>
                <a:cs typeface="Arial"/>
              </a:defRPr>
            </a:lvl8pPr>
            <a:lvl9pPr>
              <a:defRPr sz="3000" b="1">
                <a:solidFill>
                  <a:srgbClr val="175F96"/>
                </a:solidFill>
                <a:latin typeface="Arial"/>
                <a:ea typeface="Arial"/>
                <a:cs typeface="Arial"/>
              </a:defRPr>
            </a:lvl9pPr>
          </a:lstStyle>
          <a:p xmlns:a="http://schemas.openxmlformats.org/drawingml/2006/main">
            <a:pPr>
              <a:defRPr sz="3000" b="1">
                <a:solidFill>
                  <a:srgbClr val="175F96"/>
                </a:solidFill>
                <a:latin typeface="Arial"/>
                <a:ea typeface="Arial"/>
                <a:cs typeface="Arial"/>
              </a:defRPr>
            </a:pPr>
            <a:r>
              <a:rPr sz="3000" b="1">
                <a:solidFill>
                  <a:srgbClr val="175F96"/>
                </a:solidFill>
                <a:latin typeface="Arial"/>
                <a:ea typeface="Arial"/>
                <a:cs typeface="Arial"/>
              </a:rPr>
              <a:t>S3</a:t>
            </a:r>
          </a:p>
        </p:txBody>
      </p:sp>
      <p:sp>
        <p:nvSpPr>
          <p:cNvPr id="11" name="">
            <a:extLst xmlns:a="http://schemas.openxmlformats.org/drawingml/2006/main">
              <a:ext uri="{FF2B5EF4-FFF2-40B4-BE49-F238E27FC236}">
                <a16:creationId xmlns:a16="http://schemas.microsoft.com/office/drawing/2014/main" id="{DC81F2F4-539B-4F31-85DE-7045FDD74102}"/>
              </a:ext>
            </a:extLst>
          </p:cNvPr>
          <p:cNvSpPr>
            <a:spLocks xmlns:a="http://schemas.openxmlformats.org/drawingml/2006/main" noGrp="1"/>
          </p:cNvSpPr>
          <p:nvPr/>
        </p:nvSpPr>
        <p:spPr>
          <a:xfrm xmlns:a="http://schemas.openxmlformats.org/drawingml/2006/main">
            <a:off x="952500" y="5000625"/>
            <a:ext cx="1028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a:solidFill>
                  <a:srgbClr val="172B3A"/>
                </a:solidFill>
                <a:latin typeface="Arial"/>
                <a:ea typeface="Arial"/>
                <a:cs typeface="Arial"/>
              </a:defRPr>
            </a:defPPr>
            <a:lvl1pPr>
              <a:defRPr sz="2175">
                <a:solidFill>
                  <a:srgbClr val="172B3A"/>
                </a:solidFill>
                <a:latin typeface="Arial"/>
                <a:ea typeface="Arial"/>
                <a:cs typeface="Arial"/>
              </a:defRPr>
            </a:lvl1pPr>
            <a:lvl2pPr>
              <a:defRPr sz="2175">
                <a:solidFill>
                  <a:srgbClr val="172B3A"/>
                </a:solidFill>
                <a:latin typeface="Arial"/>
                <a:ea typeface="Arial"/>
                <a:cs typeface="Arial"/>
              </a:defRPr>
            </a:lvl2pPr>
            <a:lvl3pPr>
              <a:defRPr sz="2175">
                <a:solidFill>
                  <a:srgbClr val="172B3A"/>
                </a:solidFill>
                <a:latin typeface="Arial"/>
                <a:ea typeface="Arial"/>
                <a:cs typeface="Arial"/>
              </a:defRPr>
            </a:lvl3pPr>
            <a:lvl4pPr>
              <a:defRPr sz="2175">
                <a:solidFill>
                  <a:srgbClr val="172B3A"/>
                </a:solidFill>
                <a:latin typeface="Arial"/>
                <a:ea typeface="Arial"/>
                <a:cs typeface="Arial"/>
              </a:defRPr>
            </a:lvl4pPr>
            <a:lvl5pPr>
              <a:defRPr sz="2175">
                <a:solidFill>
                  <a:srgbClr val="172B3A"/>
                </a:solidFill>
                <a:latin typeface="Arial"/>
                <a:ea typeface="Arial"/>
                <a:cs typeface="Arial"/>
              </a:defRPr>
            </a:lvl5pPr>
            <a:lvl6pPr>
              <a:defRPr sz="2175">
                <a:solidFill>
                  <a:srgbClr val="172B3A"/>
                </a:solidFill>
                <a:latin typeface="Arial"/>
                <a:ea typeface="Arial"/>
                <a:cs typeface="Arial"/>
              </a:defRPr>
            </a:lvl6pPr>
            <a:lvl7pPr>
              <a:defRPr sz="2175">
                <a:solidFill>
                  <a:srgbClr val="172B3A"/>
                </a:solidFill>
                <a:latin typeface="Arial"/>
                <a:ea typeface="Arial"/>
                <a:cs typeface="Arial"/>
              </a:defRPr>
            </a:lvl7pPr>
            <a:lvl8pPr>
              <a:defRPr sz="2175">
                <a:solidFill>
                  <a:srgbClr val="172B3A"/>
                </a:solidFill>
                <a:latin typeface="Arial"/>
                <a:ea typeface="Arial"/>
                <a:cs typeface="Arial"/>
              </a:defRPr>
            </a:lvl8pPr>
            <a:lvl9pPr>
              <a:defRPr sz="2175">
                <a:solidFill>
                  <a:srgbClr val="172B3A"/>
                </a:solidFill>
                <a:latin typeface="Arial"/>
                <a:ea typeface="Arial"/>
                <a:cs typeface="Arial"/>
              </a:defRPr>
            </a:lvl9pPr>
          </a:lstStyle>
          <a:p xmlns:a="http://schemas.openxmlformats.org/drawingml/2006/main">
            <a:pPr>
              <a:defRPr sz="2175">
                <a:solidFill>
                  <a:srgbClr val="172B3A"/>
                </a:solidFill>
                <a:latin typeface="Arial"/>
                <a:ea typeface="Arial"/>
                <a:cs typeface="Arial"/>
              </a:defRPr>
            </a:pPr>
            <a:r>
              <a:rPr sz="2175">
                <a:solidFill>
                  <a:srgbClr val="172B3A"/>
                </a:solidFill>
                <a:latin typeface="Arial"/>
                <a:ea typeface="Arial"/>
                <a:cs typeface="Arial"/>
              </a:rPr>
              <a:t>Three fixed partitions. Independent starting seeds within each.</a:t>
            </a:r>
          </a:p>
        </p:txBody>
      </p:sp>
      <p:sp>
        <p:nvSpPr>
          <p:cNvPr id="12" name="">
            <a:extLst xmlns:a="http://schemas.openxmlformats.org/drawingml/2006/main">
              <a:ext uri="{FF2B5EF4-FFF2-40B4-BE49-F238E27FC236}">
                <a16:creationId xmlns:a16="http://schemas.microsoft.com/office/drawing/2014/main" id="{508E0609-BB5C-4E68-A997-F00CFF8B00AD}"/>
              </a:ext>
            </a:extLst>
          </p:cNvPr>
          <p:cNvSpPr>
            <a:spLocks xmlns:a="http://schemas.openxmlformats.org/drawingml/2006/main" noGrp="1"/>
          </p:cNvSpPr>
          <p:nvPr/>
        </p:nvSpPr>
        <p:spPr>
          <a:xfrm xmlns:a="http://schemas.openxmlformats.org/drawingml/2006/main">
            <a:off x="952500" y="5724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90 calibration observations</a:t>
            </a:r>
          </a:p>
        </p:txBody>
      </p:sp>
      <p:sp>
        <p:nvSpPr>
          <p:cNvPr id="13" name="">
            <a:extLst xmlns:a="http://schemas.openxmlformats.org/drawingml/2006/main">
              <a:ext uri="{FF2B5EF4-FFF2-40B4-BE49-F238E27FC236}">
                <a16:creationId xmlns:a16="http://schemas.microsoft.com/office/drawing/2014/main" id="{97EAFF10-3F09-44F3-924B-BCC6A889E024}"/>
              </a:ext>
            </a:extLst>
          </p:cNvPr>
          <p:cNvSpPr>
            <a:spLocks xmlns:a="http://schemas.openxmlformats.org/drawingml/2006/main" noGrp="1"/>
          </p:cNvSpPr>
          <p:nvPr/>
        </p:nvSpPr>
        <p:spPr>
          <a:xfrm xmlns:a="http://schemas.openxmlformats.org/drawingml/2006/main">
            <a:off x="6334125" y="5724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540 fresh budget attempts</a:t>
            </a:r>
          </a:p>
        </p:txBody>
      </p:sp>
      <p:sp>
        <p:nvSpPr>
          <p:cNvPr id="14" name="">
            <a:extLst xmlns:a="http://schemas.openxmlformats.org/drawingml/2006/main">
              <a:ext uri="{FF2B5EF4-FFF2-40B4-BE49-F238E27FC236}">
                <a16:creationId xmlns:a16="http://schemas.microsoft.com/office/drawing/2014/main" id="{1E0864D3-7B60-4D5D-AE1B-DB3033DD493E}"/>
              </a:ext>
            </a:extLst>
          </p:cNvPr>
          <p:cNvSpPr>
            <a:spLocks xmlns:a="http://schemas.openxmlformats.org/drawingml/2006/main" noGrp="1"/>
          </p:cNvSpPr>
          <p:nvPr/>
        </p:nvSpPr>
        <p:spPr>
          <a:xfrm xmlns:a="http://schemas.openxmlformats.org/drawingml/2006/main">
            <a:off x="952500" y="6181725"/>
            <a:ext cx="10287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a:solidFill>
                  <a:srgbClr val="637E8E"/>
                </a:solidFill>
                <a:latin typeface="Arial"/>
                <a:ea typeface="Arial"/>
                <a:cs typeface="Arial"/>
              </a:defRPr>
            </a:defPPr>
            <a:lvl1pPr>
              <a:defRPr sz="1575">
                <a:solidFill>
                  <a:srgbClr val="637E8E"/>
                </a:solidFill>
                <a:latin typeface="Arial"/>
                <a:ea typeface="Arial"/>
                <a:cs typeface="Arial"/>
              </a:defRPr>
            </a:lvl1pPr>
            <a:lvl2pPr>
              <a:defRPr sz="1575">
                <a:solidFill>
                  <a:srgbClr val="637E8E"/>
                </a:solidFill>
                <a:latin typeface="Arial"/>
                <a:ea typeface="Arial"/>
                <a:cs typeface="Arial"/>
              </a:defRPr>
            </a:lvl2pPr>
            <a:lvl3pPr>
              <a:defRPr sz="1575">
                <a:solidFill>
                  <a:srgbClr val="637E8E"/>
                </a:solidFill>
                <a:latin typeface="Arial"/>
                <a:ea typeface="Arial"/>
                <a:cs typeface="Arial"/>
              </a:defRPr>
            </a:lvl3pPr>
            <a:lvl4pPr>
              <a:defRPr sz="1575">
                <a:solidFill>
                  <a:srgbClr val="637E8E"/>
                </a:solidFill>
                <a:latin typeface="Arial"/>
                <a:ea typeface="Arial"/>
                <a:cs typeface="Arial"/>
              </a:defRPr>
            </a:lvl4pPr>
            <a:lvl5pPr>
              <a:defRPr sz="1575">
                <a:solidFill>
                  <a:srgbClr val="637E8E"/>
                </a:solidFill>
                <a:latin typeface="Arial"/>
                <a:ea typeface="Arial"/>
                <a:cs typeface="Arial"/>
              </a:defRPr>
            </a:lvl5pPr>
            <a:lvl6pPr>
              <a:defRPr sz="1575">
                <a:solidFill>
                  <a:srgbClr val="637E8E"/>
                </a:solidFill>
                <a:latin typeface="Arial"/>
                <a:ea typeface="Arial"/>
                <a:cs typeface="Arial"/>
              </a:defRPr>
            </a:lvl6pPr>
            <a:lvl7pPr>
              <a:defRPr sz="1575">
                <a:solidFill>
                  <a:srgbClr val="637E8E"/>
                </a:solidFill>
                <a:latin typeface="Arial"/>
                <a:ea typeface="Arial"/>
                <a:cs typeface="Arial"/>
              </a:defRPr>
            </a:lvl7pPr>
            <a:lvl8pPr>
              <a:defRPr sz="1575">
                <a:solidFill>
                  <a:srgbClr val="637E8E"/>
                </a:solidFill>
                <a:latin typeface="Arial"/>
                <a:ea typeface="Arial"/>
                <a:cs typeface="Arial"/>
              </a:defRPr>
            </a:lvl8pPr>
            <a:lvl9pPr>
              <a:defRPr sz="1575">
                <a:solidFill>
                  <a:srgbClr val="637E8E"/>
                </a:solidFill>
                <a:latin typeface="Arial"/>
                <a:ea typeface="Arial"/>
                <a:cs typeface="Arial"/>
              </a:defRPr>
            </a:lvl9pPr>
          </a:lstStyle>
          <a:p xmlns:a="http://schemas.openxmlformats.org/drawingml/2006/main">
            <a:pPr>
              <a:defRPr sz="1575">
                <a:solidFill>
                  <a:srgbClr val="637E8E"/>
                </a:solidFill>
                <a:latin typeface="Arial"/>
                <a:ea typeface="Arial"/>
                <a:cs typeface="Arial"/>
              </a:defRPr>
            </a:pPr>
            <a:r>
              <a:rPr sz="1575">
                <a:solidFill>
                  <a:srgbClr val="637E8E"/>
                </a:solidFill>
                <a:latin typeface="Arial"/>
                <a:ea typeface="Arial"/>
                <a:cs typeface="Arial"/>
              </a:rPr>
              <a:t>20 reused + 70 new calibration runs</a:t>
            </a:r>
          </a:p>
        </p:txBody>
      </p:sp>
    </p:spTree>
    <p:extLst>
      <p:ext uri="{BB962C8B-B14F-4D97-AF65-F5344CB8AC3E}">
        <p14:creationId xmlns:p14="http://schemas.microsoft.com/office/powerpoint/2010/main" val="101577028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DFCA2EBB-13C8-4008-9BCF-59FB213E3ACD}"/>
              </a:ext>
            </a:extLst>
          </p:cNvPr>
          <p:cNvCxnSpPr>
            <a:stCxn xmlns:a="http://schemas.openxmlformats.org/drawingml/2006/main" id="4" idx="2"/>
            <a:endCxn xmlns:a="http://schemas.openxmlformats.org/drawingml/2006/main" id="12" idx="0"/>
          </p:cNvCxnSpPr>
          <p:nvPr/>
        </p:nvCxnSpPr>
        <p:spPr>
          <a:xfrm xmlns:a="http://schemas.openxmlformats.org/drawingml/2006/main">
            <a:off x="3871913" y="3590925"/>
            <a:ext cx="0" cy="904875"/>
          </a:xfrm>
          <a:prstGeom xmlns:a="http://schemas.openxmlformats.org/drawingml/2006/main" prst="straightConnector1">
            <a:avLst/>
          </a:prstGeom>
          <a:ln xmlns:a="http://schemas.openxmlformats.org/drawingml/2006/main" w="19050">
            <a:solidFill>
              <a:srgbClr val="175F96"/>
            </a:solidFill>
            <a:headEnd type="arrow" w="med" len="med"/>
            <a:tailEnd type="arrow" w="med" len="med"/>
          </a:ln>
        </p:spPr>
      </p:cxnSp>
      <p:cxnSp>
        <p:nvCxnSpPr>
          <p:cNvPr id="11" name="">
            <a:extLst xmlns:a="http://schemas.openxmlformats.org/drawingml/2006/main">
              <a:ext uri="{FF2B5EF4-FFF2-40B4-BE49-F238E27FC236}">
                <a16:creationId xmlns:a16="http://schemas.microsoft.com/office/drawing/2014/main" id="{5813C40A-9C10-4940-BA6B-326294567A3E}"/>
              </a:ext>
            </a:extLst>
          </p:cNvPr>
          <p:cNvCxnSpPr>
            <a:stCxn xmlns:a="http://schemas.openxmlformats.org/drawingml/2006/main" id="8" idx="3"/>
            <a:endCxn xmlns:a="http://schemas.openxmlformats.org/drawingml/2006/main" id="10" idx="1"/>
          </p:cNvCxnSpPr>
          <p:nvPr/>
        </p:nvCxnSpPr>
        <p:spPr>
          <a:xfrm xmlns:a="http://schemas.openxmlformats.org/drawingml/2006/main">
            <a:off x="9401175" y="2962275"/>
            <a:ext cx="323850" cy="0"/>
          </a:xfrm>
          <a:prstGeom xmlns:a="http://schemas.openxmlformats.org/drawingml/2006/main" prst="straightConnector1">
            <a:avLst/>
          </a:prstGeom>
          <a:ln xmlns:a="http://schemas.openxmlformats.org/drawingml/2006/main" w="19050">
            <a:solidFill>
              <a:srgbClr val="175F96"/>
            </a:solidFill>
            <a:tailEnd type="arrow" w="med" len="med"/>
          </a:ln>
        </p:spPr>
      </p:cxnSp>
      <p:cxnSp>
        <p:nvCxnSpPr>
          <p:cNvPr id="9" name="">
            <a:extLst xmlns:a="http://schemas.openxmlformats.org/drawingml/2006/main">
              <a:ext uri="{FF2B5EF4-FFF2-40B4-BE49-F238E27FC236}">
                <a16:creationId xmlns:a16="http://schemas.microsoft.com/office/drawing/2014/main" id="{9004FF15-AB96-49C2-AA82-D67369EB0206}"/>
              </a:ext>
            </a:extLst>
          </p:cNvPr>
          <p:cNvCxnSpPr>
            <a:stCxn xmlns:a="http://schemas.openxmlformats.org/drawingml/2006/main" id="6" idx="3"/>
            <a:endCxn xmlns:a="http://schemas.openxmlformats.org/drawingml/2006/main" id="8" idx="1"/>
          </p:cNvCxnSpPr>
          <p:nvPr/>
        </p:nvCxnSpPr>
        <p:spPr>
          <a:xfrm xmlns:a="http://schemas.openxmlformats.org/drawingml/2006/main">
            <a:off x="7124700" y="2962275"/>
            <a:ext cx="323850" cy="0"/>
          </a:xfrm>
          <a:prstGeom xmlns:a="http://schemas.openxmlformats.org/drawingml/2006/main" prst="straightConnector1">
            <a:avLst/>
          </a:prstGeom>
          <a:ln xmlns:a="http://schemas.openxmlformats.org/drawingml/2006/main" w="19050">
            <a:solidFill>
              <a:srgbClr val="175F96"/>
            </a:solidFill>
            <a:tailEnd type="arrow" w="med" len="med"/>
          </a:ln>
        </p:spPr>
      </p:cxnSp>
      <p:cxnSp>
        <p:nvCxnSpPr>
          <p:cNvPr id="7" name="">
            <a:extLst xmlns:a="http://schemas.openxmlformats.org/drawingml/2006/main">
              <a:ext uri="{FF2B5EF4-FFF2-40B4-BE49-F238E27FC236}">
                <a16:creationId xmlns:a16="http://schemas.microsoft.com/office/drawing/2014/main" id="{EF7647A2-CD4C-4B7B-9471-E0A6A0336F40}"/>
              </a:ext>
            </a:extLst>
          </p:cNvPr>
          <p:cNvCxnSpPr>
            <a:stCxn xmlns:a="http://schemas.openxmlformats.org/drawingml/2006/main" id="4" idx="3"/>
            <a:endCxn xmlns:a="http://schemas.openxmlformats.org/drawingml/2006/main" id="6" idx="1"/>
          </p:cNvCxnSpPr>
          <p:nvPr/>
        </p:nvCxnSpPr>
        <p:spPr>
          <a:xfrm xmlns:a="http://schemas.openxmlformats.org/drawingml/2006/main">
            <a:off x="4848225" y="2962275"/>
            <a:ext cx="323850" cy="0"/>
          </a:xfrm>
          <a:prstGeom xmlns:a="http://schemas.openxmlformats.org/drawingml/2006/main" prst="straightConnector1">
            <a:avLst/>
          </a:prstGeom>
          <a:ln xmlns:a="http://schemas.openxmlformats.org/drawingml/2006/main" w="19050">
            <a:solidFill>
              <a:srgbClr val="175F96"/>
            </a:solidFill>
            <a:tailEnd type="arrow" w="med" len="med"/>
          </a:ln>
        </p:spPr>
      </p:cxnSp>
      <p:cxnSp>
        <p:nvCxnSpPr>
          <p:cNvPr id="5" name="">
            <a:extLst xmlns:a="http://schemas.openxmlformats.org/drawingml/2006/main">
              <a:ext uri="{FF2B5EF4-FFF2-40B4-BE49-F238E27FC236}">
                <a16:creationId xmlns:a16="http://schemas.microsoft.com/office/drawing/2014/main" id="{3ABCB51F-8EE3-4078-8BB4-7C980B5CD29B}"/>
              </a:ext>
            </a:extLst>
          </p:cNvPr>
          <p:cNvCxnSpPr>
            <a:stCxn xmlns:a="http://schemas.openxmlformats.org/drawingml/2006/main" id="3" idx="3"/>
            <a:endCxn xmlns:a="http://schemas.openxmlformats.org/drawingml/2006/main" id="4" idx="1"/>
          </p:cNvCxnSpPr>
          <p:nvPr/>
        </p:nvCxnSpPr>
        <p:spPr>
          <a:xfrm xmlns:a="http://schemas.openxmlformats.org/drawingml/2006/main">
            <a:off x="2571750" y="2962275"/>
            <a:ext cx="323850" cy="0"/>
          </a:xfrm>
          <a:prstGeom xmlns:a="http://schemas.openxmlformats.org/drawingml/2006/main" prst="straightConnector1">
            <a:avLst/>
          </a:prstGeom>
          <a:ln xmlns:a="http://schemas.openxmlformats.org/drawingml/2006/main" w="19050">
            <a:solidFill>
              <a:srgbClr val="175F96"/>
            </a:solidFill>
            <a:tailEnd type="arrow" w="med" len="med"/>
          </a:ln>
        </p:spPr>
      </p:cxnSp>
      <p:sp>
        <p:nvSpPr>
          <p:cNvPr id="17" name="">
            <a:extLst xmlns:a="http://schemas.openxmlformats.org/drawingml/2006/main">
              <a:ext uri="{FF2B5EF4-FFF2-40B4-BE49-F238E27FC236}">
                <a16:creationId xmlns:a16="http://schemas.microsoft.com/office/drawing/2014/main" id="{36974817-8570-4972-88AD-652D5CE42228}"/>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How the experiment works</a:t>
            </a:r>
          </a:p>
        </p:txBody>
      </p:sp>
      <p:sp>
        <p:nvSpPr>
          <p:cNvPr id="2" name="">
            <a:extLst xmlns:a="http://schemas.openxmlformats.org/drawingml/2006/main">
              <a:ext uri="{FF2B5EF4-FFF2-40B4-BE49-F238E27FC236}">
                <a16:creationId xmlns:a16="http://schemas.microsoft.com/office/drawing/2014/main" id="{EF76C50D-6B0B-4F06-B70D-36139CB08A7A}"/>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4</a:t>
            </a:r>
          </a:p>
        </p:txBody>
      </p:sp>
      <p:sp>
        <p:nvSpPr>
          <p:cNvPr id="3" name="">
            <a:extLst xmlns:a="http://schemas.openxmlformats.org/drawingml/2006/main">
              <a:ext uri="{FF2B5EF4-FFF2-40B4-BE49-F238E27FC236}">
                <a16:creationId xmlns:a16="http://schemas.microsoft.com/office/drawing/2014/main" id="{1D728C0B-10CF-4A7A-92A2-08982266F6D8}"/>
              </a:ext>
            </a:extLst>
          </p:cNvPr>
          <p:cNvSpPr>
            <a:spLocks xmlns:a="http://schemas.openxmlformats.org/drawingml/2006/main" noGrp="1"/>
          </p:cNvSpPr>
          <p:nvPr/>
        </p:nvSpPr>
        <p:spPr>
          <a:xfrm xmlns:a="http://schemas.openxmlformats.org/drawingml/2006/main">
            <a:off x="619125"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Python</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Pairs + labels</a:t>
            </a:r>
          </a:p>
        </p:txBody>
      </p:sp>
      <p:sp>
        <p:nvSpPr>
          <p:cNvPr id="4" name="">
            <a:extLst xmlns:a="http://schemas.openxmlformats.org/drawingml/2006/main">
              <a:ext uri="{FF2B5EF4-FFF2-40B4-BE49-F238E27FC236}">
                <a16:creationId xmlns:a16="http://schemas.microsoft.com/office/drawing/2014/main" id="{65C7F7BE-2D94-4283-ACA1-B204F5C88520}"/>
              </a:ext>
            </a:extLst>
          </p:cNvPr>
          <p:cNvSpPr>
            <a:spLocks xmlns:a="http://schemas.openxmlformats.org/drawingml/2006/main" noGrp="1"/>
          </p:cNvSpPr>
          <p:nvPr/>
        </p:nvSpPr>
        <p:spPr>
          <a:xfrm xmlns:a="http://schemas.openxmlformats.org/drawingml/2006/main">
            <a:off x="2895600"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Small model</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Train + check</a:t>
            </a:r>
          </a:p>
        </p:txBody>
      </p:sp>
      <p:sp>
        <p:nvSpPr>
          <p:cNvPr id="6" name="">
            <a:extLst xmlns:a="http://schemas.openxmlformats.org/drawingml/2006/main">
              <a:ext uri="{FF2B5EF4-FFF2-40B4-BE49-F238E27FC236}">
                <a16:creationId xmlns:a16="http://schemas.microsoft.com/office/drawing/2014/main" id="{DE5CE178-89E9-459B-8922-318A7C69D1B9}"/>
              </a:ext>
            </a:extLst>
          </p:cNvPr>
          <p:cNvSpPr>
            <a:spLocks xmlns:a="http://schemas.openxmlformats.org/drawingml/2006/main" noGrp="1"/>
          </p:cNvSpPr>
          <p:nvPr/>
        </p:nvSpPr>
        <p:spPr>
          <a:xfrm xmlns:a="http://schemas.openxmlformats.org/drawingml/2006/main">
            <a:off x="5172075"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CSV files</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Every 25 updates</a:t>
            </a:r>
          </a:p>
        </p:txBody>
      </p:sp>
      <p:sp>
        <p:nvSpPr>
          <p:cNvPr id="8" name="">
            <a:extLst xmlns:a="http://schemas.openxmlformats.org/drawingml/2006/main">
              <a:ext uri="{FF2B5EF4-FFF2-40B4-BE49-F238E27FC236}">
                <a16:creationId xmlns:a16="http://schemas.microsoft.com/office/drawing/2014/main" id="{912B6A4E-130E-470B-95E2-C2A2ABE1F3BD}"/>
              </a:ext>
            </a:extLst>
          </p:cNvPr>
          <p:cNvSpPr>
            <a:spLocks xmlns:a="http://schemas.openxmlformats.org/drawingml/2006/main" noGrp="1"/>
          </p:cNvSpPr>
          <p:nvPr/>
        </p:nvSpPr>
        <p:spPr>
          <a:xfrm xmlns:a="http://schemas.openxmlformats.org/drawingml/2006/main">
            <a:off x="7448550"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R</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Statistics</a:t>
            </a:r>
          </a:p>
        </p:txBody>
      </p:sp>
      <p:sp>
        <p:nvSpPr>
          <p:cNvPr id="10" name="">
            <a:extLst xmlns:a="http://schemas.openxmlformats.org/drawingml/2006/main">
              <a:ext uri="{FF2B5EF4-FFF2-40B4-BE49-F238E27FC236}">
                <a16:creationId xmlns:a16="http://schemas.microsoft.com/office/drawing/2014/main" id="{A97026E1-91AB-479C-8507-6ADE963B2634}"/>
              </a:ext>
            </a:extLst>
          </p:cNvPr>
          <p:cNvSpPr>
            <a:spLocks xmlns:a="http://schemas.openxmlformats.org/drawingml/2006/main" noGrp="1"/>
          </p:cNvSpPr>
          <p:nvPr/>
        </p:nvSpPr>
        <p:spPr>
          <a:xfrm xmlns:a="http://schemas.openxmlformats.org/drawingml/2006/main">
            <a:off x="9725025" y="2333625"/>
            <a:ext cx="1952625" cy="1257300"/>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Outputs</a:t>
            </a:r>
          </a:p>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Graphs + paper</a:t>
            </a:r>
          </a:p>
        </p:txBody>
      </p:sp>
      <p:sp>
        <p:nvSpPr>
          <p:cNvPr id="12" name="">
            <a:extLst xmlns:a="http://schemas.openxmlformats.org/drawingml/2006/main">
              <a:ext uri="{FF2B5EF4-FFF2-40B4-BE49-F238E27FC236}">
                <a16:creationId xmlns:a16="http://schemas.microsoft.com/office/drawing/2014/main" id="{05BA7E0F-C400-4157-8E05-65F7C7F3B9EC}"/>
              </a:ext>
            </a:extLst>
          </p:cNvPr>
          <p:cNvSpPr>
            <a:spLocks xmlns:a="http://schemas.openxmlformats.org/drawingml/2006/main" noGrp="1"/>
          </p:cNvSpPr>
          <p:nvPr/>
        </p:nvSpPr>
        <p:spPr>
          <a:xfrm xmlns:a="http://schemas.openxmlformats.org/drawingml/2006/main">
            <a:off x="2895600" y="4495800"/>
            <a:ext cx="1952625"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025">
                <a:solidFill>
                  <a:srgbClr val="172B3A"/>
                </a:solidFill>
                <a:latin typeface="Arial"/>
                <a:ea typeface="Arial"/>
                <a:cs typeface="Arial"/>
              </a:defRPr>
            </a:defPPr>
            <a:lvl1pPr algn="ctr">
              <a:defRPr sz="2025">
                <a:solidFill>
                  <a:srgbClr val="172B3A"/>
                </a:solidFill>
                <a:latin typeface="Arial"/>
                <a:ea typeface="Arial"/>
                <a:cs typeface="Arial"/>
              </a:defRPr>
            </a:lvl1pPr>
            <a:lvl2pPr algn="ctr">
              <a:defRPr sz="2025">
                <a:solidFill>
                  <a:srgbClr val="172B3A"/>
                </a:solidFill>
                <a:latin typeface="Arial"/>
                <a:ea typeface="Arial"/>
                <a:cs typeface="Arial"/>
              </a:defRPr>
            </a:lvl2pPr>
            <a:lvl3pPr algn="ctr">
              <a:defRPr sz="2025">
                <a:solidFill>
                  <a:srgbClr val="172B3A"/>
                </a:solidFill>
                <a:latin typeface="Arial"/>
                <a:ea typeface="Arial"/>
                <a:cs typeface="Arial"/>
              </a:defRPr>
            </a:lvl3pPr>
            <a:lvl4pPr algn="ctr">
              <a:defRPr sz="2025">
                <a:solidFill>
                  <a:srgbClr val="172B3A"/>
                </a:solidFill>
                <a:latin typeface="Arial"/>
                <a:ea typeface="Arial"/>
                <a:cs typeface="Arial"/>
              </a:defRPr>
            </a:lvl4pPr>
            <a:lvl5pPr algn="ctr">
              <a:defRPr sz="2025">
                <a:solidFill>
                  <a:srgbClr val="172B3A"/>
                </a:solidFill>
                <a:latin typeface="Arial"/>
                <a:ea typeface="Arial"/>
                <a:cs typeface="Arial"/>
              </a:defRPr>
            </a:lvl5pPr>
            <a:lvl6pPr algn="ctr">
              <a:defRPr sz="2025">
                <a:solidFill>
                  <a:srgbClr val="172B3A"/>
                </a:solidFill>
                <a:latin typeface="Arial"/>
                <a:ea typeface="Arial"/>
                <a:cs typeface="Arial"/>
              </a:defRPr>
            </a:lvl6pPr>
            <a:lvl7pPr algn="ctr">
              <a:defRPr sz="2025">
                <a:solidFill>
                  <a:srgbClr val="172B3A"/>
                </a:solidFill>
                <a:latin typeface="Arial"/>
                <a:ea typeface="Arial"/>
                <a:cs typeface="Arial"/>
              </a:defRPr>
            </a:lvl7pPr>
            <a:lvl8pPr algn="ctr">
              <a:defRPr sz="2025">
                <a:solidFill>
                  <a:srgbClr val="172B3A"/>
                </a:solidFill>
                <a:latin typeface="Arial"/>
                <a:ea typeface="Arial"/>
                <a:cs typeface="Arial"/>
              </a:defRPr>
            </a:lvl8pPr>
            <a:lvl9pPr algn="ctr">
              <a:defRPr sz="2025">
                <a:solidFill>
                  <a:srgbClr val="172B3A"/>
                </a:solidFill>
                <a:latin typeface="Arial"/>
                <a:ea typeface="Arial"/>
                <a:cs typeface="Arial"/>
              </a:defRPr>
            </a:lvl9pPr>
          </a:lstStyle>
          <a:p xmlns:a="http://schemas.openxmlformats.org/drawingml/2006/main">
            <a:pPr algn="ctr">
              <a:defRPr sz="2025">
                <a:solidFill>
                  <a:srgbClr val="172B3A"/>
                </a:solidFill>
                <a:latin typeface="Arial"/>
                <a:ea typeface="Arial"/>
                <a:cs typeface="Arial"/>
              </a:defRPr>
            </a:pPr>
            <a:r>
              <a:rPr sz="2025">
                <a:solidFill>
                  <a:srgbClr val="172B3A"/>
                </a:solidFill>
                <a:latin typeface="Arial"/>
                <a:ea typeface="Arial"/>
                <a:cs typeface="Arial"/>
              </a:rPr>
              <a:t>Checkpoint</a:t>
            </a:r>
          </a:p>
          <a:p xmlns:a="http://schemas.openxmlformats.org/drawingml/2006/main">
            <a:pPr algn="ctr">
              <a:defRPr sz="2025">
                <a:solidFill>
                  <a:srgbClr val="172B3A"/>
                </a:solidFill>
                <a:latin typeface="Arial"/>
                <a:ea typeface="Arial"/>
                <a:cs typeface="Arial"/>
              </a:defRPr>
            </a:pPr>
            <a:r>
              <a:rPr sz="2025">
                <a:solidFill>
                  <a:srgbClr val="172B3A"/>
                </a:solidFill>
                <a:latin typeface="Arial"/>
                <a:ea typeface="Arial"/>
                <a:cs typeface="Arial"/>
              </a:rPr>
              <a:t>Save + resume</a:t>
            </a:r>
          </a:p>
        </p:txBody>
      </p:sp>
      <p:sp>
        <p:nvSpPr>
          <p:cNvPr id="14" name="">
            <a:extLst xmlns:a="http://schemas.openxmlformats.org/drawingml/2006/main">
              <a:ext uri="{FF2B5EF4-FFF2-40B4-BE49-F238E27FC236}">
                <a16:creationId xmlns:a16="http://schemas.microsoft.com/office/drawing/2014/main" id="{0EDBEC12-1A72-4EEE-B3B7-6A125ABC3930}"/>
              </a:ext>
            </a:extLst>
          </p:cNvPr>
          <p:cNvSpPr>
            <a:spLocks xmlns:a="http://schemas.openxmlformats.org/drawingml/2006/main" noGrp="1"/>
          </p:cNvSpPr>
          <p:nvPr/>
        </p:nvSpPr>
        <p:spPr>
          <a:xfrm xmlns:a="http://schemas.openxmlformats.org/drawingml/2006/main">
            <a:off x="666750" y="1638300"/>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a:solidFill>
                  <a:srgbClr val="175F96"/>
                </a:solidFill>
                <a:latin typeface="Arial"/>
                <a:ea typeface="Arial"/>
                <a:cs typeface="Arial"/>
              </a:defRPr>
            </a:defPPr>
            <a:lvl1pPr>
              <a:defRPr sz="2250">
                <a:solidFill>
                  <a:srgbClr val="175F96"/>
                </a:solidFill>
                <a:latin typeface="Arial"/>
                <a:ea typeface="Arial"/>
                <a:cs typeface="Arial"/>
              </a:defRPr>
            </a:lvl1pPr>
            <a:lvl2pPr>
              <a:defRPr sz="2250">
                <a:solidFill>
                  <a:srgbClr val="175F96"/>
                </a:solidFill>
                <a:latin typeface="Arial"/>
                <a:ea typeface="Arial"/>
                <a:cs typeface="Arial"/>
              </a:defRPr>
            </a:lvl2pPr>
            <a:lvl3pPr>
              <a:defRPr sz="2250">
                <a:solidFill>
                  <a:srgbClr val="175F96"/>
                </a:solidFill>
                <a:latin typeface="Arial"/>
                <a:ea typeface="Arial"/>
                <a:cs typeface="Arial"/>
              </a:defRPr>
            </a:lvl3pPr>
            <a:lvl4pPr>
              <a:defRPr sz="2250">
                <a:solidFill>
                  <a:srgbClr val="175F96"/>
                </a:solidFill>
                <a:latin typeface="Arial"/>
                <a:ea typeface="Arial"/>
                <a:cs typeface="Arial"/>
              </a:defRPr>
            </a:lvl4pPr>
            <a:lvl5pPr>
              <a:defRPr sz="2250">
                <a:solidFill>
                  <a:srgbClr val="175F96"/>
                </a:solidFill>
                <a:latin typeface="Arial"/>
                <a:ea typeface="Arial"/>
                <a:cs typeface="Arial"/>
              </a:defRPr>
            </a:lvl5pPr>
            <a:lvl6pPr>
              <a:defRPr sz="2250">
                <a:solidFill>
                  <a:srgbClr val="175F96"/>
                </a:solidFill>
                <a:latin typeface="Arial"/>
                <a:ea typeface="Arial"/>
                <a:cs typeface="Arial"/>
              </a:defRPr>
            </a:lvl6pPr>
            <a:lvl7pPr>
              <a:defRPr sz="2250">
                <a:solidFill>
                  <a:srgbClr val="175F96"/>
                </a:solidFill>
                <a:latin typeface="Arial"/>
                <a:ea typeface="Arial"/>
                <a:cs typeface="Arial"/>
              </a:defRPr>
            </a:lvl7pPr>
            <a:lvl8pPr>
              <a:defRPr sz="2250">
                <a:solidFill>
                  <a:srgbClr val="175F96"/>
                </a:solidFill>
                <a:latin typeface="Arial"/>
                <a:ea typeface="Arial"/>
                <a:cs typeface="Arial"/>
              </a:defRPr>
            </a:lvl8pPr>
            <a:lvl9pPr>
              <a:defRPr sz="2250">
                <a:solidFill>
                  <a:srgbClr val="175F96"/>
                </a:solidFill>
                <a:latin typeface="Arial"/>
                <a:ea typeface="Arial"/>
                <a:cs typeface="Arial"/>
              </a:defRPr>
            </a:lvl9pPr>
          </a:lstStyle>
          <a:p xmlns:a="http://schemas.openxmlformats.org/drawingml/2006/main">
            <a:pPr>
              <a:defRPr sz="2250">
                <a:solidFill>
                  <a:srgbClr val="175F96"/>
                </a:solidFill>
                <a:latin typeface="Arial"/>
                <a:ea typeface="Arial"/>
                <a:cs typeface="Arial"/>
              </a:defRPr>
            </a:pPr>
            <a:r>
              <a:rPr sz="2250">
                <a:solidFill>
                  <a:srgbClr val="175F96"/>
                </a:solidFill>
                <a:latin typeface="Arial"/>
                <a:ea typeface="Arial"/>
                <a:cs typeface="Arial"/>
              </a:rPr>
              <a:t>Fixed model: 36,992 parameters</a:t>
            </a:r>
          </a:p>
        </p:txBody>
      </p:sp>
      <p:sp>
        <p:nvSpPr>
          <p:cNvPr id="15" name="">
            <a:extLst xmlns:a="http://schemas.openxmlformats.org/drawingml/2006/main">
              <a:ext uri="{FF2B5EF4-FFF2-40B4-BE49-F238E27FC236}">
                <a16:creationId xmlns:a16="http://schemas.microsoft.com/office/drawing/2014/main" id="{B5D2FAF6-9BA7-4370-9B22-F589EDFEC57E}"/>
              </a:ext>
            </a:extLst>
          </p:cNvPr>
          <p:cNvSpPr>
            <a:spLocks xmlns:a="http://schemas.openxmlformats.org/drawingml/2006/main" noGrp="1"/>
          </p:cNvSpPr>
          <p:nvPr/>
        </p:nvSpPr>
        <p:spPr>
          <a:xfrm xmlns:a="http://schemas.openxmlformats.org/drawingml/2006/main">
            <a:off x="666750" y="5829300"/>
            <a:ext cx="4810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172B3A"/>
                </a:solidFill>
                <a:latin typeface="Arial"/>
                <a:ea typeface="Arial"/>
                <a:cs typeface="Arial"/>
              </a:defRPr>
            </a:defPPr>
            <a:lvl1pPr>
              <a:defRPr sz="2475" b="1">
                <a:solidFill>
                  <a:srgbClr val="172B3A"/>
                </a:solidFill>
                <a:latin typeface="Arial"/>
                <a:ea typeface="Arial"/>
                <a:cs typeface="Arial"/>
              </a:defRPr>
            </a:lvl1pPr>
            <a:lvl2pPr>
              <a:defRPr sz="2475" b="1">
                <a:solidFill>
                  <a:srgbClr val="172B3A"/>
                </a:solidFill>
                <a:latin typeface="Arial"/>
                <a:ea typeface="Arial"/>
                <a:cs typeface="Arial"/>
              </a:defRPr>
            </a:lvl2pPr>
            <a:lvl3pPr>
              <a:defRPr sz="2475" b="1">
                <a:solidFill>
                  <a:srgbClr val="172B3A"/>
                </a:solidFill>
                <a:latin typeface="Arial"/>
                <a:ea typeface="Arial"/>
                <a:cs typeface="Arial"/>
              </a:defRPr>
            </a:lvl3pPr>
            <a:lvl4pPr>
              <a:defRPr sz="2475" b="1">
                <a:solidFill>
                  <a:srgbClr val="172B3A"/>
                </a:solidFill>
                <a:latin typeface="Arial"/>
                <a:ea typeface="Arial"/>
                <a:cs typeface="Arial"/>
              </a:defRPr>
            </a:lvl4pPr>
            <a:lvl5pPr>
              <a:defRPr sz="2475" b="1">
                <a:solidFill>
                  <a:srgbClr val="172B3A"/>
                </a:solidFill>
                <a:latin typeface="Arial"/>
                <a:ea typeface="Arial"/>
                <a:cs typeface="Arial"/>
              </a:defRPr>
            </a:lvl5pPr>
            <a:lvl6pPr>
              <a:defRPr sz="2475" b="1">
                <a:solidFill>
                  <a:srgbClr val="172B3A"/>
                </a:solidFill>
                <a:latin typeface="Arial"/>
                <a:ea typeface="Arial"/>
                <a:cs typeface="Arial"/>
              </a:defRPr>
            </a:lvl6pPr>
            <a:lvl7pPr>
              <a:defRPr sz="2475" b="1">
                <a:solidFill>
                  <a:srgbClr val="172B3A"/>
                </a:solidFill>
                <a:latin typeface="Arial"/>
                <a:ea typeface="Arial"/>
                <a:cs typeface="Arial"/>
              </a:defRPr>
            </a:lvl7pPr>
            <a:lvl8pPr>
              <a:defRPr sz="2475" b="1">
                <a:solidFill>
                  <a:srgbClr val="172B3A"/>
                </a:solidFill>
                <a:latin typeface="Arial"/>
                <a:ea typeface="Arial"/>
                <a:cs typeface="Arial"/>
              </a:defRPr>
            </a:lvl8pPr>
            <a:lvl9pPr>
              <a:defRPr sz="2475" b="1">
                <a:solidFill>
                  <a:srgbClr val="172B3A"/>
                </a:solidFill>
                <a:latin typeface="Arial"/>
                <a:ea typeface="Arial"/>
                <a:cs typeface="Arial"/>
              </a:defRPr>
            </a:lvl9pPr>
          </a:lstStyle>
          <a:p xmlns:a="http://schemas.openxmlformats.org/drawingml/2006/main">
            <a:pPr>
              <a:defRPr sz="2475" b="1">
                <a:solidFill>
                  <a:srgbClr val="172B3A"/>
                </a:solidFill>
                <a:latin typeface="Arial"/>
                <a:ea typeface="Arial"/>
                <a:cs typeface="Arial"/>
              </a:defRPr>
            </a:pPr>
            <a:r>
              <a:rPr sz="2475" b="1">
                <a:solidFill>
                  <a:srgbClr val="172B3A"/>
                </a:solidFill>
                <a:latin typeface="Arial"/>
                <a:ea typeface="Arial"/>
                <a:cs typeface="Arial"/>
              </a:rPr>
              <a:t>1,330 new runs</a:t>
            </a:r>
          </a:p>
        </p:txBody>
      </p:sp>
      <p:sp>
        <p:nvSpPr>
          <p:cNvPr id="16" name="">
            <a:extLst xmlns:a="http://schemas.openxmlformats.org/drawingml/2006/main">
              <a:ext uri="{FF2B5EF4-FFF2-40B4-BE49-F238E27FC236}">
                <a16:creationId xmlns:a16="http://schemas.microsoft.com/office/drawing/2014/main" id="{F4299190-923A-4A25-AC83-CACE227E413E}"/>
              </a:ext>
            </a:extLst>
          </p:cNvPr>
          <p:cNvSpPr>
            <a:spLocks xmlns:a="http://schemas.openxmlformats.org/drawingml/2006/main" noGrp="1"/>
          </p:cNvSpPr>
          <p:nvPr/>
        </p:nvSpPr>
        <p:spPr>
          <a:xfrm xmlns:a="http://schemas.openxmlformats.org/drawingml/2006/main">
            <a:off x="6191250" y="58293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172B3A"/>
                </a:solidFill>
                <a:latin typeface="Arial"/>
                <a:ea typeface="Arial"/>
                <a:cs typeface="Arial"/>
              </a:defRPr>
            </a:defPPr>
            <a:lvl1pPr>
              <a:defRPr sz="2475" b="1">
                <a:solidFill>
                  <a:srgbClr val="172B3A"/>
                </a:solidFill>
                <a:latin typeface="Arial"/>
                <a:ea typeface="Arial"/>
                <a:cs typeface="Arial"/>
              </a:defRPr>
            </a:lvl1pPr>
            <a:lvl2pPr>
              <a:defRPr sz="2475" b="1">
                <a:solidFill>
                  <a:srgbClr val="172B3A"/>
                </a:solidFill>
                <a:latin typeface="Arial"/>
                <a:ea typeface="Arial"/>
                <a:cs typeface="Arial"/>
              </a:defRPr>
            </a:lvl2pPr>
            <a:lvl3pPr>
              <a:defRPr sz="2475" b="1">
                <a:solidFill>
                  <a:srgbClr val="172B3A"/>
                </a:solidFill>
                <a:latin typeface="Arial"/>
                <a:ea typeface="Arial"/>
                <a:cs typeface="Arial"/>
              </a:defRPr>
            </a:lvl3pPr>
            <a:lvl4pPr>
              <a:defRPr sz="2475" b="1">
                <a:solidFill>
                  <a:srgbClr val="172B3A"/>
                </a:solidFill>
                <a:latin typeface="Arial"/>
                <a:ea typeface="Arial"/>
                <a:cs typeface="Arial"/>
              </a:defRPr>
            </a:lvl4pPr>
            <a:lvl5pPr>
              <a:defRPr sz="2475" b="1">
                <a:solidFill>
                  <a:srgbClr val="172B3A"/>
                </a:solidFill>
                <a:latin typeface="Arial"/>
                <a:ea typeface="Arial"/>
                <a:cs typeface="Arial"/>
              </a:defRPr>
            </a:lvl5pPr>
            <a:lvl6pPr>
              <a:defRPr sz="2475" b="1">
                <a:solidFill>
                  <a:srgbClr val="172B3A"/>
                </a:solidFill>
                <a:latin typeface="Arial"/>
                <a:ea typeface="Arial"/>
                <a:cs typeface="Arial"/>
              </a:defRPr>
            </a:lvl6pPr>
            <a:lvl7pPr>
              <a:defRPr sz="2475" b="1">
                <a:solidFill>
                  <a:srgbClr val="172B3A"/>
                </a:solidFill>
                <a:latin typeface="Arial"/>
                <a:ea typeface="Arial"/>
                <a:cs typeface="Arial"/>
              </a:defRPr>
            </a:lvl7pPr>
            <a:lvl8pPr>
              <a:defRPr sz="2475" b="1">
                <a:solidFill>
                  <a:srgbClr val="172B3A"/>
                </a:solidFill>
                <a:latin typeface="Arial"/>
                <a:ea typeface="Arial"/>
                <a:cs typeface="Arial"/>
              </a:defRPr>
            </a:lvl8pPr>
            <a:lvl9pPr>
              <a:defRPr sz="2475" b="1">
                <a:solidFill>
                  <a:srgbClr val="172B3A"/>
                </a:solidFill>
                <a:latin typeface="Arial"/>
                <a:ea typeface="Arial"/>
                <a:cs typeface="Arial"/>
              </a:defRPr>
            </a:lvl9pPr>
          </a:lstStyle>
          <a:p xmlns:a="http://schemas.openxmlformats.org/drawingml/2006/main">
            <a:pPr>
              <a:defRPr sz="2475" b="1">
                <a:solidFill>
                  <a:srgbClr val="172B3A"/>
                </a:solidFill>
                <a:latin typeface="Arial"/>
                <a:ea typeface="Arial"/>
                <a:cs typeface="Arial"/>
              </a:defRPr>
            </a:pPr>
            <a:r>
              <a:rPr sz="2475" b="1">
                <a:solidFill>
                  <a:srgbClr val="172B3A"/>
                </a:solidFill>
                <a:latin typeface="Arial"/>
                <a:ea typeface="Arial"/>
                <a:cs typeface="Arial"/>
              </a:rPr>
              <a:t>7.5 million logical updates</a:t>
            </a:r>
          </a:p>
        </p:txBody>
      </p:sp>
    </p:spTree>
    <p:extLst>
      <p:ext uri="{BB962C8B-B14F-4D97-AF65-F5344CB8AC3E}">
        <p14:creationId xmlns:p14="http://schemas.microsoft.com/office/powerpoint/2010/main" val="20402907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0" name="">
            <a:extLst xmlns:a="http://schemas.openxmlformats.org/drawingml/2006/main">
              <a:ext uri="{FF2B5EF4-FFF2-40B4-BE49-F238E27FC236}">
                <a16:creationId xmlns:a16="http://schemas.microsoft.com/office/drawing/2014/main" id="{D38CB7ED-9999-478D-AFD3-E6A04EA89810}"/>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How we confirm success</a:t>
            </a:r>
          </a:p>
        </p:txBody>
      </p:sp>
      <p:sp>
        <p:nvSpPr>
          <p:cNvPr id="2" name="">
            <a:extLst xmlns:a="http://schemas.openxmlformats.org/drawingml/2006/main">
              <a:ext uri="{FF2B5EF4-FFF2-40B4-BE49-F238E27FC236}">
                <a16:creationId xmlns:a16="http://schemas.microsoft.com/office/drawing/2014/main" id="{F268C77E-14C9-45B9-A4F0-E46B43CBEB7B}"/>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5</a:t>
            </a:r>
          </a:p>
        </p:txBody>
      </p:sp>
      <p:sp>
        <p:nvSpPr>
          <p:cNvPr id="3" name="">
            <a:extLst xmlns:a="http://schemas.openxmlformats.org/drawingml/2006/main">
              <a:ext uri="{FF2B5EF4-FFF2-40B4-BE49-F238E27FC236}">
                <a16:creationId xmlns:a16="http://schemas.microsoft.com/office/drawing/2014/main" id="{CE97B32B-9E71-451E-B4FE-A6ACE9133A7B}"/>
              </a:ext>
            </a:extLst>
          </p:cNvPr>
          <p:cNvSpPr>
            <a:spLocks xmlns:a="http://schemas.openxmlformats.org/drawingml/2006/main" noGrp="1"/>
          </p:cNvSpPr>
          <p:nvPr/>
        </p:nvSpPr>
        <p:spPr>
          <a:xfrm xmlns:a="http://schemas.openxmlformats.org/drawingml/2006/main">
            <a:off x="666750" y="14954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a:solidFill>
                  <a:srgbClr val="175F96"/>
                </a:solidFill>
                <a:latin typeface="Arial"/>
                <a:ea typeface="Arial"/>
                <a:cs typeface="Arial"/>
              </a:defRPr>
            </a:defPPr>
            <a:lvl1pPr>
              <a:defRPr sz="2400">
                <a:solidFill>
                  <a:srgbClr val="175F96"/>
                </a:solidFill>
                <a:latin typeface="Arial"/>
                <a:ea typeface="Arial"/>
                <a:cs typeface="Arial"/>
              </a:defRPr>
            </a:lvl1pPr>
            <a:lvl2pPr>
              <a:defRPr sz="2400">
                <a:solidFill>
                  <a:srgbClr val="175F96"/>
                </a:solidFill>
                <a:latin typeface="Arial"/>
                <a:ea typeface="Arial"/>
                <a:cs typeface="Arial"/>
              </a:defRPr>
            </a:lvl2pPr>
            <a:lvl3pPr>
              <a:defRPr sz="2400">
                <a:solidFill>
                  <a:srgbClr val="175F96"/>
                </a:solidFill>
                <a:latin typeface="Arial"/>
                <a:ea typeface="Arial"/>
                <a:cs typeface="Arial"/>
              </a:defRPr>
            </a:lvl3pPr>
            <a:lvl4pPr>
              <a:defRPr sz="2400">
                <a:solidFill>
                  <a:srgbClr val="175F96"/>
                </a:solidFill>
                <a:latin typeface="Arial"/>
                <a:ea typeface="Arial"/>
                <a:cs typeface="Arial"/>
              </a:defRPr>
            </a:lvl4pPr>
            <a:lvl5pPr>
              <a:defRPr sz="2400">
                <a:solidFill>
                  <a:srgbClr val="175F96"/>
                </a:solidFill>
                <a:latin typeface="Arial"/>
                <a:ea typeface="Arial"/>
                <a:cs typeface="Arial"/>
              </a:defRPr>
            </a:lvl5pPr>
            <a:lvl6pPr>
              <a:defRPr sz="2400">
                <a:solidFill>
                  <a:srgbClr val="175F96"/>
                </a:solidFill>
                <a:latin typeface="Arial"/>
                <a:ea typeface="Arial"/>
                <a:cs typeface="Arial"/>
              </a:defRPr>
            </a:lvl6pPr>
            <a:lvl7pPr>
              <a:defRPr sz="2400">
                <a:solidFill>
                  <a:srgbClr val="175F96"/>
                </a:solidFill>
                <a:latin typeface="Arial"/>
                <a:ea typeface="Arial"/>
                <a:cs typeface="Arial"/>
              </a:defRPr>
            </a:lvl7pPr>
            <a:lvl8pPr>
              <a:defRPr sz="2400">
                <a:solidFill>
                  <a:srgbClr val="175F96"/>
                </a:solidFill>
                <a:latin typeface="Arial"/>
                <a:ea typeface="Arial"/>
                <a:cs typeface="Arial"/>
              </a:defRPr>
            </a:lvl8pPr>
            <a:lvl9pPr>
              <a:defRPr sz="2400">
                <a:solidFill>
                  <a:srgbClr val="175F96"/>
                </a:solidFill>
                <a:latin typeface="Arial"/>
                <a:ea typeface="Arial"/>
                <a:cs typeface="Arial"/>
              </a:defRPr>
            </a:lvl9pPr>
          </a:lstStyle>
          <a:p xmlns:a="http://schemas.openxmlformats.org/drawingml/2006/main">
            <a:pPr>
              <a:defRPr sz="2400">
                <a:solidFill>
                  <a:srgbClr val="175F96"/>
                </a:solidFill>
                <a:latin typeface="Arial"/>
                <a:ea typeface="Arial"/>
                <a:cs typeface="Arial"/>
              </a:defRPr>
            </a:pPr>
            <a:r>
              <a:rPr sz="2400">
                <a:solidFill>
                  <a:srgbClr val="175F96"/>
                </a:solidFill>
                <a:latin typeface="Arial"/>
                <a:ea typeface="Arial"/>
                <a:cs typeface="Arial"/>
              </a:rPr>
              <a:t>Every good check: practice ≥99% and held-out ≥95%</a:t>
            </a:r>
          </a:p>
        </p:txBody>
      </p:sp>
      <p:sp>
        <p:nvSpPr>
          <p:cNvPr id="4" name="">
            <a:extLst xmlns:a="http://schemas.openxmlformats.org/drawingml/2006/main">
              <a:ext uri="{FF2B5EF4-FFF2-40B4-BE49-F238E27FC236}">
                <a16:creationId xmlns:a16="http://schemas.microsoft.com/office/drawing/2014/main" id="{336A76C1-0887-4FD4-97C5-CF51F2EBE4CE}"/>
              </a:ext>
            </a:extLst>
          </p:cNvPr>
          <p:cNvSpPr>
            <a:spLocks xmlns:a="http://schemas.openxmlformats.org/drawingml/2006/main" noGrp="1"/>
          </p:cNvSpPr>
          <p:nvPr/>
        </p:nvSpPr>
        <p:spPr>
          <a:xfrm xmlns:a="http://schemas.openxmlformats.org/drawingml/2006/main">
            <a:off x="666750" y="2447925"/>
            <a:ext cx="361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First confirmation T</a:t>
            </a:r>
          </a:p>
        </p:txBody>
      </p:sp>
      <p:sp>
        <p:nvSpPr>
          <p:cNvPr id="5" name="">
            <a:extLst xmlns:a="http://schemas.openxmlformats.org/drawingml/2006/main">
              <a:ext uri="{FF2B5EF4-FFF2-40B4-BE49-F238E27FC236}">
                <a16:creationId xmlns:a16="http://schemas.microsoft.com/office/drawing/2014/main" id="{4B9BE822-4841-450A-BE84-283DAB99DF6D}"/>
              </a:ext>
            </a:extLst>
          </p:cNvPr>
          <p:cNvSpPr>
            <a:spLocks xmlns:a="http://schemas.openxmlformats.org/drawingml/2006/main" noGrp="1"/>
          </p:cNvSpPr>
          <p:nvPr/>
        </p:nvSpPr>
        <p:spPr>
          <a:xfrm xmlns:a="http://schemas.openxmlformats.org/drawingml/2006/main">
            <a:off x="4552950" y="25717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0532AA1-D516-4A7A-88D4-B95FC6D1079A}"/>
              </a:ext>
            </a:extLst>
          </p:cNvPr>
          <p:cNvSpPr>
            <a:spLocks xmlns:a="http://schemas.openxmlformats.org/drawingml/2006/main" noGrp="1"/>
          </p:cNvSpPr>
          <p:nvPr/>
        </p:nvSpPr>
        <p:spPr>
          <a:xfrm xmlns:a="http://schemas.openxmlformats.org/drawingml/2006/main">
            <a:off x="4686300" y="2638425"/>
            <a:ext cx="152400" cy="953"/>
          </a:xfrm>
          <a:custGeom xmlns:a="http://schemas.openxmlformats.org/drawingml/2006/main">
            <a:pathLst>
              <a:path w="152400" h="953">
                <a:moveTo>
                  <a:pt x="0" y="0"/>
                </a:moveTo>
                <a:lnTo>
                  <a:pt x="152400" y="0"/>
                </a:lnTo>
              </a:path>
            </a:pathLst>
          </a:custGeom>
          <a:noFill xmlns:a="http://schemas.openxmlformats.org/drawingml/2006/main"/>
          <a:ln xmlns:a="http://schemas.openxmlformats.org/drawingml/2006/main" w="28575">
            <a:solidFill>
              <a:srgbClr val="175F96"/>
            </a:solidFill>
          </a:ln>
        </p:spPr>
      </p:sp>
      <p:sp>
        <p:nvSpPr>
          <p:cNvPr id="7" name="">
            <a:extLst xmlns:a="http://schemas.openxmlformats.org/drawingml/2006/main">
              <a:ext uri="{FF2B5EF4-FFF2-40B4-BE49-F238E27FC236}">
                <a16:creationId xmlns:a16="http://schemas.microsoft.com/office/drawing/2014/main" id="{025466D9-DD8A-4A03-A906-049B05BAAB41}"/>
              </a:ext>
            </a:extLst>
          </p:cNvPr>
          <p:cNvSpPr>
            <a:spLocks xmlns:a="http://schemas.openxmlformats.org/drawingml/2006/main" noGrp="1"/>
          </p:cNvSpPr>
          <p:nvPr/>
        </p:nvSpPr>
        <p:spPr>
          <a:xfrm xmlns:a="http://schemas.openxmlformats.org/drawingml/2006/main">
            <a:off x="4381500" y="2895600"/>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800">
                <a:solidFill>
                  <a:srgbClr val="172B3A"/>
                </a:solidFill>
                <a:latin typeface="Arial"/>
                <a:ea typeface="Arial"/>
                <a:cs typeface="Arial"/>
              </a:defRPr>
            </a:defPPr>
            <a:lvl1pPr algn="ctr">
              <a:defRPr sz="1800">
                <a:solidFill>
                  <a:srgbClr val="172B3A"/>
                </a:solidFill>
                <a:latin typeface="Arial"/>
                <a:ea typeface="Arial"/>
                <a:cs typeface="Arial"/>
              </a:defRPr>
            </a:lvl1pPr>
            <a:lvl2pPr algn="ctr">
              <a:defRPr sz="1800">
                <a:solidFill>
                  <a:srgbClr val="172B3A"/>
                </a:solidFill>
                <a:latin typeface="Arial"/>
                <a:ea typeface="Arial"/>
                <a:cs typeface="Arial"/>
              </a:defRPr>
            </a:lvl2pPr>
            <a:lvl3pPr algn="ctr">
              <a:defRPr sz="1800">
                <a:solidFill>
                  <a:srgbClr val="172B3A"/>
                </a:solidFill>
                <a:latin typeface="Arial"/>
                <a:ea typeface="Arial"/>
                <a:cs typeface="Arial"/>
              </a:defRPr>
            </a:lvl3pPr>
            <a:lvl4pPr algn="ctr">
              <a:defRPr sz="1800">
                <a:solidFill>
                  <a:srgbClr val="172B3A"/>
                </a:solidFill>
                <a:latin typeface="Arial"/>
                <a:ea typeface="Arial"/>
                <a:cs typeface="Arial"/>
              </a:defRPr>
            </a:lvl4pPr>
            <a:lvl5pPr algn="ctr">
              <a:defRPr sz="1800">
                <a:solidFill>
                  <a:srgbClr val="172B3A"/>
                </a:solidFill>
                <a:latin typeface="Arial"/>
                <a:ea typeface="Arial"/>
                <a:cs typeface="Arial"/>
              </a:defRPr>
            </a:lvl5pPr>
            <a:lvl6pPr algn="ctr">
              <a:defRPr sz="1800">
                <a:solidFill>
                  <a:srgbClr val="172B3A"/>
                </a:solidFill>
                <a:latin typeface="Arial"/>
                <a:ea typeface="Arial"/>
                <a:cs typeface="Arial"/>
              </a:defRPr>
            </a:lvl6pPr>
            <a:lvl7pPr algn="ctr">
              <a:defRPr sz="1800">
                <a:solidFill>
                  <a:srgbClr val="172B3A"/>
                </a:solidFill>
                <a:latin typeface="Arial"/>
                <a:ea typeface="Arial"/>
                <a:cs typeface="Arial"/>
              </a:defRPr>
            </a:lvl7pPr>
            <a:lvl8pPr algn="ctr">
              <a:defRPr sz="1800">
                <a:solidFill>
                  <a:srgbClr val="172B3A"/>
                </a:solidFill>
                <a:latin typeface="Arial"/>
                <a:ea typeface="Arial"/>
                <a:cs typeface="Arial"/>
              </a:defRPr>
            </a:lvl8pPr>
            <a:lvl9pPr algn="ctr">
              <a:defRPr sz="1800">
                <a:solidFill>
                  <a:srgbClr val="172B3A"/>
                </a:solidFill>
                <a:latin typeface="Arial"/>
                <a:ea typeface="Arial"/>
                <a:cs typeface="Arial"/>
              </a:defRPr>
            </a:lvl9pPr>
          </a:lstStyle>
          <a:p xmlns:a="http://schemas.openxmlformats.org/drawingml/2006/main">
            <a:pPr algn="ctr">
              <a:defRPr sz="1800">
                <a:solidFill>
                  <a:srgbClr val="172B3A"/>
                </a:solidFill>
                <a:latin typeface="Arial"/>
                <a:ea typeface="Arial"/>
                <a:cs typeface="Arial"/>
              </a:defRPr>
            </a:pPr>
            <a:r>
              <a:rPr sz="1800">
                <a:solidFill>
                  <a:srgbClr val="172B3A"/>
                </a:solidFill>
                <a:latin typeface="Arial"/>
                <a:ea typeface="Arial"/>
                <a:cs typeface="Arial"/>
              </a:rPr>
              <a:t>0</a:t>
            </a:r>
          </a:p>
        </p:txBody>
      </p:sp>
      <p:sp>
        <p:nvSpPr>
          <p:cNvPr id="8" name="">
            <a:extLst xmlns:a="http://schemas.openxmlformats.org/drawingml/2006/main">
              <a:ext uri="{FF2B5EF4-FFF2-40B4-BE49-F238E27FC236}">
                <a16:creationId xmlns:a16="http://schemas.microsoft.com/office/drawing/2014/main" id="{4C51F5ED-CF1E-4D1C-A2A6-B4B2D4604F4B}"/>
              </a:ext>
            </a:extLst>
          </p:cNvPr>
          <p:cNvSpPr>
            <a:spLocks xmlns:a="http://schemas.openxmlformats.org/drawingml/2006/main" noGrp="1"/>
          </p:cNvSpPr>
          <p:nvPr/>
        </p:nvSpPr>
        <p:spPr>
          <a:xfrm xmlns:a="http://schemas.openxmlformats.org/drawingml/2006/main">
            <a:off x="4838700" y="25717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935C587-9217-46D7-8C4B-C649E6CE4FDC}"/>
              </a:ext>
            </a:extLst>
          </p:cNvPr>
          <p:cNvSpPr>
            <a:spLocks xmlns:a="http://schemas.openxmlformats.org/drawingml/2006/main" noGrp="1"/>
          </p:cNvSpPr>
          <p:nvPr/>
        </p:nvSpPr>
        <p:spPr>
          <a:xfrm xmlns:a="http://schemas.openxmlformats.org/drawingml/2006/main">
            <a:off x="4972050" y="2638425"/>
            <a:ext cx="152400" cy="953"/>
          </a:xfrm>
          <a:custGeom xmlns:a="http://schemas.openxmlformats.org/drawingml/2006/main">
            <a:pathLst>
              <a:path w="152400" h="953">
                <a:moveTo>
                  <a:pt x="0" y="0"/>
                </a:moveTo>
                <a:lnTo>
                  <a:pt x="152400" y="0"/>
                </a:lnTo>
              </a:path>
            </a:pathLst>
          </a:custGeom>
          <a:noFill xmlns:a="http://schemas.openxmlformats.org/drawingml/2006/main"/>
          <a:ln xmlns:a="http://schemas.openxmlformats.org/drawingml/2006/main" w="28575">
            <a:solidFill>
              <a:srgbClr val="175F96"/>
            </a:solidFill>
          </a:ln>
        </p:spPr>
      </p:sp>
      <p:sp>
        <p:nvSpPr>
          <p:cNvPr id="10" name="">
            <a:extLst xmlns:a="http://schemas.openxmlformats.org/drawingml/2006/main">
              <a:ext uri="{FF2B5EF4-FFF2-40B4-BE49-F238E27FC236}">
                <a16:creationId xmlns:a16="http://schemas.microsoft.com/office/drawing/2014/main" id="{ABB72AE1-8B3E-424C-9D91-B1D39DE963E1}"/>
              </a:ext>
            </a:extLst>
          </p:cNvPr>
          <p:cNvSpPr>
            <a:spLocks xmlns:a="http://schemas.openxmlformats.org/drawingml/2006/main" noGrp="1"/>
          </p:cNvSpPr>
          <p:nvPr/>
        </p:nvSpPr>
        <p:spPr>
          <a:xfrm xmlns:a="http://schemas.openxmlformats.org/drawingml/2006/main">
            <a:off x="5124450" y="25717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35D33F-097E-4A44-B3CB-A9B71E73A7F3}"/>
              </a:ext>
            </a:extLst>
          </p:cNvPr>
          <p:cNvSpPr>
            <a:spLocks xmlns:a="http://schemas.openxmlformats.org/drawingml/2006/main" noGrp="1"/>
          </p:cNvSpPr>
          <p:nvPr/>
        </p:nvSpPr>
        <p:spPr>
          <a:xfrm xmlns:a="http://schemas.openxmlformats.org/drawingml/2006/main">
            <a:off x="4953000" y="2895600"/>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800">
                <a:solidFill>
                  <a:srgbClr val="172B3A"/>
                </a:solidFill>
                <a:latin typeface="Arial"/>
                <a:ea typeface="Arial"/>
                <a:cs typeface="Arial"/>
              </a:defRPr>
            </a:defPPr>
            <a:lvl1pPr algn="ctr">
              <a:defRPr sz="1800">
                <a:solidFill>
                  <a:srgbClr val="172B3A"/>
                </a:solidFill>
                <a:latin typeface="Arial"/>
                <a:ea typeface="Arial"/>
                <a:cs typeface="Arial"/>
              </a:defRPr>
            </a:lvl1pPr>
            <a:lvl2pPr algn="ctr">
              <a:defRPr sz="1800">
                <a:solidFill>
                  <a:srgbClr val="172B3A"/>
                </a:solidFill>
                <a:latin typeface="Arial"/>
                <a:ea typeface="Arial"/>
                <a:cs typeface="Arial"/>
              </a:defRPr>
            </a:lvl2pPr>
            <a:lvl3pPr algn="ctr">
              <a:defRPr sz="1800">
                <a:solidFill>
                  <a:srgbClr val="172B3A"/>
                </a:solidFill>
                <a:latin typeface="Arial"/>
                <a:ea typeface="Arial"/>
                <a:cs typeface="Arial"/>
              </a:defRPr>
            </a:lvl3pPr>
            <a:lvl4pPr algn="ctr">
              <a:defRPr sz="1800">
                <a:solidFill>
                  <a:srgbClr val="172B3A"/>
                </a:solidFill>
                <a:latin typeface="Arial"/>
                <a:ea typeface="Arial"/>
                <a:cs typeface="Arial"/>
              </a:defRPr>
            </a:lvl4pPr>
            <a:lvl5pPr algn="ctr">
              <a:defRPr sz="1800">
                <a:solidFill>
                  <a:srgbClr val="172B3A"/>
                </a:solidFill>
                <a:latin typeface="Arial"/>
                <a:ea typeface="Arial"/>
                <a:cs typeface="Arial"/>
              </a:defRPr>
            </a:lvl5pPr>
            <a:lvl6pPr algn="ctr">
              <a:defRPr sz="1800">
                <a:solidFill>
                  <a:srgbClr val="172B3A"/>
                </a:solidFill>
                <a:latin typeface="Arial"/>
                <a:ea typeface="Arial"/>
                <a:cs typeface="Arial"/>
              </a:defRPr>
            </a:lvl6pPr>
            <a:lvl7pPr algn="ctr">
              <a:defRPr sz="1800">
                <a:solidFill>
                  <a:srgbClr val="172B3A"/>
                </a:solidFill>
                <a:latin typeface="Arial"/>
                <a:ea typeface="Arial"/>
                <a:cs typeface="Arial"/>
              </a:defRPr>
            </a:lvl7pPr>
            <a:lvl8pPr algn="ctr">
              <a:defRPr sz="1800">
                <a:solidFill>
                  <a:srgbClr val="172B3A"/>
                </a:solidFill>
                <a:latin typeface="Arial"/>
                <a:ea typeface="Arial"/>
                <a:cs typeface="Arial"/>
              </a:defRPr>
            </a:lvl8pPr>
            <a:lvl9pPr algn="ctr">
              <a:defRPr sz="1800">
                <a:solidFill>
                  <a:srgbClr val="172B3A"/>
                </a:solidFill>
                <a:latin typeface="Arial"/>
                <a:ea typeface="Arial"/>
                <a:cs typeface="Arial"/>
              </a:defRPr>
            </a:lvl9pPr>
          </a:lstStyle>
          <a:p xmlns:a="http://schemas.openxmlformats.org/drawingml/2006/main">
            <a:pPr algn="ctr">
              <a:defRPr sz="1800">
                <a:solidFill>
                  <a:srgbClr val="172B3A"/>
                </a:solidFill>
                <a:latin typeface="Arial"/>
                <a:ea typeface="Arial"/>
                <a:cs typeface="Arial"/>
              </a:defRPr>
            </a:pPr>
            <a:r>
              <a:rPr sz="1800">
                <a:solidFill>
                  <a:srgbClr val="172B3A"/>
                </a:solidFill>
                <a:latin typeface="Arial"/>
                <a:ea typeface="Arial"/>
                <a:cs typeface="Arial"/>
              </a:rPr>
              <a:t>50</a:t>
            </a:r>
          </a:p>
        </p:txBody>
      </p:sp>
      <p:sp>
        <p:nvSpPr>
          <p:cNvPr id="12" name="">
            <a:extLst xmlns:a="http://schemas.openxmlformats.org/drawingml/2006/main">
              <a:ext uri="{FF2B5EF4-FFF2-40B4-BE49-F238E27FC236}">
                <a16:creationId xmlns:a16="http://schemas.microsoft.com/office/drawing/2014/main" id="{B1CC5607-9B45-4B4D-AA51-8D641EAC04B4}"/>
              </a:ext>
            </a:extLst>
          </p:cNvPr>
          <p:cNvSpPr>
            <a:spLocks xmlns:a="http://schemas.openxmlformats.org/drawingml/2006/main" noGrp="1"/>
          </p:cNvSpPr>
          <p:nvPr/>
        </p:nvSpPr>
        <p:spPr>
          <a:xfrm xmlns:a="http://schemas.openxmlformats.org/drawingml/2006/main">
            <a:off x="8096250" y="247650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72B3A"/>
                </a:solidFill>
                <a:latin typeface="Arial"/>
                <a:ea typeface="Arial"/>
                <a:cs typeface="Arial"/>
              </a:defRPr>
            </a:defPPr>
            <a:lvl1pPr>
              <a:defRPr sz="2400" b="1">
                <a:solidFill>
                  <a:srgbClr val="172B3A"/>
                </a:solidFill>
                <a:latin typeface="Arial"/>
                <a:ea typeface="Arial"/>
                <a:cs typeface="Arial"/>
              </a:defRPr>
            </a:lvl1pPr>
            <a:lvl2pPr>
              <a:defRPr sz="2400" b="1">
                <a:solidFill>
                  <a:srgbClr val="172B3A"/>
                </a:solidFill>
                <a:latin typeface="Arial"/>
                <a:ea typeface="Arial"/>
                <a:cs typeface="Arial"/>
              </a:defRPr>
            </a:lvl2pPr>
            <a:lvl3pPr>
              <a:defRPr sz="2400" b="1">
                <a:solidFill>
                  <a:srgbClr val="172B3A"/>
                </a:solidFill>
                <a:latin typeface="Arial"/>
                <a:ea typeface="Arial"/>
                <a:cs typeface="Arial"/>
              </a:defRPr>
            </a:lvl3pPr>
            <a:lvl4pPr>
              <a:defRPr sz="2400" b="1">
                <a:solidFill>
                  <a:srgbClr val="172B3A"/>
                </a:solidFill>
                <a:latin typeface="Arial"/>
                <a:ea typeface="Arial"/>
                <a:cs typeface="Arial"/>
              </a:defRPr>
            </a:lvl4pPr>
            <a:lvl5pPr>
              <a:defRPr sz="2400" b="1">
                <a:solidFill>
                  <a:srgbClr val="172B3A"/>
                </a:solidFill>
                <a:latin typeface="Arial"/>
                <a:ea typeface="Arial"/>
                <a:cs typeface="Arial"/>
              </a:defRPr>
            </a:lvl5pPr>
            <a:lvl6pPr>
              <a:defRPr sz="2400" b="1">
                <a:solidFill>
                  <a:srgbClr val="172B3A"/>
                </a:solidFill>
                <a:latin typeface="Arial"/>
                <a:ea typeface="Arial"/>
                <a:cs typeface="Arial"/>
              </a:defRPr>
            </a:lvl6pPr>
            <a:lvl7pPr>
              <a:defRPr sz="2400" b="1">
                <a:solidFill>
                  <a:srgbClr val="172B3A"/>
                </a:solidFill>
                <a:latin typeface="Arial"/>
                <a:ea typeface="Arial"/>
                <a:cs typeface="Arial"/>
              </a:defRPr>
            </a:lvl7pPr>
            <a:lvl8pPr>
              <a:defRPr sz="2400" b="1">
                <a:solidFill>
                  <a:srgbClr val="172B3A"/>
                </a:solidFill>
                <a:latin typeface="Arial"/>
                <a:ea typeface="Arial"/>
                <a:cs typeface="Arial"/>
              </a:defRPr>
            </a:lvl8pPr>
            <a:lvl9pPr>
              <a:defRPr sz="2400" b="1">
                <a:solidFill>
                  <a:srgbClr val="172B3A"/>
                </a:solidFill>
                <a:latin typeface="Arial"/>
                <a:ea typeface="Arial"/>
                <a:cs typeface="Arial"/>
              </a:defRPr>
            </a:lvl9pPr>
          </a:lstStyle>
          <a:p xmlns:a="http://schemas.openxmlformats.org/drawingml/2006/main">
            <a:pPr>
              <a:defRPr sz="2400" b="1">
                <a:solidFill>
                  <a:srgbClr val="172B3A"/>
                </a:solidFill>
                <a:latin typeface="Arial"/>
                <a:ea typeface="Arial"/>
                <a:cs typeface="Arial"/>
              </a:defRPr>
            </a:pPr>
            <a:r>
              <a:rPr sz="2400" b="1">
                <a:solidFill>
                  <a:srgbClr val="172B3A"/>
                </a:solidFill>
                <a:latin typeface="Arial"/>
                <a:ea typeface="Arial"/>
                <a:cs typeface="Arial"/>
              </a:rPr>
              <a:t>3 checks</a:t>
            </a:r>
          </a:p>
        </p:txBody>
      </p:sp>
      <p:sp>
        <p:nvSpPr>
          <p:cNvPr id="13" name="">
            <a:extLst xmlns:a="http://schemas.openxmlformats.org/drawingml/2006/main">
              <a:ext uri="{FF2B5EF4-FFF2-40B4-BE49-F238E27FC236}">
                <a16:creationId xmlns:a16="http://schemas.microsoft.com/office/drawing/2014/main" id="{A01680F7-19CC-436B-86EE-179D49B3F6E9}"/>
              </a:ext>
            </a:extLst>
          </p:cNvPr>
          <p:cNvSpPr>
            <a:spLocks xmlns:a="http://schemas.openxmlformats.org/drawingml/2006/main" noGrp="1"/>
          </p:cNvSpPr>
          <p:nvPr/>
        </p:nvSpPr>
        <p:spPr>
          <a:xfrm xmlns:a="http://schemas.openxmlformats.org/drawingml/2006/main">
            <a:off x="666750" y="40195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500-update window</a:t>
            </a:r>
          </a:p>
        </p:txBody>
      </p:sp>
      <p:sp>
        <p:nvSpPr>
          <p:cNvPr id="14" name="">
            <a:extLst xmlns:a="http://schemas.openxmlformats.org/drawingml/2006/main">
              <a:ext uri="{FF2B5EF4-FFF2-40B4-BE49-F238E27FC236}">
                <a16:creationId xmlns:a16="http://schemas.microsoft.com/office/drawing/2014/main" id="{72EF30E1-01D1-4918-919F-301A57AB3D1B}"/>
              </a:ext>
            </a:extLst>
          </p:cNvPr>
          <p:cNvSpPr>
            <a:spLocks xmlns:a="http://schemas.openxmlformats.org/drawingml/2006/main" noGrp="1"/>
          </p:cNvSpPr>
          <p:nvPr/>
        </p:nvSpPr>
        <p:spPr>
          <a:xfrm xmlns:a="http://schemas.openxmlformats.org/drawingml/2006/main">
            <a:off x="4572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E4EF751-FCBD-4B6D-9FD2-2ABDFE2B71AB}"/>
              </a:ext>
            </a:extLst>
          </p:cNvPr>
          <p:cNvSpPr>
            <a:spLocks xmlns:a="http://schemas.openxmlformats.org/drawingml/2006/main" noGrp="1"/>
          </p:cNvSpPr>
          <p:nvPr/>
        </p:nvSpPr>
        <p:spPr>
          <a:xfrm xmlns:a="http://schemas.openxmlformats.org/drawingml/2006/main">
            <a:off x="4667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16" name="">
            <a:extLst xmlns:a="http://schemas.openxmlformats.org/drawingml/2006/main">
              <a:ext uri="{FF2B5EF4-FFF2-40B4-BE49-F238E27FC236}">
                <a16:creationId xmlns:a16="http://schemas.microsoft.com/office/drawing/2014/main" id="{6497E8B3-A588-437B-873C-01144AA4DCDD}"/>
              </a:ext>
            </a:extLst>
          </p:cNvPr>
          <p:cNvSpPr>
            <a:spLocks xmlns:a="http://schemas.openxmlformats.org/drawingml/2006/main" noGrp="1"/>
          </p:cNvSpPr>
          <p:nvPr/>
        </p:nvSpPr>
        <p:spPr>
          <a:xfrm xmlns:a="http://schemas.openxmlformats.org/drawingml/2006/main">
            <a:off x="4857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6E8DE12-D4B6-4E46-BA6F-62BD8A6CF115}"/>
              </a:ext>
            </a:extLst>
          </p:cNvPr>
          <p:cNvSpPr>
            <a:spLocks xmlns:a="http://schemas.openxmlformats.org/drawingml/2006/main" noGrp="1"/>
          </p:cNvSpPr>
          <p:nvPr/>
        </p:nvSpPr>
        <p:spPr>
          <a:xfrm xmlns:a="http://schemas.openxmlformats.org/drawingml/2006/main">
            <a:off x="4953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18" name="">
            <a:extLst xmlns:a="http://schemas.openxmlformats.org/drawingml/2006/main">
              <a:ext uri="{FF2B5EF4-FFF2-40B4-BE49-F238E27FC236}">
                <a16:creationId xmlns:a16="http://schemas.microsoft.com/office/drawing/2014/main" id="{430EA36F-71B1-49F6-85D5-648CCF71D984}"/>
              </a:ext>
            </a:extLst>
          </p:cNvPr>
          <p:cNvSpPr>
            <a:spLocks xmlns:a="http://schemas.openxmlformats.org/drawingml/2006/main" noGrp="1"/>
          </p:cNvSpPr>
          <p:nvPr/>
        </p:nvSpPr>
        <p:spPr>
          <a:xfrm xmlns:a="http://schemas.openxmlformats.org/drawingml/2006/main">
            <a:off x="5143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CC6B01C-2679-4E13-8109-89A2904199C7}"/>
              </a:ext>
            </a:extLst>
          </p:cNvPr>
          <p:cNvSpPr>
            <a:spLocks xmlns:a="http://schemas.openxmlformats.org/drawingml/2006/main" noGrp="1"/>
          </p:cNvSpPr>
          <p:nvPr/>
        </p:nvSpPr>
        <p:spPr>
          <a:xfrm xmlns:a="http://schemas.openxmlformats.org/drawingml/2006/main">
            <a:off x="5238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0" name="">
            <a:extLst xmlns:a="http://schemas.openxmlformats.org/drawingml/2006/main">
              <a:ext uri="{FF2B5EF4-FFF2-40B4-BE49-F238E27FC236}">
                <a16:creationId xmlns:a16="http://schemas.microsoft.com/office/drawing/2014/main" id="{A7EF4E06-7B8B-49F3-8F8C-3FD4C1492DB4}"/>
              </a:ext>
            </a:extLst>
          </p:cNvPr>
          <p:cNvSpPr>
            <a:spLocks xmlns:a="http://schemas.openxmlformats.org/drawingml/2006/main" noGrp="1"/>
          </p:cNvSpPr>
          <p:nvPr/>
        </p:nvSpPr>
        <p:spPr>
          <a:xfrm xmlns:a="http://schemas.openxmlformats.org/drawingml/2006/main">
            <a:off x="5429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06352A2-8DCC-418B-BC4D-19273699DB2B}"/>
              </a:ext>
            </a:extLst>
          </p:cNvPr>
          <p:cNvSpPr>
            <a:spLocks xmlns:a="http://schemas.openxmlformats.org/drawingml/2006/main" noGrp="1"/>
          </p:cNvSpPr>
          <p:nvPr/>
        </p:nvSpPr>
        <p:spPr>
          <a:xfrm xmlns:a="http://schemas.openxmlformats.org/drawingml/2006/main">
            <a:off x="5524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2" name="">
            <a:extLst xmlns:a="http://schemas.openxmlformats.org/drawingml/2006/main">
              <a:ext uri="{FF2B5EF4-FFF2-40B4-BE49-F238E27FC236}">
                <a16:creationId xmlns:a16="http://schemas.microsoft.com/office/drawing/2014/main" id="{DB02A701-7914-449A-B48E-F946C949EDE0}"/>
              </a:ext>
            </a:extLst>
          </p:cNvPr>
          <p:cNvSpPr>
            <a:spLocks xmlns:a="http://schemas.openxmlformats.org/drawingml/2006/main" noGrp="1"/>
          </p:cNvSpPr>
          <p:nvPr/>
        </p:nvSpPr>
        <p:spPr>
          <a:xfrm xmlns:a="http://schemas.openxmlformats.org/drawingml/2006/main">
            <a:off x="5715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30BB566-D056-4D42-A834-170C1263AD63}"/>
              </a:ext>
            </a:extLst>
          </p:cNvPr>
          <p:cNvSpPr>
            <a:spLocks xmlns:a="http://schemas.openxmlformats.org/drawingml/2006/main" noGrp="1"/>
          </p:cNvSpPr>
          <p:nvPr/>
        </p:nvSpPr>
        <p:spPr>
          <a:xfrm xmlns:a="http://schemas.openxmlformats.org/drawingml/2006/main">
            <a:off x="5810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4" name="">
            <a:extLst xmlns:a="http://schemas.openxmlformats.org/drawingml/2006/main">
              <a:ext uri="{FF2B5EF4-FFF2-40B4-BE49-F238E27FC236}">
                <a16:creationId xmlns:a16="http://schemas.microsoft.com/office/drawing/2014/main" id="{EA9DA135-65CD-44B8-8291-6C098F73778E}"/>
              </a:ext>
            </a:extLst>
          </p:cNvPr>
          <p:cNvSpPr>
            <a:spLocks xmlns:a="http://schemas.openxmlformats.org/drawingml/2006/main" noGrp="1"/>
          </p:cNvSpPr>
          <p:nvPr/>
        </p:nvSpPr>
        <p:spPr>
          <a:xfrm xmlns:a="http://schemas.openxmlformats.org/drawingml/2006/main">
            <a:off x="6000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6A53A40-99DD-42F6-A126-029FCE9B5632}"/>
              </a:ext>
            </a:extLst>
          </p:cNvPr>
          <p:cNvSpPr>
            <a:spLocks xmlns:a="http://schemas.openxmlformats.org/drawingml/2006/main" noGrp="1"/>
          </p:cNvSpPr>
          <p:nvPr/>
        </p:nvSpPr>
        <p:spPr>
          <a:xfrm xmlns:a="http://schemas.openxmlformats.org/drawingml/2006/main">
            <a:off x="6096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6" name="">
            <a:extLst xmlns:a="http://schemas.openxmlformats.org/drawingml/2006/main">
              <a:ext uri="{FF2B5EF4-FFF2-40B4-BE49-F238E27FC236}">
                <a16:creationId xmlns:a16="http://schemas.microsoft.com/office/drawing/2014/main" id="{2961A144-8555-4FF3-9101-F82E0A8456CE}"/>
              </a:ext>
            </a:extLst>
          </p:cNvPr>
          <p:cNvSpPr>
            <a:spLocks xmlns:a="http://schemas.openxmlformats.org/drawingml/2006/main" noGrp="1"/>
          </p:cNvSpPr>
          <p:nvPr/>
        </p:nvSpPr>
        <p:spPr>
          <a:xfrm xmlns:a="http://schemas.openxmlformats.org/drawingml/2006/main">
            <a:off x="6286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C3FBD809-32DC-4FF0-910F-9D718054B462}"/>
              </a:ext>
            </a:extLst>
          </p:cNvPr>
          <p:cNvSpPr>
            <a:spLocks xmlns:a="http://schemas.openxmlformats.org/drawingml/2006/main" noGrp="1"/>
          </p:cNvSpPr>
          <p:nvPr/>
        </p:nvSpPr>
        <p:spPr>
          <a:xfrm xmlns:a="http://schemas.openxmlformats.org/drawingml/2006/main">
            <a:off x="6381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28" name="">
            <a:extLst xmlns:a="http://schemas.openxmlformats.org/drawingml/2006/main">
              <a:ext uri="{FF2B5EF4-FFF2-40B4-BE49-F238E27FC236}">
                <a16:creationId xmlns:a16="http://schemas.microsoft.com/office/drawing/2014/main" id="{0B88F034-8A5A-4C5F-B957-3BD5A4DC55E7}"/>
              </a:ext>
            </a:extLst>
          </p:cNvPr>
          <p:cNvSpPr>
            <a:spLocks xmlns:a="http://schemas.openxmlformats.org/drawingml/2006/main" noGrp="1"/>
          </p:cNvSpPr>
          <p:nvPr/>
        </p:nvSpPr>
        <p:spPr>
          <a:xfrm xmlns:a="http://schemas.openxmlformats.org/drawingml/2006/main">
            <a:off x="6572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528992A-A04E-4FB0-A4A2-AABAEB6E4573}"/>
              </a:ext>
            </a:extLst>
          </p:cNvPr>
          <p:cNvSpPr>
            <a:spLocks xmlns:a="http://schemas.openxmlformats.org/drawingml/2006/main" noGrp="1"/>
          </p:cNvSpPr>
          <p:nvPr/>
        </p:nvSpPr>
        <p:spPr>
          <a:xfrm xmlns:a="http://schemas.openxmlformats.org/drawingml/2006/main">
            <a:off x="6667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0" name="">
            <a:extLst xmlns:a="http://schemas.openxmlformats.org/drawingml/2006/main">
              <a:ext uri="{FF2B5EF4-FFF2-40B4-BE49-F238E27FC236}">
                <a16:creationId xmlns:a16="http://schemas.microsoft.com/office/drawing/2014/main" id="{832CD2C8-9095-4207-992A-D91786C457E5}"/>
              </a:ext>
            </a:extLst>
          </p:cNvPr>
          <p:cNvSpPr>
            <a:spLocks xmlns:a="http://schemas.openxmlformats.org/drawingml/2006/main" noGrp="1"/>
          </p:cNvSpPr>
          <p:nvPr/>
        </p:nvSpPr>
        <p:spPr>
          <a:xfrm xmlns:a="http://schemas.openxmlformats.org/drawingml/2006/main">
            <a:off x="6858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8C12D87F-1979-4EC2-BC60-C42BF4E56DED}"/>
              </a:ext>
            </a:extLst>
          </p:cNvPr>
          <p:cNvSpPr>
            <a:spLocks xmlns:a="http://schemas.openxmlformats.org/drawingml/2006/main" noGrp="1"/>
          </p:cNvSpPr>
          <p:nvPr/>
        </p:nvSpPr>
        <p:spPr>
          <a:xfrm xmlns:a="http://schemas.openxmlformats.org/drawingml/2006/main">
            <a:off x="6953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2" name="">
            <a:extLst xmlns:a="http://schemas.openxmlformats.org/drawingml/2006/main">
              <a:ext uri="{FF2B5EF4-FFF2-40B4-BE49-F238E27FC236}">
                <a16:creationId xmlns:a16="http://schemas.microsoft.com/office/drawing/2014/main" id="{81B82EE5-76A9-495D-A966-B2958B929FC8}"/>
              </a:ext>
            </a:extLst>
          </p:cNvPr>
          <p:cNvSpPr>
            <a:spLocks xmlns:a="http://schemas.openxmlformats.org/drawingml/2006/main" noGrp="1"/>
          </p:cNvSpPr>
          <p:nvPr/>
        </p:nvSpPr>
        <p:spPr>
          <a:xfrm xmlns:a="http://schemas.openxmlformats.org/drawingml/2006/main">
            <a:off x="7143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7C4AB3E4-3EFF-433A-B334-89E1EE7AD36E}"/>
              </a:ext>
            </a:extLst>
          </p:cNvPr>
          <p:cNvSpPr>
            <a:spLocks xmlns:a="http://schemas.openxmlformats.org/drawingml/2006/main" noGrp="1"/>
          </p:cNvSpPr>
          <p:nvPr/>
        </p:nvSpPr>
        <p:spPr>
          <a:xfrm xmlns:a="http://schemas.openxmlformats.org/drawingml/2006/main">
            <a:off x="7239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4" name="">
            <a:extLst xmlns:a="http://schemas.openxmlformats.org/drawingml/2006/main">
              <a:ext uri="{FF2B5EF4-FFF2-40B4-BE49-F238E27FC236}">
                <a16:creationId xmlns:a16="http://schemas.microsoft.com/office/drawing/2014/main" id="{0A31CAFB-D530-4756-BF14-034031850961}"/>
              </a:ext>
            </a:extLst>
          </p:cNvPr>
          <p:cNvSpPr>
            <a:spLocks xmlns:a="http://schemas.openxmlformats.org/drawingml/2006/main" noGrp="1"/>
          </p:cNvSpPr>
          <p:nvPr/>
        </p:nvSpPr>
        <p:spPr>
          <a:xfrm xmlns:a="http://schemas.openxmlformats.org/drawingml/2006/main">
            <a:off x="7429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9E18FFD0-F657-4DA2-B8DB-DDACB9928F15}"/>
              </a:ext>
            </a:extLst>
          </p:cNvPr>
          <p:cNvSpPr>
            <a:spLocks xmlns:a="http://schemas.openxmlformats.org/drawingml/2006/main" noGrp="1"/>
          </p:cNvSpPr>
          <p:nvPr/>
        </p:nvSpPr>
        <p:spPr>
          <a:xfrm xmlns:a="http://schemas.openxmlformats.org/drawingml/2006/main">
            <a:off x="7524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6" name="">
            <a:extLst xmlns:a="http://schemas.openxmlformats.org/drawingml/2006/main">
              <a:ext uri="{FF2B5EF4-FFF2-40B4-BE49-F238E27FC236}">
                <a16:creationId xmlns:a16="http://schemas.microsoft.com/office/drawing/2014/main" id="{AF8752D8-B982-4D8A-BF34-3E81D8703A3B}"/>
              </a:ext>
            </a:extLst>
          </p:cNvPr>
          <p:cNvSpPr>
            <a:spLocks xmlns:a="http://schemas.openxmlformats.org/drawingml/2006/main" noGrp="1"/>
          </p:cNvSpPr>
          <p:nvPr/>
        </p:nvSpPr>
        <p:spPr>
          <a:xfrm xmlns:a="http://schemas.openxmlformats.org/drawingml/2006/main">
            <a:off x="7715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44357B93-4E81-40AC-BB8B-B59EC6019E04}"/>
              </a:ext>
            </a:extLst>
          </p:cNvPr>
          <p:cNvSpPr>
            <a:spLocks xmlns:a="http://schemas.openxmlformats.org/drawingml/2006/main" noGrp="1"/>
          </p:cNvSpPr>
          <p:nvPr/>
        </p:nvSpPr>
        <p:spPr>
          <a:xfrm xmlns:a="http://schemas.openxmlformats.org/drawingml/2006/main">
            <a:off x="7810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38" name="">
            <a:extLst xmlns:a="http://schemas.openxmlformats.org/drawingml/2006/main">
              <a:ext uri="{FF2B5EF4-FFF2-40B4-BE49-F238E27FC236}">
                <a16:creationId xmlns:a16="http://schemas.microsoft.com/office/drawing/2014/main" id="{AE150903-67B9-4BD8-9CAC-44C18DD0A505}"/>
              </a:ext>
            </a:extLst>
          </p:cNvPr>
          <p:cNvSpPr>
            <a:spLocks xmlns:a="http://schemas.openxmlformats.org/drawingml/2006/main" noGrp="1"/>
          </p:cNvSpPr>
          <p:nvPr/>
        </p:nvSpPr>
        <p:spPr>
          <a:xfrm xmlns:a="http://schemas.openxmlformats.org/drawingml/2006/main">
            <a:off x="8001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0E8928FC-92F2-4551-B1E7-9BAC7C88CA19}"/>
              </a:ext>
            </a:extLst>
          </p:cNvPr>
          <p:cNvSpPr>
            <a:spLocks xmlns:a="http://schemas.openxmlformats.org/drawingml/2006/main" noGrp="1"/>
          </p:cNvSpPr>
          <p:nvPr/>
        </p:nvSpPr>
        <p:spPr>
          <a:xfrm xmlns:a="http://schemas.openxmlformats.org/drawingml/2006/main">
            <a:off x="8096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0" name="">
            <a:extLst xmlns:a="http://schemas.openxmlformats.org/drawingml/2006/main">
              <a:ext uri="{FF2B5EF4-FFF2-40B4-BE49-F238E27FC236}">
                <a16:creationId xmlns:a16="http://schemas.microsoft.com/office/drawing/2014/main" id="{0BF4304E-AC01-43EA-AF4D-BE6BB65678E2}"/>
              </a:ext>
            </a:extLst>
          </p:cNvPr>
          <p:cNvSpPr>
            <a:spLocks xmlns:a="http://schemas.openxmlformats.org/drawingml/2006/main" noGrp="1"/>
          </p:cNvSpPr>
          <p:nvPr/>
        </p:nvSpPr>
        <p:spPr>
          <a:xfrm xmlns:a="http://schemas.openxmlformats.org/drawingml/2006/main">
            <a:off x="8286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4817CB5-9CB9-4F5E-BD41-BBBD78EF7884}"/>
              </a:ext>
            </a:extLst>
          </p:cNvPr>
          <p:cNvSpPr>
            <a:spLocks xmlns:a="http://schemas.openxmlformats.org/drawingml/2006/main" noGrp="1"/>
          </p:cNvSpPr>
          <p:nvPr/>
        </p:nvSpPr>
        <p:spPr>
          <a:xfrm xmlns:a="http://schemas.openxmlformats.org/drawingml/2006/main">
            <a:off x="8382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2" name="">
            <a:extLst xmlns:a="http://schemas.openxmlformats.org/drawingml/2006/main">
              <a:ext uri="{FF2B5EF4-FFF2-40B4-BE49-F238E27FC236}">
                <a16:creationId xmlns:a16="http://schemas.microsoft.com/office/drawing/2014/main" id="{ED1FC1E3-87BC-4646-8CEF-EE5EE2DC8A8E}"/>
              </a:ext>
            </a:extLst>
          </p:cNvPr>
          <p:cNvSpPr>
            <a:spLocks xmlns:a="http://schemas.openxmlformats.org/drawingml/2006/main" noGrp="1"/>
          </p:cNvSpPr>
          <p:nvPr/>
        </p:nvSpPr>
        <p:spPr>
          <a:xfrm xmlns:a="http://schemas.openxmlformats.org/drawingml/2006/main">
            <a:off x="8572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4096BDF6-3E21-41A9-9A47-5CE2A8768CF7}"/>
              </a:ext>
            </a:extLst>
          </p:cNvPr>
          <p:cNvSpPr>
            <a:spLocks xmlns:a="http://schemas.openxmlformats.org/drawingml/2006/main" noGrp="1"/>
          </p:cNvSpPr>
          <p:nvPr/>
        </p:nvSpPr>
        <p:spPr>
          <a:xfrm xmlns:a="http://schemas.openxmlformats.org/drawingml/2006/main">
            <a:off x="8667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4" name="">
            <a:extLst xmlns:a="http://schemas.openxmlformats.org/drawingml/2006/main">
              <a:ext uri="{FF2B5EF4-FFF2-40B4-BE49-F238E27FC236}">
                <a16:creationId xmlns:a16="http://schemas.microsoft.com/office/drawing/2014/main" id="{8675F771-01CD-4895-8CFC-C8D3246A6952}"/>
              </a:ext>
            </a:extLst>
          </p:cNvPr>
          <p:cNvSpPr>
            <a:spLocks xmlns:a="http://schemas.openxmlformats.org/drawingml/2006/main" noGrp="1"/>
          </p:cNvSpPr>
          <p:nvPr/>
        </p:nvSpPr>
        <p:spPr>
          <a:xfrm xmlns:a="http://schemas.openxmlformats.org/drawingml/2006/main">
            <a:off x="8858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9DE001AA-A949-449F-95A0-2F5CF41CEDF5}"/>
              </a:ext>
            </a:extLst>
          </p:cNvPr>
          <p:cNvSpPr>
            <a:spLocks xmlns:a="http://schemas.openxmlformats.org/drawingml/2006/main" noGrp="1"/>
          </p:cNvSpPr>
          <p:nvPr/>
        </p:nvSpPr>
        <p:spPr>
          <a:xfrm xmlns:a="http://schemas.openxmlformats.org/drawingml/2006/main">
            <a:off x="8953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6" name="">
            <a:extLst xmlns:a="http://schemas.openxmlformats.org/drawingml/2006/main">
              <a:ext uri="{FF2B5EF4-FFF2-40B4-BE49-F238E27FC236}">
                <a16:creationId xmlns:a16="http://schemas.microsoft.com/office/drawing/2014/main" id="{E2DC3EFC-931C-470E-93E5-30746DDA0577}"/>
              </a:ext>
            </a:extLst>
          </p:cNvPr>
          <p:cNvSpPr>
            <a:spLocks xmlns:a="http://schemas.openxmlformats.org/drawingml/2006/main" noGrp="1"/>
          </p:cNvSpPr>
          <p:nvPr/>
        </p:nvSpPr>
        <p:spPr>
          <a:xfrm xmlns:a="http://schemas.openxmlformats.org/drawingml/2006/main">
            <a:off x="9144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9476EFA5-1957-4390-AD0A-2140E98AB47B}"/>
              </a:ext>
            </a:extLst>
          </p:cNvPr>
          <p:cNvSpPr>
            <a:spLocks xmlns:a="http://schemas.openxmlformats.org/drawingml/2006/main" noGrp="1"/>
          </p:cNvSpPr>
          <p:nvPr/>
        </p:nvSpPr>
        <p:spPr>
          <a:xfrm xmlns:a="http://schemas.openxmlformats.org/drawingml/2006/main">
            <a:off x="92392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48" name="">
            <a:extLst xmlns:a="http://schemas.openxmlformats.org/drawingml/2006/main">
              <a:ext uri="{FF2B5EF4-FFF2-40B4-BE49-F238E27FC236}">
                <a16:creationId xmlns:a16="http://schemas.microsoft.com/office/drawing/2014/main" id="{7D1D2240-EFCE-4A51-8C1D-B7073EC68CFF}"/>
              </a:ext>
            </a:extLst>
          </p:cNvPr>
          <p:cNvSpPr>
            <a:spLocks xmlns:a="http://schemas.openxmlformats.org/drawingml/2006/main" noGrp="1"/>
          </p:cNvSpPr>
          <p:nvPr/>
        </p:nvSpPr>
        <p:spPr>
          <a:xfrm xmlns:a="http://schemas.openxmlformats.org/drawingml/2006/main">
            <a:off x="94297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A424DE72-73FA-4F2F-9912-E4E1CA169E0B}"/>
              </a:ext>
            </a:extLst>
          </p:cNvPr>
          <p:cNvSpPr>
            <a:spLocks xmlns:a="http://schemas.openxmlformats.org/drawingml/2006/main" noGrp="1"/>
          </p:cNvSpPr>
          <p:nvPr/>
        </p:nvSpPr>
        <p:spPr>
          <a:xfrm xmlns:a="http://schemas.openxmlformats.org/drawingml/2006/main">
            <a:off x="95250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50" name="">
            <a:extLst xmlns:a="http://schemas.openxmlformats.org/drawingml/2006/main">
              <a:ext uri="{FF2B5EF4-FFF2-40B4-BE49-F238E27FC236}">
                <a16:creationId xmlns:a16="http://schemas.microsoft.com/office/drawing/2014/main" id="{BF8E5B35-CF28-4137-ABC9-7748C2080CCB}"/>
              </a:ext>
            </a:extLst>
          </p:cNvPr>
          <p:cNvSpPr>
            <a:spLocks xmlns:a="http://schemas.openxmlformats.org/drawingml/2006/main" noGrp="1"/>
          </p:cNvSpPr>
          <p:nvPr/>
        </p:nvSpPr>
        <p:spPr>
          <a:xfrm xmlns:a="http://schemas.openxmlformats.org/drawingml/2006/main">
            <a:off x="97155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51" name="">
            <a:extLst xmlns:a="http://schemas.openxmlformats.org/drawingml/2006/main">
              <a:ext uri="{FF2B5EF4-FFF2-40B4-BE49-F238E27FC236}">
                <a16:creationId xmlns:a16="http://schemas.microsoft.com/office/drawing/2014/main" id="{CB57F13E-2980-4B60-B5EB-AD3851E23D34}"/>
              </a:ext>
            </a:extLst>
          </p:cNvPr>
          <p:cNvSpPr>
            <a:spLocks xmlns:a="http://schemas.openxmlformats.org/drawingml/2006/main" noGrp="1"/>
          </p:cNvSpPr>
          <p:nvPr/>
        </p:nvSpPr>
        <p:spPr>
          <a:xfrm xmlns:a="http://schemas.openxmlformats.org/drawingml/2006/main">
            <a:off x="981075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52" name="">
            <a:extLst xmlns:a="http://schemas.openxmlformats.org/drawingml/2006/main">
              <a:ext uri="{FF2B5EF4-FFF2-40B4-BE49-F238E27FC236}">
                <a16:creationId xmlns:a16="http://schemas.microsoft.com/office/drawing/2014/main" id="{447C004D-AC64-4A01-93AE-05694889CC3B}"/>
              </a:ext>
            </a:extLst>
          </p:cNvPr>
          <p:cNvSpPr>
            <a:spLocks xmlns:a="http://schemas.openxmlformats.org/drawingml/2006/main" noGrp="1"/>
          </p:cNvSpPr>
          <p:nvPr/>
        </p:nvSpPr>
        <p:spPr>
          <a:xfrm xmlns:a="http://schemas.openxmlformats.org/drawingml/2006/main">
            <a:off x="1000125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53" name="">
            <a:extLst xmlns:a="http://schemas.openxmlformats.org/drawingml/2006/main">
              <a:ext uri="{FF2B5EF4-FFF2-40B4-BE49-F238E27FC236}">
                <a16:creationId xmlns:a16="http://schemas.microsoft.com/office/drawing/2014/main" id="{E782050C-DB78-4150-8C68-38886D67FD17}"/>
              </a:ext>
            </a:extLst>
          </p:cNvPr>
          <p:cNvSpPr>
            <a:spLocks xmlns:a="http://schemas.openxmlformats.org/drawingml/2006/main" noGrp="1"/>
          </p:cNvSpPr>
          <p:nvPr/>
        </p:nvSpPr>
        <p:spPr>
          <a:xfrm xmlns:a="http://schemas.openxmlformats.org/drawingml/2006/main">
            <a:off x="10096500" y="4191000"/>
            <a:ext cx="190500" cy="953"/>
          </a:xfrm>
          <a:custGeom xmlns:a="http://schemas.openxmlformats.org/drawingml/2006/main">
            <a:pathLst>
              <a:path w="190500" h="953">
                <a:moveTo>
                  <a:pt x="0" y="0"/>
                </a:moveTo>
                <a:lnTo>
                  <a:pt x="190500" y="0"/>
                </a:lnTo>
              </a:path>
            </a:pathLst>
          </a:custGeom>
          <a:noFill xmlns:a="http://schemas.openxmlformats.org/drawingml/2006/main"/>
          <a:ln xmlns:a="http://schemas.openxmlformats.org/drawingml/2006/main" w="19050">
            <a:solidFill>
              <a:srgbClr val="175F96"/>
            </a:solidFill>
          </a:ln>
        </p:spPr>
      </p:sp>
      <p:sp>
        <p:nvSpPr>
          <p:cNvPr id="54" name="">
            <a:extLst xmlns:a="http://schemas.openxmlformats.org/drawingml/2006/main">
              <a:ext uri="{FF2B5EF4-FFF2-40B4-BE49-F238E27FC236}">
                <a16:creationId xmlns:a16="http://schemas.microsoft.com/office/drawing/2014/main" id="{9BC8FB2F-815F-413B-BB5F-3BECCF783758}"/>
              </a:ext>
            </a:extLst>
          </p:cNvPr>
          <p:cNvSpPr>
            <a:spLocks xmlns:a="http://schemas.openxmlformats.org/drawingml/2006/main" noGrp="1"/>
          </p:cNvSpPr>
          <p:nvPr/>
        </p:nvSpPr>
        <p:spPr>
          <a:xfrm xmlns:a="http://schemas.openxmlformats.org/drawingml/2006/main">
            <a:off x="10287000" y="4143375"/>
            <a:ext cx="95250" cy="952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992B23B9-8679-42BC-A5C3-16CF2FDE6A76}"/>
              </a:ext>
            </a:extLst>
          </p:cNvPr>
          <p:cNvSpPr>
            <a:spLocks xmlns:a="http://schemas.openxmlformats.org/drawingml/2006/main" noGrp="1"/>
          </p:cNvSpPr>
          <p:nvPr/>
        </p:nvSpPr>
        <p:spPr>
          <a:xfrm xmlns:a="http://schemas.openxmlformats.org/drawingml/2006/main">
            <a:off x="4429125" y="4486275"/>
            <a:ext cx="47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a:solidFill>
                  <a:srgbClr val="172B3A"/>
                </a:solidFill>
                <a:latin typeface="Arial"/>
                <a:ea typeface="Arial"/>
                <a:cs typeface="Arial"/>
              </a:defRPr>
            </a:defPPr>
            <a:lvl1pPr>
              <a:defRPr sz="1800">
                <a:solidFill>
                  <a:srgbClr val="172B3A"/>
                </a:solidFill>
                <a:latin typeface="Arial"/>
                <a:ea typeface="Arial"/>
                <a:cs typeface="Arial"/>
              </a:defRPr>
            </a:lvl1pPr>
            <a:lvl2pPr>
              <a:defRPr sz="1800">
                <a:solidFill>
                  <a:srgbClr val="172B3A"/>
                </a:solidFill>
                <a:latin typeface="Arial"/>
                <a:ea typeface="Arial"/>
                <a:cs typeface="Arial"/>
              </a:defRPr>
            </a:lvl2pPr>
            <a:lvl3pPr>
              <a:defRPr sz="1800">
                <a:solidFill>
                  <a:srgbClr val="172B3A"/>
                </a:solidFill>
                <a:latin typeface="Arial"/>
                <a:ea typeface="Arial"/>
                <a:cs typeface="Arial"/>
              </a:defRPr>
            </a:lvl3pPr>
            <a:lvl4pPr>
              <a:defRPr sz="1800">
                <a:solidFill>
                  <a:srgbClr val="172B3A"/>
                </a:solidFill>
                <a:latin typeface="Arial"/>
                <a:ea typeface="Arial"/>
                <a:cs typeface="Arial"/>
              </a:defRPr>
            </a:lvl4pPr>
            <a:lvl5pPr>
              <a:defRPr sz="1800">
                <a:solidFill>
                  <a:srgbClr val="172B3A"/>
                </a:solidFill>
                <a:latin typeface="Arial"/>
                <a:ea typeface="Arial"/>
                <a:cs typeface="Arial"/>
              </a:defRPr>
            </a:lvl5pPr>
            <a:lvl6pPr>
              <a:defRPr sz="1800">
                <a:solidFill>
                  <a:srgbClr val="172B3A"/>
                </a:solidFill>
                <a:latin typeface="Arial"/>
                <a:ea typeface="Arial"/>
                <a:cs typeface="Arial"/>
              </a:defRPr>
            </a:lvl6pPr>
            <a:lvl7pPr>
              <a:defRPr sz="1800">
                <a:solidFill>
                  <a:srgbClr val="172B3A"/>
                </a:solidFill>
                <a:latin typeface="Arial"/>
                <a:ea typeface="Arial"/>
                <a:cs typeface="Arial"/>
              </a:defRPr>
            </a:lvl7pPr>
            <a:lvl8pPr>
              <a:defRPr sz="1800">
                <a:solidFill>
                  <a:srgbClr val="172B3A"/>
                </a:solidFill>
                <a:latin typeface="Arial"/>
                <a:ea typeface="Arial"/>
                <a:cs typeface="Arial"/>
              </a:defRPr>
            </a:lvl8pPr>
            <a:lvl9pPr>
              <a:defRPr sz="1800">
                <a:solidFill>
                  <a:srgbClr val="172B3A"/>
                </a:solidFill>
                <a:latin typeface="Arial"/>
                <a:ea typeface="Arial"/>
                <a:cs typeface="Arial"/>
              </a:defRPr>
            </a:lvl9pPr>
          </a:lstStyle>
          <a:p xmlns:a="http://schemas.openxmlformats.org/drawingml/2006/main">
            <a:pPr>
              <a:defRPr sz="1800">
                <a:solidFill>
                  <a:srgbClr val="172B3A"/>
                </a:solidFill>
                <a:latin typeface="Arial"/>
                <a:ea typeface="Arial"/>
                <a:cs typeface="Arial"/>
              </a:defRPr>
            </a:pPr>
            <a:r>
              <a:rPr sz="1800">
                <a:solidFill>
                  <a:srgbClr val="172B3A"/>
                </a:solidFill>
                <a:latin typeface="Arial"/>
                <a:ea typeface="Arial"/>
                <a:cs typeface="Arial"/>
              </a:rPr>
              <a:t>0</a:t>
            </a:r>
          </a:p>
        </p:txBody>
      </p:sp>
      <p:sp>
        <p:nvSpPr>
          <p:cNvPr id="56" name="">
            <a:extLst xmlns:a="http://schemas.openxmlformats.org/drawingml/2006/main">
              <a:ext uri="{FF2B5EF4-FFF2-40B4-BE49-F238E27FC236}">
                <a16:creationId xmlns:a16="http://schemas.microsoft.com/office/drawing/2014/main" id="{1B0840FC-8993-4FBA-9BBB-FAE62D25787C}"/>
              </a:ext>
            </a:extLst>
          </p:cNvPr>
          <p:cNvSpPr>
            <a:spLocks xmlns:a="http://schemas.openxmlformats.org/drawingml/2006/main" noGrp="1"/>
          </p:cNvSpPr>
          <p:nvPr/>
        </p:nvSpPr>
        <p:spPr>
          <a:xfrm xmlns:a="http://schemas.openxmlformats.org/drawingml/2006/main">
            <a:off x="9982200" y="448627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a:solidFill>
                  <a:srgbClr val="172B3A"/>
                </a:solidFill>
                <a:latin typeface="Arial"/>
                <a:ea typeface="Arial"/>
                <a:cs typeface="Arial"/>
              </a:defRPr>
            </a:defPPr>
            <a:lvl1pPr>
              <a:defRPr sz="1800">
                <a:solidFill>
                  <a:srgbClr val="172B3A"/>
                </a:solidFill>
                <a:latin typeface="Arial"/>
                <a:ea typeface="Arial"/>
                <a:cs typeface="Arial"/>
              </a:defRPr>
            </a:lvl1pPr>
            <a:lvl2pPr>
              <a:defRPr sz="1800">
                <a:solidFill>
                  <a:srgbClr val="172B3A"/>
                </a:solidFill>
                <a:latin typeface="Arial"/>
                <a:ea typeface="Arial"/>
                <a:cs typeface="Arial"/>
              </a:defRPr>
            </a:lvl2pPr>
            <a:lvl3pPr>
              <a:defRPr sz="1800">
                <a:solidFill>
                  <a:srgbClr val="172B3A"/>
                </a:solidFill>
                <a:latin typeface="Arial"/>
                <a:ea typeface="Arial"/>
                <a:cs typeface="Arial"/>
              </a:defRPr>
            </a:lvl3pPr>
            <a:lvl4pPr>
              <a:defRPr sz="1800">
                <a:solidFill>
                  <a:srgbClr val="172B3A"/>
                </a:solidFill>
                <a:latin typeface="Arial"/>
                <a:ea typeface="Arial"/>
                <a:cs typeface="Arial"/>
              </a:defRPr>
            </a:lvl4pPr>
            <a:lvl5pPr>
              <a:defRPr sz="1800">
                <a:solidFill>
                  <a:srgbClr val="172B3A"/>
                </a:solidFill>
                <a:latin typeface="Arial"/>
                <a:ea typeface="Arial"/>
                <a:cs typeface="Arial"/>
              </a:defRPr>
            </a:lvl5pPr>
            <a:lvl6pPr>
              <a:defRPr sz="1800">
                <a:solidFill>
                  <a:srgbClr val="172B3A"/>
                </a:solidFill>
                <a:latin typeface="Arial"/>
                <a:ea typeface="Arial"/>
                <a:cs typeface="Arial"/>
              </a:defRPr>
            </a:lvl6pPr>
            <a:lvl7pPr>
              <a:defRPr sz="1800">
                <a:solidFill>
                  <a:srgbClr val="172B3A"/>
                </a:solidFill>
                <a:latin typeface="Arial"/>
                <a:ea typeface="Arial"/>
                <a:cs typeface="Arial"/>
              </a:defRPr>
            </a:lvl7pPr>
            <a:lvl8pPr>
              <a:defRPr sz="1800">
                <a:solidFill>
                  <a:srgbClr val="172B3A"/>
                </a:solidFill>
                <a:latin typeface="Arial"/>
                <a:ea typeface="Arial"/>
                <a:cs typeface="Arial"/>
              </a:defRPr>
            </a:lvl8pPr>
            <a:lvl9pPr>
              <a:defRPr sz="1800">
                <a:solidFill>
                  <a:srgbClr val="172B3A"/>
                </a:solidFill>
                <a:latin typeface="Arial"/>
                <a:ea typeface="Arial"/>
                <a:cs typeface="Arial"/>
              </a:defRPr>
            </a:lvl9pPr>
          </a:lstStyle>
          <a:p xmlns:a="http://schemas.openxmlformats.org/drawingml/2006/main">
            <a:pPr>
              <a:defRPr sz="1800">
                <a:solidFill>
                  <a:srgbClr val="172B3A"/>
                </a:solidFill>
                <a:latin typeface="Arial"/>
                <a:ea typeface="Arial"/>
                <a:cs typeface="Arial"/>
              </a:defRPr>
            </a:pPr>
            <a:r>
              <a:rPr sz="1800">
                <a:solidFill>
                  <a:srgbClr val="172B3A"/>
                </a:solidFill>
                <a:latin typeface="Arial"/>
                <a:ea typeface="Arial"/>
                <a:cs typeface="Arial"/>
              </a:rPr>
              <a:t>500</a:t>
            </a:r>
          </a:p>
        </p:txBody>
      </p:sp>
      <p:sp>
        <p:nvSpPr>
          <p:cNvPr id="57" name="">
            <a:extLst xmlns:a="http://schemas.openxmlformats.org/drawingml/2006/main">
              <a:ext uri="{FF2B5EF4-FFF2-40B4-BE49-F238E27FC236}">
                <a16:creationId xmlns:a16="http://schemas.microsoft.com/office/drawing/2014/main" id="{573A2DDA-74B3-4AA1-9F74-E365E3F21696}"/>
              </a:ext>
            </a:extLst>
          </p:cNvPr>
          <p:cNvSpPr>
            <a:spLocks xmlns:a="http://schemas.openxmlformats.org/drawingml/2006/main" noGrp="1"/>
          </p:cNvSpPr>
          <p:nvPr/>
        </p:nvSpPr>
        <p:spPr>
          <a:xfrm xmlns:a="http://schemas.openxmlformats.org/drawingml/2006/main">
            <a:off x="8096250" y="3638550"/>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21 checks</a:t>
            </a:r>
          </a:p>
        </p:txBody>
      </p:sp>
      <p:sp>
        <p:nvSpPr>
          <p:cNvPr id="58" name="">
            <a:extLst xmlns:a="http://schemas.openxmlformats.org/drawingml/2006/main">
              <a:ext uri="{FF2B5EF4-FFF2-40B4-BE49-F238E27FC236}">
                <a16:creationId xmlns:a16="http://schemas.microsoft.com/office/drawing/2014/main" id="{16C32ABB-22A9-4EF1-BB0D-DD2AD7CB96C1}"/>
              </a:ext>
            </a:extLst>
          </p:cNvPr>
          <p:cNvSpPr>
            <a:spLocks xmlns:a="http://schemas.openxmlformats.org/drawingml/2006/main" noGrp="1"/>
          </p:cNvSpPr>
          <p:nvPr/>
        </p:nvSpPr>
        <p:spPr>
          <a:xfrm xmlns:a="http://schemas.openxmlformats.org/drawingml/2006/main">
            <a:off x="666750" y="52673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a:solidFill>
                  <a:srgbClr val="637E8E"/>
                </a:solidFill>
                <a:latin typeface="Arial"/>
                <a:ea typeface="Arial"/>
                <a:cs typeface="Arial"/>
              </a:defRPr>
            </a:defPPr>
            <a:lvl1pPr>
              <a:defRPr sz="2025">
                <a:solidFill>
                  <a:srgbClr val="637E8E"/>
                </a:solidFill>
                <a:latin typeface="Arial"/>
                <a:ea typeface="Arial"/>
                <a:cs typeface="Arial"/>
              </a:defRPr>
            </a:lvl1pPr>
            <a:lvl2pPr>
              <a:defRPr sz="2025">
                <a:solidFill>
                  <a:srgbClr val="637E8E"/>
                </a:solidFill>
                <a:latin typeface="Arial"/>
                <a:ea typeface="Arial"/>
                <a:cs typeface="Arial"/>
              </a:defRPr>
            </a:lvl2pPr>
            <a:lvl3pPr>
              <a:defRPr sz="2025">
                <a:solidFill>
                  <a:srgbClr val="637E8E"/>
                </a:solidFill>
                <a:latin typeface="Arial"/>
                <a:ea typeface="Arial"/>
                <a:cs typeface="Arial"/>
              </a:defRPr>
            </a:lvl3pPr>
            <a:lvl4pPr>
              <a:defRPr sz="2025">
                <a:solidFill>
                  <a:srgbClr val="637E8E"/>
                </a:solidFill>
                <a:latin typeface="Arial"/>
                <a:ea typeface="Arial"/>
                <a:cs typeface="Arial"/>
              </a:defRPr>
            </a:lvl4pPr>
            <a:lvl5pPr>
              <a:defRPr sz="2025">
                <a:solidFill>
                  <a:srgbClr val="637E8E"/>
                </a:solidFill>
                <a:latin typeface="Arial"/>
                <a:ea typeface="Arial"/>
                <a:cs typeface="Arial"/>
              </a:defRPr>
            </a:lvl5pPr>
            <a:lvl6pPr>
              <a:defRPr sz="2025">
                <a:solidFill>
                  <a:srgbClr val="637E8E"/>
                </a:solidFill>
                <a:latin typeface="Arial"/>
                <a:ea typeface="Arial"/>
                <a:cs typeface="Arial"/>
              </a:defRPr>
            </a:lvl6pPr>
            <a:lvl7pPr>
              <a:defRPr sz="2025">
                <a:solidFill>
                  <a:srgbClr val="637E8E"/>
                </a:solidFill>
                <a:latin typeface="Arial"/>
                <a:ea typeface="Arial"/>
                <a:cs typeface="Arial"/>
              </a:defRPr>
            </a:lvl7pPr>
            <a:lvl8pPr>
              <a:defRPr sz="2025">
                <a:solidFill>
                  <a:srgbClr val="637E8E"/>
                </a:solidFill>
                <a:latin typeface="Arial"/>
                <a:ea typeface="Arial"/>
                <a:cs typeface="Arial"/>
              </a:defRPr>
            </a:lvl8pPr>
            <a:lvl9pPr>
              <a:defRPr sz="2025">
                <a:solidFill>
                  <a:srgbClr val="637E8E"/>
                </a:solidFill>
                <a:latin typeface="Arial"/>
                <a:ea typeface="Arial"/>
                <a:cs typeface="Arial"/>
              </a:defRPr>
            </a:lvl9pPr>
          </a:lstStyle>
          <a:p xmlns:a="http://schemas.openxmlformats.org/drawingml/2006/main">
            <a:pPr>
              <a:defRPr sz="2025">
                <a:solidFill>
                  <a:srgbClr val="637E8E"/>
                </a:solidFill>
                <a:latin typeface="Arial"/>
                <a:ea typeface="Arial"/>
                <a:cs typeface="Arial"/>
              </a:defRPr>
            </a:pPr>
            <a:r>
              <a:rPr sz="2025">
                <a:solidFill>
                  <a:srgbClr val="637E8E"/>
                </a:solidFill>
                <a:latin typeface="Arial"/>
                <a:ea typeface="Arial"/>
                <a:cs typeface="Arial"/>
              </a:rPr>
              <a:t>Same scale: updates since the first qualifying check.</a:t>
            </a:r>
          </a:p>
        </p:txBody>
      </p:sp>
      <p:sp>
        <p:nvSpPr>
          <p:cNvPr id="59" name="">
            <a:extLst xmlns:a="http://schemas.openxmlformats.org/drawingml/2006/main">
              <a:ext uri="{FF2B5EF4-FFF2-40B4-BE49-F238E27FC236}">
                <a16:creationId xmlns:a16="http://schemas.microsoft.com/office/drawing/2014/main" id="{FAD647F7-3294-4AD9-83CB-C767A9A223BA}"/>
              </a:ext>
            </a:extLst>
          </p:cNvPr>
          <p:cNvSpPr>
            <a:spLocks xmlns:a="http://schemas.openxmlformats.org/drawingml/2006/main" noGrp="1"/>
          </p:cNvSpPr>
          <p:nvPr/>
        </p:nvSpPr>
        <p:spPr>
          <a:xfrm xmlns:a="http://schemas.openxmlformats.org/drawingml/2006/main">
            <a:off x="666750" y="585787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a:solidFill>
                  <a:srgbClr val="175F96"/>
                </a:solidFill>
                <a:latin typeface="Arial"/>
                <a:ea typeface="Arial"/>
                <a:cs typeface="Arial"/>
              </a:defRPr>
            </a:defPPr>
            <a:lvl1pPr>
              <a:defRPr sz="2175">
                <a:solidFill>
                  <a:srgbClr val="175F96"/>
                </a:solidFill>
                <a:latin typeface="Arial"/>
                <a:ea typeface="Arial"/>
                <a:cs typeface="Arial"/>
              </a:defRPr>
            </a:lvl1pPr>
            <a:lvl2pPr>
              <a:defRPr sz="2175">
                <a:solidFill>
                  <a:srgbClr val="175F96"/>
                </a:solidFill>
                <a:latin typeface="Arial"/>
                <a:ea typeface="Arial"/>
                <a:cs typeface="Arial"/>
              </a:defRPr>
            </a:lvl2pPr>
            <a:lvl3pPr>
              <a:defRPr sz="2175">
                <a:solidFill>
                  <a:srgbClr val="175F96"/>
                </a:solidFill>
                <a:latin typeface="Arial"/>
                <a:ea typeface="Arial"/>
                <a:cs typeface="Arial"/>
              </a:defRPr>
            </a:lvl3pPr>
            <a:lvl4pPr>
              <a:defRPr sz="2175">
                <a:solidFill>
                  <a:srgbClr val="175F96"/>
                </a:solidFill>
                <a:latin typeface="Arial"/>
                <a:ea typeface="Arial"/>
                <a:cs typeface="Arial"/>
              </a:defRPr>
            </a:lvl4pPr>
            <a:lvl5pPr>
              <a:defRPr sz="2175">
                <a:solidFill>
                  <a:srgbClr val="175F96"/>
                </a:solidFill>
                <a:latin typeface="Arial"/>
                <a:ea typeface="Arial"/>
                <a:cs typeface="Arial"/>
              </a:defRPr>
            </a:lvl5pPr>
            <a:lvl6pPr>
              <a:defRPr sz="2175">
                <a:solidFill>
                  <a:srgbClr val="175F96"/>
                </a:solidFill>
                <a:latin typeface="Arial"/>
                <a:ea typeface="Arial"/>
                <a:cs typeface="Arial"/>
              </a:defRPr>
            </a:lvl6pPr>
            <a:lvl7pPr>
              <a:defRPr sz="2175">
                <a:solidFill>
                  <a:srgbClr val="175F96"/>
                </a:solidFill>
                <a:latin typeface="Arial"/>
                <a:ea typeface="Arial"/>
                <a:cs typeface="Arial"/>
              </a:defRPr>
            </a:lvl7pPr>
            <a:lvl8pPr>
              <a:defRPr sz="2175">
                <a:solidFill>
                  <a:srgbClr val="175F96"/>
                </a:solidFill>
                <a:latin typeface="Arial"/>
                <a:ea typeface="Arial"/>
                <a:cs typeface="Arial"/>
              </a:defRPr>
            </a:lvl8pPr>
            <a:lvl9pPr>
              <a:defRPr sz="2175">
                <a:solidFill>
                  <a:srgbClr val="175F96"/>
                </a:solidFill>
                <a:latin typeface="Arial"/>
                <a:ea typeface="Arial"/>
                <a:cs typeface="Arial"/>
              </a:defRPr>
            </a:lvl9pPr>
          </a:lstStyle>
          <a:p xmlns:a="http://schemas.openxmlformats.org/drawingml/2006/main">
            <a:pPr>
              <a:defRPr sz="2175">
                <a:solidFill>
                  <a:srgbClr val="175F96"/>
                </a:solidFill>
                <a:latin typeface="Arial"/>
                <a:ea typeface="Arial"/>
                <a:cs typeface="Arial"/>
              </a:defRPr>
            </a:pPr>
            <a:r>
              <a:rPr sz="2175">
                <a:solidFill>
                  <a:srgbClr val="175F96"/>
                </a:solidFill>
                <a:latin typeface="Arial"/>
                <a:ea typeface="Arial"/>
                <a:cs typeface="Arial"/>
              </a:rPr>
              <a:t>Count the final check. It must fit inside the allocated run budget.</a:t>
            </a:r>
          </a:p>
        </p:txBody>
      </p:sp>
    </p:spTree>
    <p:extLst>
      <p:ext uri="{BB962C8B-B14F-4D97-AF65-F5344CB8AC3E}">
        <p14:creationId xmlns:p14="http://schemas.microsoft.com/office/powerpoint/2010/main" val="104032463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EF45259-627E-42F1-A2AE-AF1BCD456876}"/>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One budget, different allocations</a:t>
            </a:r>
          </a:p>
        </p:txBody>
      </p:sp>
      <p:sp>
        <p:nvSpPr>
          <p:cNvPr id="2" name="">
            <a:extLst xmlns:a="http://schemas.openxmlformats.org/drawingml/2006/main">
              <a:ext uri="{FF2B5EF4-FFF2-40B4-BE49-F238E27FC236}">
                <a16:creationId xmlns:a16="http://schemas.microsoft.com/office/drawing/2014/main" id="{225F9CCA-FFF1-4646-BCB9-08BBA7C4C7C0}"/>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6</a:t>
            </a:r>
          </a:p>
        </p:txBody>
      </p:sp>
      <p:sp>
        <p:nvSpPr>
          <p:cNvPr id="3" name="">
            <a:extLst xmlns:a="http://schemas.openxmlformats.org/drawingml/2006/main">
              <a:ext uri="{FF2B5EF4-FFF2-40B4-BE49-F238E27FC236}">
                <a16:creationId xmlns:a16="http://schemas.microsoft.com/office/drawing/2014/main" id="{4C5A805E-A2BB-4783-B3F2-7EA3C794B635}"/>
              </a:ext>
            </a:extLst>
          </p:cNvPr>
          <p:cNvSpPr>
            <a:spLocks xmlns:a="http://schemas.openxmlformats.org/drawingml/2006/main" noGrp="1"/>
          </p:cNvSpPr>
          <p:nvPr/>
        </p:nvSpPr>
        <p:spPr>
          <a:xfrm xmlns:a="http://schemas.openxmlformats.org/drawingml/2006/main">
            <a:off x="666750" y="14763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a:solidFill>
                  <a:srgbClr val="175F96"/>
                </a:solidFill>
                <a:latin typeface="Arial"/>
                <a:ea typeface="Arial"/>
                <a:cs typeface="Arial"/>
              </a:defRPr>
            </a:defPPr>
            <a:lvl1pPr>
              <a:defRPr sz="2550">
                <a:solidFill>
                  <a:srgbClr val="175F96"/>
                </a:solidFill>
                <a:latin typeface="Arial"/>
                <a:ea typeface="Arial"/>
                <a:cs typeface="Arial"/>
              </a:defRPr>
            </a:lvl1pPr>
            <a:lvl2pPr>
              <a:defRPr sz="2550">
                <a:solidFill>
                  <a:srgbClr val="175F96"/>
                </a:solidFill>
                <a:latin typeface="Arial"/>
                <a:ea typeface="Arial"/>
                <a:cs typeface="Arial"/>
              </a:defRPr>
            </a:lvl2pPr>
            <a:lvl3pPr>
              <a:defRPr sz="2550">
                <a:solidFill>
                  <a:srgbClr val="175F96"/>
                </a:solidFill>
                <a:latin typeface="Arial"/>
                <a:ea typeface="Arial"/>
                <a:cs typeface="Arial"/>
              </a:defRPr>
            </a:lvl3pPr>
            <a:lvl4pPr>
              <a:defRPr sz="2550">
                <a:solidFill>
                  <a:srgbClr val="175F96"/>
                </a:solidFill>
                <a:latin typeface="Arial"/>
                <a:ea typeface="Arial"/>
                <a:cs typeface="Arial"/>
              </a:defRPr>
            </a:lvl4pPr>
            <a:lvl5pPr>
              <a:defRPr sz="2550">
                <a:solidFill>
                  <a:srgbClr val="175F96"/>
                </a:solidFill>
                <a:latin typeface="Arial"/>
                <a:ea typeface="Arial"/>
                <a:cs typeface="Arial"/>
              </a:defRPr>
            </a:lvl5pPr>
            <a:lvl6pPr>
              <a:defRPr sz="2550">
                <a:solidFill>
                  <a:srgbClr val="175F96"/>
                </a:solidFill>
                <a:latin typeface="Arial"/>
                <a:ea typeface="Arial"/>
                <a:cs typeface="Arial"/>
              </a:defRPr>
            </a:lvl6pPr>
            <a:lvl7pPr>
              <a:defRPr sz="2550">
                <a:solidFill>
                  <a:srgbClr val="175F96"/>
                </a:solidFill>
                <a:latin typeface="Arial"/>
                <a:ea typeface="Arial"/>
                <a:cs typeface="Arial"/>
              </a:defRPr>
            </a:lvl7pPr>
            <a:lvl8pPr>
              <a:defRPr sz="2550">
                <a:solidFill>
                  <a:srgbClr val="175F96"/>
                </a:solidFill>
                <a:latin typeface="Arial"/>
                <a:ea typeface="Arial"/>
                <a:cs typeface="Arial"/>
              </a:defRPr>
            </a:lvl8pPr>
            <a:lvl9pPr>
              <a:defRPr sz="2550">
                <a:solidFill>
                  <a:srgbClr val="175F96"/>
                </a:solidFill>
                <a:latin typeface="Arial"/>
                <a:ea typeface="Arial"/>
                <a:cs typeface="Arial"/>
              </a:defRPr>
            </a:lvl9pPr>
          </a:lstStyle>
          <a:p xmlns:a="http://schemas.openxmlformats.org/drawingml/2006/main">
            <a:pPr>
              <a:defRPr sz="2550">
                <a:solidFill>
                  <a:srgbClr val="175F96"/>
                </a:solidFill>
                <a:latin typeface="Arial"/>
                <a:ea typeface="Arial"/>
                <a:cs typeface="Arial"/>
              </a:defRPr>
            </a:pPr>
            <a:r>
              <a:rPr sz="2550">
                <a:solidFill>
                  <a:srgbClr val="175F96"/>
                </a:solidFill>
                <a:latin typeface="Arial"/>
                <a:ea typeface="Arial"/>
                <a:cs typeface="Arial"/>
              </a:rPr>
              <a:t>Total B = 8,000 updates in every row</a:t>
            </a:r>
          </a:p>
        </p:txBody>
      </p:sp>
      <p:sp>
        <p:nvSpPr>
          <p:cNvPr id="4" name="">
            <a:extLst xmlns:a="http://schemas.openxmlformats.org/drawingml/2006/main">
              <a:ext uri="{FF2B5EF4-FFF2-40B4-BE49-F238E27FC236}">
                <a16:creationId xmlns:a16="http://schemas.microsoft.com/office/drawing/2014/main" id="{8556E481-E063-4DCE-8C4A-1DD8421CD375}"/>
              </a:ext>
            </a:extLst>
          </p:cNvPr>
          <p:cNvSpPr>
            <a:spLocks xmlns:a="http://schemas.openxmlformats.org/drawingml/2006/main" noGrp="1"/>
          </p:cNvSpPr>
          <p:nvPr/>
        </p:nvSpPr>
        <p:spPr>
          <a:xfrm xmlns:a="http://schemas.openxmlformats.org/drawingml/2006/main">
            <a:off x="762000" y="2362200"/>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1 run</a:t>
            </a:r>
          </a:p>
        </p:txBody>
      </p:sp>
      <p:sp>
        <p:nvSpPr>
          <p:cNvPr id="5" name="">
            <a:extLst xmlns:a="http://schemas.openxmlformats.org/drawingml/2006/main">
              <a:ext uri="{FF2B5EF4-FFF2-40B4-BE49-F238E27FC236}">
                <a16:creationId xmlns:a16="http://schemas.microsoft.com/office/drawing/2014/main" id="{944C912F-D5EE-4E7F-9BEE-3F24292E111B}"/>
              </a:ext>
            </a:extLst>
          </p:cNvPr>
          <p:cNvSpPr>
            <a:spLocks xmlns:a="http://schemas.openxmlformats.org/drawingml/2006/main" noGrp="1"/>
          </p:cNvSpPr>
          <p:nvPr/>
        </p:nvSpPr>
        <p:spPr>
          <a:xfrm xmlns:a="http://schemas.openxmlformats.org/drawingml/2006/main">
            <a:off x="3095625" y="2266950"/>
            <a:ext cx="8096250" cy="600075"/>
          </a:xfrm>
          <a:prstGeom xmlns:a="http://schemas.openxmlformats.org/drawingml/2006/main" prst="rect">
            <a:avLst/>
          </a:prstGeom>
          <a:solidFill xmlns:a="http://schemas.openxmlformats.org/drawingml/2006/main">
            <a:srgbClr val="175F96"/>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FFFFFF"/>
                </a:solidFill>
                <a:latin typeface="Arial"/>
                <a:ea typeface="Arial"/>
                <a:cs typeface="Arial"/>
              </a:defRPr>
            </a:defPPr>
            <a:lvl1pPr algn="ctr">
              <a:defRPr sz="2175">
                <a:solidFill>
                  <a:srgbClr val="FFFFFF"/>
                </a:solidFill>
                <a:latin typeface="Arial"/>
                <a:ea typeface="Arial"/>
                <a:cs typeface="Arial"/>
              </a:defRPr>
            </a:lvl1pPr>
            <a:lvl2pPr algn="ctr">
              <a:defRPr sz="2175">
                <a:solidFill>
                  <a:srgbClr val="FFFFFF"/>
                </a:solidFill>
                <a:latin typeface="Arial"/>
                <a:ea typeface="Arial"/>
                <a:cs typeface="Arial"/>
              </a:defRPr>
            </a:lvl2pPr>
            <a:lvl3pPr algn="ctr">
              <a:defRPr sz="2175">
                <a:solidFill>
                  <a:srgbClr val="FFFFFF"/>
                </a:solidFill>
                <a:latin typeface="Arial"/>
                <a:ea typeface="Arial"/>
                <a:cs typeface="Arial"/>
              </a:defRPr>
            </a:lvl3pPr>
            <a:lvl4pPr algn="ctr">
              <a:defRPr sz="2175">
                <a:solidFill>
                  <a:srgbClr val="FFFFFF"/>
                </a:solidFill>
                <a:latin typeface="Arial"/>
                <a:ea typeface="Arial"/>
                <a:cs typeface="Arial"/>
              </a:defRPr>
            </a:lvl4pPr>
            <a:lvl5pPr algn="ctr">
              <a:defRPr sz="2175">
                <a:solidFill>
                  <a:srgbClr val="FFFFFF"/>
                </a:solidFill>
                <a:latin typeface="Arial"/>
                <a:ea typeface="Arial"/>
                <a:cs typeface="Arial"/>
              </a:defRPr>
            </a:lvl5pPr>
            <a:lvl6pPr algn="ctr">
              <a:defRPr sz="2175">
                <a:solidFill>
                  <a:srgbClr val="FFFFFF"/>
                </a:solidFill>
                <a:latin typeface="Arial"/>
                <a:ea typeface="Arial"/>
                <a:cs typeface="Arial"/>
              </a:defRPr>
            </a:lvl6pPr>
            <a:lvl7pPr algn="ctr">
              <a:defRPr sz="2175">
                <a:solidFill>
                  <a:srgbClr val="FFFFFF"/>
                </a:solidFill>
                <a:latin typeface="Arial"/>
                <a:ea typeface="Arial"/>
                <a:cs typeface="Arial"/>
              </a:defRPr>
            </a:lvl7pPr>
            <a:lvl8pPr algn="ctr">
              <a:defRPr sz="2175">
                <a:solidFill>
                  <a:srgbClr val="FFFFFF"/>
                </a:solidFill>
                <a:latin typeface="Arial"/>
                <a:ea typeface="Arial"/>
                <a:cs typeface="Arial"/>
              </a:defRPr>
            </a:lvl8pPr>
            <a:lvl9pPr algn="ctr">
              <a:defRPr sz="2175">
                <a:solidFill>
                  <a:srgbClr val="FFFFFF"/>
                </a:solidFill>
                <a:latin typeface="Arial"/>
                <a:ea typeface="Arial"/>
                <a:cs typeface="Arial"/>
              </a:defRPr>
            </a:lvl9pPr>
          </a:lstStyle>
          <a:p xmlns:a="http://schemas.openxmlformats.org/drawingml/2006/main">
            <a:pPr algn="ctr">
              <a:defRPr sz="2175">
                <a:solidFill>
                  <a:srgbClr val="FFFFFF"/>
                </a:solidFill>
                <a:latin typeface="Arial"/>
                <a:ea typeface="Arial"/>
                <a:cs typeface="Arial"/>
              </a:defRPr>
            </a:pPr>
            <a:r>
              <a:rPr sz="2175">
                <a:solidFill>
                  <a:srgbClr val="FFFFFF"/>
                </a:solidFill>
                <a:latin typeface="Arial"/>
                <a:ea typeface="Arial"/>
                <a:cs typeface="Arial"/>
              </a:rPr>
              <a:t>8,000</a:t>
            </a:r>
          </a:p>
        </p:txBody>
      </p:sp>
      <p:sp>
        <p:nvSpPr>
          <p:cNvPr id="6" name="">
            <a:extLst xmlns:a="http://schemas.openxmlformats.org/drawingml/2006/main">
              <a:ext uri="{FF2B5EF4-FFF2-40B4-BE49-F238E27FC236}">
                <a16:creationId xmlns:a16="http://schemas.microsoft.com/office/drawing/2014/main" id="{FBAFA299-0E84-4192-8D5B-910C17078A13}"/>
              </a:ext>
            </a:extLst>
          </p:cNvPr>
          <p:cNvSpPr>
            <a:spLocks xmlns:a="http://schemas.openxmlformats.org/drawingml/2006/main" noGrp="1"/>
          </p:cNvSpPr>
          <p:nvPr/>
        </p:nvSpPr>
        <p:spPr>
          <a:xfrm xmlns:a="http://schemas.openxmlformats.org/drawingml/2006/main">
            <a:off x="762000" y="33813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2 runs</a:t>
            </a:r>
          </a:p>
        </p:txBody>
      </p:sp>
      <p:sp>
        <p:nvSpPr>
          <p:cNvPr id="7" name="">
            <a:extLst xmlns:a="http://schemas.openxmlformats.org/drawingml/2006/main">
              <a:ext uri="{FF2B5EF4-FFF2-40B4-BE49-F238E27FC236}">
                <a16:creationId xmlns:a16="http://schemas.microsoft.com/office/drawing/2014/main" id="{1D186CDF-E0CF-4088-A291-7A2C11D49D14}"/>
              </a:ext>
            </a:extLst>
          </p:cNvPr>
          <p:cNvSpPr>
            <a:spLocks xmlns:a="http://schemas.openxmlformats.org/drawingml/2006/main" noGrp="1"/>
          </p:cNvSpPr>
          <p:nvPr/>
        </p:nvSpPr>
        <p:spPr>
          <a:xfrm xmlns:a="http://schemas.openxmlformats.org/drawingml/2006/main">
            <a:off x="3095625" y="3286125"/>
            <a:ext cx="4005263"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4,000</a:t>
            </a:r>
          </a:p>
        </p:txBody>
      </p:sp>
      <p:sp>
        <p:nvSpPr>
          <p:cNvPr id="8" name="">
            <a:extLst xmlns:a="http://schemas.openxmlformats.org/drawingml/2006/main">
              <a:ext uri="{FF2B5EF4-FFF2-40B4-BE49-F238E27FC236}">
                <a16:creationId xmlns:a16="http://schemas.microsoft.com/office/drawing/2014/main" id="{CAC6A929-DB4B-4D30-96C0-260035181061}"/>
              </a:ext>
            </a:extLst>
          </p:cNvPr>
          <p:cNvSpPr>
            <a:spLocks xmlns:a="http://schemas.openxmlformats.org/drawingml/2006/main" noGrp="1"/>
          </p:cNvSpPr>
          <p:nvPr/>
        </p:nvSpPr>
        <p:spPr>
          <a:xfrm xmlns:a="http://schemas.openxmlformats.org/drawingml/2006/main">
            <a:off x="7186613" y="3286125"/>
            <a:ext cx="4005263"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4,000</a:t>
            </a:r>
          </a:p>
        </p:txBody>
      </p:sp>
      <p:sp>
        <p:nvSpPr>
          <p:cNvPr id="9" name="">
            <a:extLst xmlns:a="http://schemas.openxmlformats.org/drawingml/2006/main">
              <a:ext uri="{FF2B5EF4-FFF2-40B4-BE49-F238E27FC236}">
                <a16:creationId xmlns:a16="http://schemas.microsoft.com/office/drawing/2014/main" id="{8558D8EA-F811-4447-895B-61EC33CB285A}"/>
              </a:ext>
            </a:extLst>
          </p:cNvPr>
          <p:cNvSpPr>
            <a:spLocks xmlns:a="http://schemas.openxmlformats.org/drawingml/2006/main" noGrp="1"/>
          </p:cNvSpPr>
          <p:nvPr/>
        </p:nvSpPr>
        <p:spPr>
          <a:xfrm xmlns:a="http://schemas.openxmlformats.org/drawingml/2006/main">
            <a:off x="762000" y="4400550"/>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2B3A"/>
                </a:solidFill>
                <a:latin typeface="Arial"/>
                <a:ea typeface="Arial"/>
                <a:cs typeface="Arial"/>
              </a:defRPr>
            </a:defPPr>
            <a:lvl1pPr>
              <a:defRPr sz="2250" b="1">
                <a:solidFill>
                  <a:srgbClr val="172B3A"/>
                </a:solidFill>
                <a:latin typeface="Arial"/>
                <a:ea typeface="Arial"/>
                <a:cs typeface="Arial"/>
              </a:defRPr>
            </a:lvl1pPr>
            <a:lvl2pPr>
              <a:defRPr sz="2250" b="1">
                <a:solidFill>
                  <a:srgbClr val="172B3A"/>
                </a:solidFill>
                <a:latin typeface="Arial"/>
                <a:ea typeface="Arial"/>
                <a:cs typeface="Arial"/>
              </a:defRPr>
            </a:lvl2pPr>
            <a:lvl3pPr>
              <a:defRPr sz="2250" b="1">
                <a:solidFill>
                  <a:srgbClr val="172B3A"/>
                </a:solidFill>
                <a:latin typeface="Arial"/>
                <a:ea typeface="Arial"/>
                <a:cs typeface="Arial"/>
              </a:defRPr>
            </a:lvl3pPr>
            <a:lvl4pPr>
              <a:defRPr sz="2250" b="1">
                <a:solidFill>
                  <a:srgbClr val="172B3A"/>
                </a:solidFill>
                <a:latin typeface="Arial"/>
                <a:ea typeface="Arial"/>
                <a:cs typeface="Arial"/>
              </a:defRPr>
            </a:lvl4pPr>
            <a:lvl5pPr>
              <a:defRPr sz="2250" b="1">
                <a:solidFill>
                  <a:srgbClr val="172B3A"/>
                </a:solidFill>
                <a:latin typeface="Arial"/>
                <a:ea typeface="Arial"/>
                <a:cs typeface="Arial"/>
              </a:defRPr>
            </a:lvl5pPr>
            <a:lvl6pPr>
              <a:defRPr sz="2250" b="1">
                <a:solidFill>
                  <a:srgbClr val="172B3A"/>
                </a:solidFill>
                <a:latin typeface="Arial"/>
                <a:ea typeface="Arial"/>
                <a:cs typeface="Arial"/>
              </a:defRPr>
            </a:lvl6pPr>
            <a:lvl7pPr>
              <a:defRPr sz="2250" b="1">
                <a:solidFill>
                  <a:srgbClr val="172B3A"/>
                </a:solidFill>
                <a:latin typeface="Arial"/>
                <a:ea typeface="Arial"/>
                <a:cs typeface="Arial"/>
              </a:defRPr>
            </a:lvl7pPr>
            <a:lvl8pPr>
              <a:defRPr sz="2250" b="1">
                <a:solidFill>
                  <a:srgbClr val="172B3A"/>
                </a:solidFill>
                <a:latin typeface="Arial"/>
                <a:ea typeface="Arial"/>
                <a:cs typeface="Arial"/>
              </a:defRPr>
            </a:lvl8pPr>
            <a:lvl9pPr>
              <a:defRPr sz="2250" b="1">
                <a:solidFill>
                  <a:srgbClr val="172B3A"/>
                </a:solidFill>
                <a:latin typeface="Arial"/>
                <a:ea typeface="Arial"/>
                <a:cs typeface="Arial"/>
              </a:defRPr>
            </a:lvl9pPr>
          </a:lstStyle>
          <a:p xmlns:a="http://schemas.openxmlformats.org/drawingml/2006/main">
            <a:pPr>
              <a:defRPr sz="2250" b="1">
                <a:solidFill>
                  <a:srgbClr val="172B3A"/>
                </a:solidFill>
                <a:latin typeface="Arial"/>
                <a:ea typeface="Arial"/>
                <a:cs typeface="Arial"/>
              </a:defRPr>
            </a:pPr>
            <a:r>
              <a:rPr sz="2250" b="1">
                <a:solidFill>
                  <a:srgbClr val="172B3A"/>
                </a:solidFill>
                <a:latin typeface="Arial"/>
                <a:ea typeface="Arial"/>
                <a:cs typeface="Arial"/>
              </a:rPr>
              <a:t>4 runs</a:t>
            </a:r>
          </a:p>
        </p:txBody>
      </p:sp>
      <p:sp>
        <p:nvSpPr>
          <p:cNvPr id="10" name="">
            <a:extLst xmlns:a="http://schemas.openxmlformats.org/drawingml/2006/main">
              <a:ext uri="{FF2B5EF4-FFF2-40B4-BE49-F238E27FC236}">
                <a16:creationId xmlns:a16="http://schemas.microsoft.com/office/drawing/2014/main" id="{738F4603-01F5-411B-8583-53F250AD1405}"/>
              </a:ext>
            </a:extLst>
          </p:cNvPr>
          <p:cNvSpPr>
            <a:spLocks xmlns:a="http://schemas.openxmlformats.org/drawingml/2006/main" noGrp="1"/>
          </p:cNvSpPr>
          <p:nvPr/>
        </p:nvSpPr>
        <p:spPr>
          <a:xfrm xmlns:a="http://schemas.openxmlformats.org/drawingml/2006/main">
            <a:off x="3095625" y="4305300"/>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1" name="">
            <a:extLst xmlns:a="http://schemas.openxmlformats.org/drawingml/2006/main">
              <a:ext uri="{FF2B5EF4-FFF2-40B4-BE49-F238E27FC236}">
                <a16:creationId xmlns:a16="http://schemas.microsoft.com/office/drawing/2014/main" id="{55B2230D-F4BB-484B-BB53-E3955FABA0EC}"/>
              </a:ext>
            </a:extLst>
          </p:cNvPr>
          <p:cNvSpPr>
            <a:spLocks xmlns:a="http://schemas.openxmlformats.org/drawingml/2006/main" noGrp="1"/>
          </p:cNvSpPr>
          <p:nvPr/>
        </p:nvSpPr>
        <p:spPr>
          <a:xfrm xmlns:a="http://schemas.openxmlformats.org/drawingml/2006/main">
            <a:off x="5141119" y="4305300"/>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2" name="">
            <a:extLst xmlns:a="http://schemas.openxmlformats.org/drawingml/2006/main">
              <a:ext uri="{FF2B5EF4-FFF2-40B4-BE49-F238E27FC236}">
                <a16:creationId xmlns:a16="http://schemas.microsoft.com/office/drawing/2014/main" id="{686C55AC-59A4-40BC-B783-2D49272D1281}"/>
              </a:ext>
            </a:extLst>
          </p:cNvPr>
          <p:cNvSpPr>
            <a:spLocks xmlns:a="http://schemas.openxmlformats.org/drawingml/2006/main" noGrp="1"/>
          </p:cNvSpPr>
          <p:nvPr/>
        </p:nvSpPr>
        <p:spPr>
          <a:xfrm xmlns:a="http://schemas.openxmlformats.org/drawingml/2006/main">
            <a:off x="7186613" y="4305300"/>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3" name="">
            <a:extLst xmlns:a="http://schemas.openxmlformats.org/drawingml/2006/main">
              <a:ext uri="{FF2B5EF4-FFF2-40B4-BE49-F238E27FC236}">
                <a16:creationId xmlns:a16="http://schemas.microsoft.com/office/drawing/2014/main" id="{F050F075-12A8-4D62-91D9-E8D36D654195}"/>
              </a:ext>
            </a:extLst>
          </p:cNvPr>
          <p:cNvSpPr>
            <a:spLocks xmlns:a="http://schemas.openxmlformats.org/drawingml/2006/main" noGrp="1"/>
          </p:cNvSpPr>
          <p:nvPr/>
        </p:nvSpPr>
        <p:spPr>
          <a:xfrm xmlns:a="http://schemas.openxmlformats.org/drawingml/2006/main">
            <a:off x="9232106" y="4305300"/>
            <a:ext cx="1959769" cy="600075"/>
          </a:xfrm>
          <a:prstGeom xmlns:a="http://schemas.openxmlformats.org/drawingml/2006/main" prst="rect">
            <a:avLst/>
          </a:prstGeom>
          <a:solidFill xmlns:a="http://schemas.openxmlformats.org/drawingml/2006/main">
            <a:srgbClr val="EAF1F7"/>
          </a:solidFill>
          <a:ln xmlns:a="http://schemas.openxmlformats.org/drawingml/2006/main" w="14288">
            <a:solidFill>
              <a:srgbClr val="175F96"/>
            </a:solidFill>
          </a:ln>
        </p:spPr>
        <p:txBody>
          <a:bodyPr xmlns:a="http://schemas.openxmlformats.org/drawingml/2006/main" wrap="square" lIns="76200" tIns="76200" rIns="76200" bIns="76200" anchor="ctr">
            <a:noAutofit/>
          </a:bodyPr>
          <a:lstStyle xmlns:a="http://schemas.openxmlformats.org/drawingml/2006/main">
            <a:defPPr algn="ctr">
              <a:defRPr sz="2175">
                <a:solidFill>
                  <a:srgbClr val="172B3A"/>
                </a:solidFill>
                <a:latin typeface="Arial"/>
                <a:ea typeface="Arial"/>
                <a:cs typeface="Arial"/>
              </a:defRPr>
            </a:defPPr>
            <a:lvl1pPr algn="ctr">
              <a:defRPr sz="2175">
                <a:solidFill>
                  <a:srgbClr val="172B3A"/>
                </a:solidFill>
                <a:latin typeface="Arial"/>
                <a:ea typeface="Arial"/>
                <a:cs typeface="Arial"/>
              </a:defRPr>
            </a:lvl1pPr>
            <a:lvl2pPr algn="ctr">
              <a:defRPr sz="2175">
                <a:solidFill>
                  <a:srgbClr val="172B3A"/>
                </a:solidFill>
                <a:latin typeface="Arial"/>
                <a:ea typeface="Arial"/>
                <a:cs typeface="Arial"/>
              </a:defRPr>
            </a:lvl2pPr>
            <a:lvl3pPr algn="ctr">
              <a:defRPr sz="2175">
                <a:solidFill>
                  <a:srgbClr val="172B3A"/>
                </a:solidFill>
                <a:latin typeface="Arial"/>
                <a:ea typeface="Arial"/>
                <a:cs typeface="Arial"/>
              </a:defRPr>
            </a:lvl3pPr>
            <a:lvl4pPr algn="ctr">
              <a:defRPr sz="2175">
                <a:solidFill>
                  <a:srgbClr val="172B3A"/>
                </a:solidFill>
                <a:latin typeface="Arial"/>
                <a:ea typeface="Arial"/>
                <a:cs typeface="Arial"/>
              </a:defRPr>
            </a:lvl4pPr>
            <a:lvl5pPr algn="ctr">
              <a:defRPr sz="2175">
                <a:solidFill>
                  <a:srgbClr val="172B3A"/>
                </a:solidFill>
                <a:latin typeface="Arial"/>
                <a:ea typeface="Arial"/>
                <a:cs typeface="Arial"/>
              </a:defRPr>
            </a:lvl5pPr>
            <a:lvl6pPr algn="ctr">
              <a:defRPr sz="2175">
                <a:solidFill>
                  <a:srgbClr val="172B3A"/>
                </a:solidFill>
                <a:latin typeface="Arial"/>
                <a:ea typeface="Arial"/>
                <a:cs typeface="Arial"/>
              </a:defRPr>
            </a:lvl6pPr>
            <a:lvl7pPr algn="ctr">
              <a:defRPr sz="2175">
                <a:solidFill>
                  <a:srgbClr val="172B3A"/>
                </a:solidFill>
                <a:latin typeface="Arial"/>
                <a:ea typeface="Arial"/>
                <a:cs typeface="Arial"/>
              </a:defRPr>
            </a:lvl7pPr>
            <a:lvl8pPr algn="ctr">
              <a:defRPr sz="2175">
                <a:solidFill>
                  <a:srgbClr val="172B3A"/>
                </a:solidFill>
                <a:latin typeface="Arial"/>
                <a:ea typeface="Arial"/>
                <a:cs typeface="Arial"/>
              </a:defRPr>
            </a:lvl8pPr>
            <a:lvl9pPr algn="ctr">
              <a:defRPr sz="2175">
                <a:solidFill>
                  <a:srgbClr val="172B3A"/>
                </a:solidFill>
                <a:latin typeface="Arial"/>
                <a:ea typeface="Arial"/>
                <a:cs typeface="Arial"/>
              </a:defRPr>
            </a:lvl9pPr>
          </a:lstStyle>
          <a:p xmlns:a="http://schemas.openxmlformats.org/drawingml/2006/main">
            <a:pPr algn="ctr">
              <a:defRPr sz="2175">
                <a:solidFill>
                  <a:srgbClr val="172B3A"/>
                </a:solidFill>
                <a:latin typeface="Arial"/>
                <a:ea typeface="Arial"/>
                <a:cs typeface="Arial"/>
              </a:defRPr>
            </a:pPr>
            <a:r>
              <a:rPr sz="2175">
                <a:solidFill>
                  <a:srgbClr val="172B3A"/>
                </a:solidFill>
                <a:latin typeface="Arial"/>
                <a:ea typeface="Arial"/>
                <a:cs typeface="Arial"/>
              </a:rPr>
              <a:t>2,000</a:t>
            </a:r>
          </a:p>
        </p:txBody>
      </p:sp>
      <p:sp>
        <p:nvSpPr>
          <p:cNvPr id="14" name="">
            <a:extLst xmlns:a="http://schemas.openxmlformats.org/drawingml/2006/main">
              <a:ext uri="{FF2B5EF4-FFF2-40B4-BE49-F238E27FC236}">
                <a16:creationId xmlns:a16="http://schemas.microsoft.com/office/drawing/2014/main" id="{9FD78768-EDFC-44C9-8B8E-684FA93924DA}"/>
              </a:ext>
            </a:extLst>
          </p:cNvPr>
          <p:cNvSpPr>
            <a:spLocks xmlns:a="http://schemas.openxmlformats.org/drawingml/2006/main" noGrp="1"/>
          </p:cNvSpPr>
          <p:nvPr/>
        </p:nvSpPr>
        <p:spPr>
          <a:xfrm xmlns:a="http://schemas.openxmlformats.org/drawingml/2006/main">
            <a:off x="666750" y="534352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a:solidFill>
                  <a:srgbClr val="175F96"/>
                </a:solidFill>
                <a:latin typeface="Arial"/>
                <a:ea typeface="Arial"/>
                <a:cs typeface="Arial"/>
              </a:defRPr>
            </a:defPPr>
            <a:lvl1pPr>
              <a:defRPr sz="2700">
                <a:solidFill>
                  <a:srgbClr val="175F96"/>
                </a:solidFill>
                <a:latin typeface="Arial"/>
                <a:ea typeface="Arial"/>
                <a:cs typeface="Arial"/>
              </a:defRPr>
            </a:lvl1pPr>
            <a:lvl2pPr>
              <a:defRPr sz="2700">
                <a:solidFill>
                  <a:srgbClr val="175F96"/>
                </a:solidFill>
                <a:latin typeface="Arial"/>
                <a:ea typeface="Arial"/>
                <a:cs typeface="Arial"/>
              </a:defRPr>
            </a:lvl2pPr>
            <a:lvl3pPr>
              <a:defRPr sz="2700">
                <a:solidFill>
                  <a:srgbClr val="175F96"/>
                </a:solidFill>
                <a:latin typeface="Arial"/>
                <a:ea typeface="Arial"/>
                <a:cs typeface="Arial"/>
              </a:defRPr>
            </a:lvl3pPr>
            <a:lvl4pPr>
              <a:defRPr sz="2700">
                <a:solidFill>
                  <a:srgbClr val="175F96"/>
                </a:solidFill>
                <a:latin typeface="Arial"/>
                <a:ea typeface="Arial"/>
                <a:cs typeface="Arial"/>
              </a:defRPr>
            </a:lvl4pPr>
            <a:lvl5pPr>
              <a:defRPr sz="2700">
                <a:solidFill>
                  <a:srgbClr val="175F96"/>
                </a:solidFill>
                <a:latin typeface="Arial"/>
                <a:ea typeface="Arial"/>
                <a:cs typeface="Arial"/>
              </a:defRPr>
            </a:lvl5pPr>
            <a:lvl6pPr>
              <a:defRPr sz="2700">
                <a:solidFill>
                  <a:srgbClr val="175F96"/>
                </a:solidFill>
                <a:latin typeface="Arial"/>
                <a:ea typeface="Arial"/>
                <a:cs typeface="Arial"/>
              </a:defRPr>
            </a:lvl6pPr>
            <a:lvl7pPr>
              <a:defRPr sz="2700">
                <a:solidFill>
                  <a:srgbClr val="175F96"/>
                </a:solidFill>
                <a:latin typeface="Arial"/>
                <a:ea typeface="Arial"/>
                <a:cs typeface="Arial"/>
              </a:defRPr>
            </a:lvl7pPr>
            <a:lvl8pPr>
              <a:defRPr sz="2700">
                <a:solidFill>
                  <a:srgbClr val="175F96"/>
                </a:solidFill>
                <a:latin typeface="Arial"/>
                <a:ea typeface="Arial"/>
                <a:cs typeface="Arial"/>
              </a:defRPr>
            </a:lvl8pPr>
            <a:lvl9pPr>
              <a:defRPr sz="2700">
                <a:solidFill>
                  <a:srgbClr val="175F96"/>
                </a:solidFill>
                <a:latin typeface="Arial"/>
                <a:ea typeface="Arial"/>
                <a:cs typeface="Arial"/>
              </a:defRPr>
            </a:lvl9pPr>
          </a:lstStyle>
          <a:p xmlns:a="http://schemas.openxmlformats.org/drawingml/2006/main">
            <a:pPr>
              <a:defRPr sz="2700">
                <a:solidFill>
                  <a:srgbClr val="175F96"/>
                </a:solidFill>
                <a:latin typeface="Arial"/>
                <a:ea typeface="Arial"/>
                <a:cs typeface="Arial"/>
              </a:defRPr>
            </a:pPr>
            <a:r>
              <a:rPr sz="2700">
                <a:solidFill>
                  <a:srgbClr val="175F96"/>
                </a:solidFill>
                <a:latin typeface="Arial"/>
                <a:ea typeface="Arial"/>
                <a:cs typeface="Arial"/>
              </a:rPr>
              <a:t>P(at least one success) = 1 − [1 − F(B/k)]ᵏ</a:t>
            </a:r>
          </a:p>
        </p:txBody>
      </p:sp>
      <p:sp>
        <p:nvSpPr>
          <p:cNvPr id="15" name="">
            <a:extLst xmlns:a="http://schemas.openxmlformats.org/drawingml/2006/main">
              <a:ext uri="{FF2B5EF4-FFF2-40B4-BE49-F238E27FC236}">
                <a16:creationId xmlns:a16="http://schemas.microsoft.com/office/drawing/2014/main" id="{63A07423-7505-4CC7-B75C-A6F64AB01EE4}"/>
              </a:ext>
            </a:extLst>
          </p:cNvPr>
          <p:cNvSpPr>
            <a:spLocks xmlns:a="http://schemas.openxmlformats.org/drawingml/2006/main" noGrp="1"/>
          </p:cNvSpPr>
          <p:nvPr/>
        </p:nvSpPr>
        <p:spPr>
          <a:xfrm xmlns:a="http://schemas.openxmlformats.org/drawingml/2006/main">
            <a:off x="666750" y="60007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a:solidFill>
                  <a:srgbClr val="172B3A"/>
                </a:solidFill>
                <a:latin typeface="Arial"/>
                <a:ea typeface="Arial"/>
                <a:cs typeface="Arial"/>
              </a:defRPr>
            </a:defPPr>
            <a:lvl1pPr>
              <a:defRPr sz="2025">
                <a:solidFill>
                  <a:srgbClr val="172B3A"/>
                </a:solidFill>
                <a:latin typeface="Arial"/>
                <a:ea typeface="Arial"/>
                <a:cs typeface="Arial"/>
              </a:defRPr>
            </a:lvl1pPr>
            <a:lvl2pPr>
              <a:defRPr sz="2025">
                <a:solidFill>
                  <a:srgbClr val="172B3A"/>
                </a:solidFill>
                <a:latin typeface="Arial"/>
                <a:ea typeface="Arial"/>
                <a:cs typeface="Arial"/>
              </a:defRPr>
            </a:lvl2pPr>
            <a:lvl3pPr>
              <a:defRPr sz="2025">
                <a:solidFill>
                  <a:srgbClr val="172B3A"/>
                </a:solidFill>
                <a:latin typeface="Arial"/>
                <a:ea typeface="Arial"/>
                <a:cs typeface="Arial"/>
              </a:defRPr>
            </a:lvl3pPr>
            <a:lvl4pPr>
              <a:defRPr sz="2025">
                <a:solidFill>
                  <a:srgbClr val="172B3A"/>
                </a:solidFill>
                <a:latin typeface="Arial"/>
                <a:ea typeface="Arial"/>
                <a:cs typeface="Arial"/>
              </a:defRPr>
            </a:lvl4pPr>
            <a:lvl5pPr>
              <a:defRPr sz="2025">
                <a:solidFill>
                  <a:srgbClr val="172B3A"/>
                </a:solidFill>
                <a:latin typeface="Arial"/>
                <a:ea typeface="Arial"/>
                <a:cs typeface="Arial"/>
              </a:defRPr>
            </a:lvl5pPr>
            <a:lvl6pPr>
              <a:defRPr sz="2025">
                <a:solidFill>
                  <a:srgbClr val="172B3A"/>
                </a:solidFill>
                <a:latin typeface="Arial"/>
                <a:ea typeface="Arial"/>
                <a:cs typeface="Arial"/>
              </a:defRPr>
            </a:lvl6pPr>
            <a:lvl7pPr>
              <a:defRPr sz="2025">
                <a:solidFill>
                  <a:srgbClr val="172B3A"/>
                </a:solidFill>
                <a:latin typeface="Arial"/>
                <a:ea typeface="Arial"/>
                <a:cs typeface="Arial"/>
              </a:defRPr>
            </a:lvl7pPr>
            <a:lvl8pPr>
              <a:defRPr sz="2025">
                <a:solidFill>
                  <a:srgbClr val="172B3A"/>
                </a:solidFill>
                <a:latin typeface="Arial"/>
                <a:ea typeface="Arial"/>
                <a:cs typeface="Arial"/>
              </a:defRPr>
            </a:lvl8pPr>
            <a:lvl9pPr>
              <a:defRPr sz="2025">
                <a:solidFill>
                  <a:srgbClr val="172B3A"/>
                </a:solidFill>
                <a:latin typeface="Arial"/>
                <a:ea typeface="Arial"/>
                <a:cs typeface="Arial"/>
              </a:defRPr>
            </a:lvl9pPr>
          </a:lstStyle>
          <a:p xmlns:a="http://schemas.openxmlformats.org/drawingml/2006/main">
            <a:pPr>
              <a:defRPr sz="2025">
                <a:solidFill>
                  <a:srgbClr val="172B3A"/>
                </a:solidFill>
                <a:latin typeface="Arial"/>
                <a:ea typeface="Arial"/>
                <a:cs typeface="Arial"/>
              </a:defRPr>
            </a:pPr>
            <a:r>
              <a:rPr sz="2025">
                <a:solidFill>
                  <a:srgbClr val="172B3A"/>
                </a:solidFill>
                <a:latin typeface="Arial"/>
                <a:ea typeface="Arial"/>
                <a:cs typeface="Arial"/>
              </a:rPr>
              <a:t>F(t): chance one run succeeds by t. k: independent starts.</a:t>
            </a:r>
          </a:p>
        </p:txBody>
      </p:sp>
    </p:spTree>
    <p:extLst>
      <p:ext uri="{BB962C8B-B14F-4D97-AF65-F5344CB8AC3E}">
        <p14:creationId xmlns:p14="http://schemas.microsoft.com/office/powerpoint/2010/main" val="4154940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B0A5B72-E462-4D20-863B-D815E8C7EA70}"/>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Results at 8,000 total updates</a:t>
            </a:r>
          </a:p>
        </p:txBody>
      </p:sp>
      <p:sp>
        <p:nvSpPr>
          <p:cNvPr id="2" name="">
            <a:extLst xmlns:a="http://schemas.openxmlformats.org/drawingml/2006/main">
              <a:ext uri="{FF2B5EF4-FFF2-40B4-BE49-F238E27FC236}">
                <a16:creationId xmlns:a16="http://schemas.microsoft.com/office/drawing/2014/main" id="{C7DCAD16-151D-4E73-A27E-CE01C3767CBA}"/>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7</a:t>
            </a:r>
          </a:p>
        </p:txBody>
      </p:sp>
      <p:graphicFrame>
        <p:nvGraphicFramePr>
          <p:cNvPr id="3" name="Chart">
            <a:extLst xmlns:a="http://schemas.openxmlformats.org/drawingml/2006/main">
              <a:ext uri="{FF2B5EF4-FFF2-40B4-BE49-F238E27FC236}">
                <a16:creationId xmlns:a16="http://schemas.microsoft.com/office/drawing/2014/main" id="{506C1760-849C-4552-BC04-6E88F29A03C0}"/>
              </a:ext>
            </a:extLst>
          </p:cNvPr>
          <p:cNvGraphicFramePr/>
          <p:nvPr/>
        </p:nvGraphicFramePr>
        <p:xfrm>
          <a:off xmlns:a="http://schemas.openxmlformats.org/drawingml/2006/main" x="428625" y="1476375"/>
          <a:ext xmlns:a="http://schemas.openxmlformats.org/drawingml/2006/main" cx="11239500" cy="3905250"/>
        </p:xfrm>
        <a:graphic xmlns:a="http://schemas.openxmlformats.org/drawingml/2006/main">
          <a:graphicData uri="http://schemas.openxmlformats.org/drawingml/2006/chart">
            <c:chart xmlns:r="http://schemas.openxmlformats.org/officeDocument/2006/relationships" xmlns:c="http://schemas.openxmlformats.org/drawingml/2006/chart" r:id="R0aa4f5f8168b47f9"/>
          </a:graphicData>
        </a:graphic>
      </p:graphicFrame>
      <p:sp>
        <p:nvSpPr>
          <p:cNvPr id="4" name="">
            <a:extLst xmlns:a="http://schemas.openxmlformats.org/drawingml/2006/main">
              <a:ext uri="{FF2B5EF4-FFF2-40B4-BE49-F238E27FC236}">
                <a16:creationId xmlns:a16="http://schemas.microsoft.com/office/drawing/2014/main" id="{005C5499-188E-4BC0-9810-8017E74D6C26}"/>
              </a:ext>
            </a:extLst>
          </p:cNvPr>
          <p:cNvSpPr>
            <a:spLocks xmlns:a="http://schemas.openxmlformats.org/drawingml/2006/main" noGrp="1"/>
          </p:cNvSpPr>
          <p:nvPr/>
        </p:nvSpPr>
        <p:spPr>
          <a:xfrm xmlns:a="http://schemas.openxmlformats.org/drawingml/2006/main">
            <a:off x="666750" y="56197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75F96"/>
                </a:solidFill>
                <a:latin typeface="Arial"/>
                <a:ea typeface="Arial"/>
                <a:cs typeface="Arial"/>
              </a:defRPr>
            </a:defPPr>
            <a:lvl1pPr>
              <a:defRPr sz="2400" b="1">
                <a:solidFill>
                  <a:srgbClr val="175F96"/>
                </a:solidFill>
                <a:latin typeface="Arial"/>
                <a:ea typeface="Arial"/>
                <a:cs typeface="Arial"/>
              </a:defRPr>
            </a:lvl1pPr>
            <a:lvl2pPr>
              <a:defRPr sz="2400" b="1">
                <a:solidFill>
                  <a:srgbClr val="175F96"/>
                </a:solidFill>
                <a:latin typeface="Arial"/>
                <a:ea typeface="Arial"/>
                <a:cs typeface="Arial"/>
              </a:defRPr>
            </a:lvl2pPr>
            <a:lvl3pPr>
              <a:defRPr sz="2400" b="1">
                <a:solidFill>
                  <a:srgbClr val="175F96"/>
                </a:solidFill>
                <a:latin typeface="Arial"/>
                <a:ea typeface="Arial"/>
                <a:cs typeface="Arial"/>
              </a:defRPr>
            </a:lvl3pPr>
            <a:lvl4pPr>
              <a:defRPr sz="2400" b="1">
                <a:solidFill>
                  <a:srgbClr val="175F96"/>
                </a:solidFill>
                <a:latin typeface="Arial"/>
                <a:ea typeface="Arial"/>
                <a:cs typeface="Arial"/>
              </a:defRPr>
            </a:lvl4pPr>
            <a:lvl5pPr>
              <a:defRPr sz="2400" b="1">
                <a:solidFill>
                  <a:srgbClr val="175F96"/>
                </a:solidFill>
                <a:latin typeface="Arial"/>
                <a:ea typeface="Arial"/>
                <a:cs typeface="Arial"/>
              </a:defRPr>
            </a:lvl5pPr>
            <a:lvl6pPr>
              <a:defRPr sz="2400" b="1">
                <a:solidFill>
                  <a:srgbClr val="175F96"/>
                </a:solidFill>
                <a:latin typeface="Arial"/>
                <a:ea typeface="Arial"/>
                <a:cs typeface="Arial"/>
              </a:defRPr>
            </a:lvl6pPr>
            <a:lvl7pPr>
              <a:defRPr sz="2400" b="1">
                <a:solidFill>
                  <a:srgbClr val="175F96"/>
                </a:solidFill>
                <a:latin typeface="Arial"/>
                <a:ea typeface="Arial"/>
                <a:cs typeface="Arial"/>
              </a:defRPr>
            </a:lvl7pPr>
            <a:lvl8pPr>
              <a:defRPr sz="2400" b="1">
                <a:solidFill>
                  <a:srgbClr val="175F96"/>
                </a:solidFill>
                <a:latin typeface="Arial"/>
                <a:ea typeface="Arial"/>
                <a:cs typeface="Arial"/>
              </a:defRPr>
            </a:lvl8pPr>
            <a:lvl9pPr>
              <a:defRPr sz="2400" b="1">
                <a:solidFill>
                  <a:srgbClr val="175F96"/>
                </a:solidFill>
                <a:latin typeface="Arial"/>
                <a:ea typeface="Arial"/>
                <a:cs typeface="Arial"/>
              </a:defRPr>
            </a:lvl9pPr>
          </a:lstStyle>
          <a:p xmlns:a="http://schemas.openxmlformats.org/drawingml/2006/main">
            <a:pPr>
              <a:defRPr sz="2400" b="1">
                <a:solidFill>
                  <a:srgbClr val="175F96"/>
                </a:solidFill>
                <a:latin typeface="Arial"/>
                <a:ea typeface="Arial"/>
                <a:cs typeface="Arial"/>
              </a:defRPr>
            </a:pPr>
            <a:r>
              <a:rPr sz="2400" b="1">
                <a:solidFill>
                  <a:srgbClr val="175F96"/>
                </a:solidFill>
                <a:latin typeface="Arial"/>
                <a:ea typeface="Arial"/>
                <a:cs typeface="Arial"/>
              </a:rPr>
              <a:t>Four starts underperform one run on all three splits.</a:t>
            </a:r>
          </a:p>
        </p:txBody>
      </p:sp>
      <p:sp>
        <p:nvSpPr>
          <p:cNvPr id="5" name="">
            <a:extLst xmlns:a="http://schemas.openxmlformats.org/drawingml/2006/main">
              <a:ext uri="{FF2B5EF4-FFF2-40B4-BE49-F238E27FC236}">
                <a16:creationId xmlns:a16="http://schemas.microsoft.com/office/drawing/2014/main" id="{948F5842-67E5-45FC-A438-05EF5B120B0C}"/>
              </a:ext>
            </a:extLst>
          </p:cNvPr>
          <p:cNvSpPr>
            <a:spLocks xmlns:a="http://schemas.openxmlformats.org/drawingml/2006/main" noGrp="1"/>
          </p:cNvSpPr>
          <p:nvPr/>
        </p:nvSpPr>
        <p:spPr>
          <a:xfrm xmlns:a="http://schemas.openxmlformats.org/drawingml/2006/main">
            <a:off x="666750" y="608647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a:solidFill>
                  <a:srgbClr val="172B3A"/>
                </a:solidFill>
                <a:latin typeface="Arial"/>
                <a:ea typeface="Arial"/>
                <a:cs typeface="Arial"/>
              </a:defRPr>
            </a:defPPr>
            <a:lvl1pPr>
              <a:defRPr sz="1875">
                <a:solidFill>
                  <a:srgbClr val="172B3A"/>
                </a:solidFill>
                <a:latin typeface="Arial"/>
                <a:ea typeface="Arial"/>
                <a:cs typeface="Arial"/>
              </a:defRPr>
            </a:lvl1pPr>
            <a:lvl2pPr>
              <a:defRPr sz="1875">
                <a:solidFill>
                  <a:srgbClr val="172B3A"/>
                </a:solidFill>
                <a:latin typeface="Arial"/>
                <a:ea typeface="Arial"/>
                <a:cs typeface="Arial"/>
              </a:defRPr>
            </a:lvl2pPr>
            <a:lvl3pPr>
              <a:defRPr sz="1875">
                <a:solidFill>
                  <a:srgbClr val="172B3A"/>
                </a:solidFill>
                <a:latin typeface="Arial"/>
                <a:ea typeface="Arial"/>
                <a:cs typeface="Arial"/>
              </a:defRPr>
            </a:lvl3pPr>
            <a:lvl4pPr>
              <a:defRPr sz="1875">
                <a:solidFill>
                  <a:srgbClr val="172B3A"/>
                </a:solidFill>
                <a:latin typeface="Arial"/>
                <a:ea typeface="Arial"/>
                <a:cs typeface="Arial"/>
              </a:defRPr>
            </a:lvl4pPr>
            <a:lvl5pPr>
              <a:defRPr sz="1875">
                <a:solidFill>
                  <a:srgbClr val="172B3A"/>
                </a:solidFill>
                <a:latin typeface="Arial"/>
                <a:ea typeface="Arial"/>
                <a:cs typeface="Arial"/>
              </a:defRPr>
            </a:lvl5pPr>
            <a:lvl6pPr>
              <a:defRPr sz="1875">
                <a:solidFill>
                  <a:srgbClr val="172B3A"/>
                </a:solidFill>
                <a:latin typeface="Arial"/>
                <a:ea typeface="Arial"/>
                <a:cs typeface="Arial"/>
              </a:defRPr>
            </a:lvl6pPr>
            <a:lvl7pPr>
              <a:defRPr sz="1875">
                <a:solidFill>
                  <a:srgbClr val="172B3A"/>
                </a:solidFill>
                <a:latin typeface="Arial"/>
                <a:ea typeface="Arial"/>
                <a:cs typeface="Arial"/>
              </a:defRPr>
            </a:lvl7pPr>
            <a:lvl8pPr>
              <a:defRPr sz="1875">
                <a:solidFill>
                  <a:srgbClr val="172B3A"/>
                </a:solidFill>
                <a:latin typeface="Arial"/>
                <a:ea typeface="Arial"/>
                <a:cs typeface="Arial"/>
              </a:defRPr>
            </a:lvl8pPr>
            <a:lvl9pPr>
              <a:defRPr sz="1875">
                <a:solidFill>
                  <a:srgbClr val="172B3A"/>
                </a:solidFill>
                <a:latin typeface="Arial"/>
                <a:ea typeface="Arial"/>
                <a:cs typeface="Arial"/>
              </a:defRPr>
            </a:lvl9pPr>
          </a:lstStyle>
          <a:p xmlns:a="http://schemas.openxmlformats.org/drawingml/2006/main">
            <a:pPr>
              <a:defRPr sz="1875">
                <a:solidFill>
                  <a:srgbClr val="172B3A"/>
                </a:solidFill>
                <a:latin typeface="Arial"/>
                <a:ea typeface="Arial"/>
                <a:cs typeface="Arial"/>
              </a:defRPr>
            </a:pPr>
            <a:r>
              <a:rPr sz="1875">
                <a:solidFill>
                  <a:srgbClr val="172B3A"/>
                </a:solidFill>
                <a:latin typeface="Arial"/>
                <a:ea typeface="Arial"/>
                <a:cs typeface="Arial"/>
              </a:rPr>
              <a:t>All three survive Holm correction. Two-run comparisons remain inconclusive.</a:t>
            </a:r>
          </a:p>
        </p:txBody>
      </p:sp>
    </p:spTree>
    <p:extLst>
      <p:ext uri="{BB962C8B-B14F-4D97-AF65-F5344CB8AC3E}">
        <p14:creationId xmlns:p14="http://schemas.microsoft.com/office/powerpoint/2010/main" val="6511667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0D343CC-1CDB-4472-94E6-B4D88BD0D3FB}"/>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All splits and both budgets</a:t>
            </a:r>
          </a:p>
        </p:txBody>
      </p:sp>
      <p:sp>
        <p:nvSpPr>
          <p:cNvPr id="2" name="">
            <a:extLst xmlns:a="http://schemas.openxmlformats.org/drawingml/2006/main">
              <a:ext uri="{FF2B5EF4-FFF2-40B4-BE49-F238E27FC236}">
                <a16:creationId xmlns:a16="http://schemas.microsoft.com/office/drawing/2014/main" id="{D00C819D-3DE7-4F3C-9D0C-0E23CF760194}"/>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8</a:t>
            </a:r>
          </a:p>
        </p:txBody>
      </p:sp>
      <p:graphicFrame>
        <p:nvGraphicFramePr>
          <p:cNvPr id="3" name="Chart">
            <a:extLst xmlns:a="http://schemas.openxmlformats.org/drawingml/2006/main">
              <a:ext uri="{FF2B5EF4-FFF2-40B4-BE49-F238E27FC236}">
                <a16:creationId xmlns:a16="http://schemas.microsoft.com/office/drawing/2014/main" id="{F6C20DE0-71F6-4E57-B832-D7D9FC2AF305}"/>
              </a:ext>
            </a:extLst>
          </p:cNvPr>
          <p:cNvGraphicFramePr/>
          <p:nvPr/>
        </p:nvGraphicFramePr>
        <p:xfrm>
          <a:off xmlns:a="http://schemas.openxmlformats.org/drawingml/2006/main" x="428625" y="1476375"/>
          <a:ext xmlns:a="http://schemas.openxmlformats.org/drawingml/2006/main" cx="11239500" cy="3905250"/>
        </p:xfrm>
        <a:graphic xmlns:a="http://schemas.openxmlformats.org/drawingml/2006/main">
          <a:graphicData uri="http://schemas.openxmlformats.org/drawingml/2006/chart">
            <c:chart xmlns:r="http://schemas.openxmlformats.org/officeDocument/2006/relationships" xmlns:c="http://schemas.openxmlformats.org/drawingml/2006/chart" r:id="R8fd2ecac487e4d67"/>
          </a:graphicData>
        </a:graphic>
      </p:graphicFrame>
      <p:sp>
        <p:nvSpPr>
          <p:cNvPr id="4" name="">
            <a:extLst xmlns:a="http://schemas.openxmlformats.org/drawingml/2006/main">
              <a:ext uri="{FF2B5EF4-FFF2-40B4-BE49-F238E27FC236}">
                <a16:creationId xmlns:a16="http://schemas.microsoft.com/office/drawing/2014/main" id="{9DC02A05-20A7-465E-8949-A71729056C4F}"/>
              </a:ext>
            </a:extLst>
          </p:cNvPr>
          <p:cNvSpPr>
            <a:spLocks xmlns:a="http://schemas.openxmlformats.org/drawingml/2006/main" noGrp="1"/>
          </p:cNvSpPr>
          <p:nvPr/>
        </p:nvSpPr>
        <p:spPr>
          <a:xfrm xmlns:a="http://schemas.openxmlformats.org/drawingml/2006/main">
            <a:off x="666750" y="5619750"/>
            <a:ext cx="10858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a:solidFill>
                  <a:srgbClr val="175F96"/>
                </a:solidFill>
                <a:latin typeface="Arial"/>
                <a:ea typeface="Arial"/>
                <a:cs typeface="Arial"/>
              </a:defRPr>
            </a:defPPr>
            <a:lvl1pPr>
              <a:defRPr sz="2175">
                <a:solidFill>
                  <a:srgbClr val="175F96"/>
                </a:solidFill>
                <a:latin typeface="Arial"/>
                <a:ea typeface="Arial"/>
                <a:cs typeface="Arial"/>
              </a:defRPr>
            </a:lvl1pPr>
            <a:lvl2pPr>
              <a:defRPr sz="2175">
                <a:solidFill>
                  <a:srgbClr val="175F96"/>
                </a:solidFill>
                <a:latin typeface="Arial"/>
                <a:ea typeface="Arial"/>
                <a:cs typeface="Arial"/>
              </a:defRPr>
            </a:lvl2pPr>
            <a:lvl3pPr>
              <a:defRPr sz="2175">
                <a:solidFill>
                  <a:srgbClr val="175F96"/>
                </a:solidFill>
                <a:latin typeface="Arial"/>
                <a:ea typeface="Arial"/>
                <a:cs typeface="Arial"/>
              </a:defRPr>
            </a:lvl3pPr>
            <a:lvl4pPr>
              <a:defRPr sz="2175">
                <a:solidFill>
                  <a:srgbClr val="175F96"/>
                </a:solidFill>
                <a:latin typeface="Arial"/>
                <a:ea typeface="Arial"/>
                <a:cs typeface="Arial"/>
              </a:defRPr>
            </a:lvl4pPr>
            <a:lvl5pPr>
              <a:defRPr sz="2175">
                <a:solidFill>
                  <a:srgbClr val="175F96"/>
                </a:solidFill>
                <a:latin typeface="Arial"/>
                <a:ea typeface="Arial"/>
                <a:cs typeface="Arial"/>
              </a:defRPr>
            </a:lvl5pPr>
            <a:lvl6pPr>
              <a:defRPr sz="2175">
                <a:solidFill>
                  <a:srgbClr val="175F96"/>
                </a:solidFill>
                <a:latin typeface="Arial"/>
                <a:ea typeface="Arial"/>
                <a:cs typeface="Arial"/>
              </a:defRPr>
            </a:lvl6pPr>
            <a:lvl7pPr>
              <a:defRPr sz="2175">
                <a:solidFill>
                  <a:srgbClr val="175F96"/>
                </a:solidFill>
                <a:latin typeface="Arial"/>
                <a:ea typeface="Arial"/>
                <a:cs typeface="Arial"/>
              </a:defRPr>
            </a:lvl7pPr>
            <a:lvl8pPr>
              <a:defRPr sz="2175">
                <a:solidFill>
                  <a:srgbClr val="175F96"/>
                </a:solidFill>
                <a:latin typeface="Arial"/>
                <a:ea typeface="Arial"/>
                <a:cs typeface="Arial"/>
              </a:defRPr>
            </a:lvl8pPr>
            <a:lvl9pPr>
              <a:defRPr sz="2175">
                <a:solidFill>
                  <a:srgbClr val="175F96"/>
                </a:solidFill>
                <a:latin typeface="Arial"/>
                <a:ea typeface="Arial"/>
                <a:cs typeface="Arial"/>
              </a:defRPr>
            </a:lvl9pPr>
          </a:lstStyle>
          <a:p xmlns:a="http://schemas.openxmlformats.org/drawingml/2006/main">
            <a:pPr>
              <a:defRPr sz="2175">
                <a:solidFill>
                  <a:srgbClr val="175F96"/>
                </a:solidFill>
                <a:latin typeface="Arial"/>
                <a:ea typeface="Arial"/>
                <a:cs typeface="Arial"/>
              </a:defRPr>
            </a:pPr>
            <a:r>
              <a:rPr sz="2175">
                <a:solidFill>
                  <a:srgbClr val="175F96"/>
                </a:solidFill>
                <a:latin typeface="Arial"/>
                <a:ea typeface="Arial"/>
                <a:cs typeface="Arial"/>
              </a:rPr>
              <a:t>At 12k, only split 2 detects a four-versus-one difference after correction.</a:t>
            </a:r>
          </a:p>
        </p:txBody>
      </p:sp>
    </p:spTree>
    <p:extLst>
      <p:ext uri="{BB962C8B-B14F-4D97-AF65-F5344CB8AC3E}">
        <p14:creationId xmlns:p14="http://schemas.microsoft.com/office/powerpoint/2010/main" val="99571027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50AE451-45DE-488C-BF18-60DA8A396061}"/>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First confirmation and a longer window</a:t>
            </a:r>
          </a:p>
        </p:txBody>
      </p:sp>
      <p:sp>
        <p:nvSpPr>
          <p:cNvPr id="2" name="">
            <a:extLst xmlns:a="http://schemas.openxmlformats.org/drawingml/2006/main">
              <a:ext uri="{FF2B5EF4-FFF2-40B4-BE49-F238E27FC236}">
                <a16:creationId xmlns:a16="http://schemas.microsoft.com/office/drawing/2014/main" id="{7D645C7C-3D22-4D74-ACD9-C656F4026694}"/>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9</a:t>
            </a:r>
          </a:p>
        </p:txBody>
      </p:sp>
      <p:graphicFrame>
        <p:nvGraphicFramePr>
          <p:cNvPr id="3" name="Chart">
            <a:extLst xmlns:a="http://schemas.openxmlformats.org/drawingml/2006/main">
              <a:ext uri="{FF2B5EF4-FFF2-40B4-BE49-F238E27FC236}">
                <a16:creationId xmlns:a16="http://schemas.microsoft.com/office/drawing/2014/main" id="{442E1C8C-BD8B-4713-A381-B5BA14336778}"/>
              </a:ext>
            </a:extLst>
          </p:cNvPr>
          <p:cNvGraphicFramePr/>
          <p:nvPr/>
        </p:nvGraphicFramePr>
        <p:xfrm>
          <a:off xmlns:a="http://schemas.openxmlformats.org/drawingml/2006/main" x="428625" y="1476375"/>
          <a:ext xmlns:a="http://schemas.openxmlformats.org/drawingml/2006/main" cx="11239500" cy="3905250"/>
        </p:xfrm>
        <a:graphic xmlns:a="http://schemas.openxmlformats.org/drawingml/2006/main">
          <a:graphicData uri="http://schemas.openxmlformats.org/drawingml/2006/chart">
            <c:chart xmlns:r="http://schemas.openxmlformats.org/officeDocument/2006/relationships" xmlns:c="http://schemas.openxmlformats.org/drawingml/2006/chart" r:id="R029fb281b5f34317"/>
          </a:graphicData>
        </a:graphic>
      </p:graphicFrame>
      <p:sp>
        <p:nvSpPr>
          <p:cNvPr id="4" name="">
            <a:extLst xmlns:a="http://schemas.openxmlformats.org/drawingml/2006/main">
              <a:ext uri="{FF2B5EF4-FFF2-40B4-BE49-F238E27FC236}">
                <a16:creationId xmlns:a16="http://schemas.microsoft.com/office/drawing/2014/main" id="{447FBF8B-3130-4710-AE8A-A7EFB5A9C6B6}"/>
              </a:ext>
            </a:extLst>
          </p:cNvPr>
          <p:cNvSpPr>
            <a:spLocks xmlns:a="http://schemas.openxmlformats.org/drawingml/2006/main" noGrp="1"/>
          </p:cNvSpPr>
          <p:nvPr/>
        </p:nvSpPr>
        <p:spPr>
          <a:xfrm xmlns:a="http://schemas.openxmlformats.org/drawingml/2006/main">
            <a:off x="666750" y="55911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a:solidFill>
                  <a:srgbClr val="175F96"/>
                </a:solidFill>
                <a:latin typeface="Arial"/>
                <a:ea typeface="Arial"/>
                <a:cs typeface="Arial"/>
              </a:defRPr>
            </a:defPPr>
            <a:lvl1pPr>
              <a:defRPr sz="2175">
                <a:solidFill>
                  <a:srgbClr val="175F96"/>
                </a:solidFill>
                <a:latin typeface="Arial"/>
                <a:ea typeface="Arial"/>
                <a:cs typeface="Arial"/>
              </a:defRPr>
            </a:lvl1pPr>
            <a:lvl2pPr>
              <a:defRPr sz="2175">
                <a:solidFill>
                  <a:srgbClr val="175F96"/>
                </a:solidFill>
                <a:latin typeface="Arial"/>
                <a:ea typeface="Arial"/>
                <a:cs typeface="Arial"/>
              </a:defRPr>
            </a:lvl2pPr>
            <a:lvl3pPr>
              <a:defRPr sz="2175">
                <a:solidFill>
                  <a:srgbClr val="175F96"/>
                </a:solidFill>
                <a:latin typeface="Arial"/>
                <a:ea typeface="Arial"/>
                <a:cs typeface="Arial"/>
              </a:defRPr>
            </a:lvl3pPr>
            <a:lvl4pPr>
              <a:defRPr sz="2175">
                <a:solidFill>
                  <a:srgbClr val="175F96"/>
                </a:solidFill>
                <a:latin typeface="Arial"/>
                <a:ea typeface="Arial"/>
                <a:cs typeface="Arial"/>
              </a:defRPr>
            </a:lvl4pPr>
            <a:lvl5pPr>
              <a:defRPr sz="2175">
                <a:solidFill>
                  <a:srgbClr val="175F96"/>
                </a:solidFill>
                <a:latin typeface="Arial"/>
                <a:ea typeface="Arial"/>
                <a:cs typeface="Arial"/>
              </a:defRPr>
            </a:lvl5pPr>
            <a:lvl6pPr>
              <a:defRPr sz="2175">
                <a:solidFill>
                  <a:srgbClr val="175F96"/>
                </a:solidFill>
                <a:latin typeface="Arial"/>
                <a:ea typeface="Arial"/>
                <a:cs typeface="Arial"/>
              </a:defRPr>
            </a:lvl6pPr>
            <a:lvl7pPr>
              <a:defRPr sz="2175">
                <a:solidFill>
                  <a:srgbClr val="175F96"/>
                </a:solidFill>
                <a:latin typeface="Arial"/>
                <a:ea typeface="Arial"/>
                <a:cs typeface="Arial"/>
              </a:defRPr>
            </a:lvl7pPr>
            <a:lvl8pPr>
              <a:defRPr sz="2175">
                <a:solidFill>
                  <a:srgbClr val="175F96"/>
                </a:solidFill>
                <a:latin typeface="Arial"/>
                <a:ea typeface="Arial"/>
                <a:cs typeface="Arial"/>
              </a:defRPr>
            </a:lvl8pPr>
            <a:lvl9pPr>
              <a:defRPr sz="2175">
                <a:solidFill>
                  <a:srgbClr val="175F96"/>
                </a:solidFill>
                <a:latin typeface="Arial"/>
                <a:ea typeface="Arial"/>
                <a:cs typeface="Arial"/>
              </a:defRPr>
            </a:lvl9pPr>
          </a:lstStyle>
          <a:p xmlns:a="http://schemas.openxmlformats.org/drawingml/2006/main">
            <a:pPr>
              <a:defRPr sz="2175">
                <a:solidFill>
                  <a:srgbClr val="175F96"/>
                </a:solidFill>
                <a:latin typeface="Arial"/>
                <a:ea typeface="Arial"/>
                <a:cs typeface="Arial"/>
              </a:defRPr>
            </a:pPr>
            <a:r>
              <a:rPr sz="2175">
                <a:solidFill>
                  <a:srgbClr val="175F96"/>
                </a:solidFill>
                <a:latin typeface="Arial"/>
                <a:ea typeface="Arial"/>
                <a:cs typeface="Arial"/>
              </a:rPr>
              <a:t>Four starts: 12 first confirmations, only 4 longer-window confirmations.</a:t>
            </a:r>
          </a:p>
        </p:txBody>
      </p:sp>
      <p:sp>
        <p:nvSpPr>
          <p:cNvPr id="5" name="">
            <a:extLst xmlns:a="http://schemas.openxmlformats.org/drawingml/2006/main">
              <a:ext uri="{FF2B5EF4-FFF2-40B4-BE49-F238E27FC236}">
                <a16:creationId xmlns:a16="http://schemas.microsoft.com/office/drawing/2014/main" id="{F0B015A6-21B7-4446-8039-3B36C1566F91}"/>
              </a:ext>
            </a:extLst>
          </p:cNvPr>
          <p:cNvSpPr>
            <a:spLocks xmlns:a="http://schemas.openxmlformats.org/drawingml/2006/main" noGrp="1"/>
          </p:cNvSpPr>
          <p:nvPr/>
        </p:nvSpPr>
        <p:spPr>
          <a:xfrm xmlns:a="http://schemas.openxmlformats.org/drawingml/2006/main">
            <a:off x="666750" y="608647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a:solidFill>
                  <a:srgbClr val="172B3A"/>
                </a:solidFill>
                <a:latin typeface="Arial"/>
                <a:ea typeface="Arial"/>
                <a:cs typeface="Arial"/>
              </a:defRPr>
            </a:defPPr>
            <a:lvl1pPr>
              <a:defRPr sz="1800">
                <a:solidFill>
                  <a:srgbClr val="172B3A"/>
                </a:solidFill>
                <a:latin typeface="Arial"/>
                <a:ea typeface="Arial"/>
                <a:cs typeface="Arial"/>
              </a:defRPr>
            </a:lvl1pPr>
            <a:lvl2pPr>
              <a:defRPr sz="1800">
                <a:solidFill>
                  <a:srgbClr val="172B3A"/>
                </a:solidFill>
                <a:latin typeface="Arial"/>
                <a:ea typeface="Arial"/>
                <a:cs typeface="Arial"/>
              </a:defRPr>
            </a:lvl2pPr>
            <a:lvl3pPr>
              <a:defRPr sz="1800">
                <a:solidFill>
                  <a:srgbClr val="172B3A"/>
                </a:solidFill>
                <a:latin typeface="Arial"/>
                <a:ea typeface="Arial"/>
                <a:cs typeface="Arial"/>
              </a:defRPr>
            </a:lvl3pPr>
            <a:lvl4pPr>
              <a:defRPr sz="1800">
                <a:solidFill>
                  <a:srgbClr val="172B3A"/>
                </a:solidFill>
                <a:latin typeface="Arial"/>
                <a:ea typeface="Arial"/>
                <a:cs typeface="Arial"/>
              </a:defRPr>
            </a:lvl4pPr>
            <a:lvl5pPr>
              <a:defRPr sz="1800">
                <a:solidFill>
                  <a:srgbClr val="172B3A"/>
                </a:solidFill>
                <a:latin typeface="Arial"/>
                <a:ea typeface="Arial"/>
                <a:cs typeface="Arial"/>
              </a:defRPr>
            </a:lvl5pPr>
            <a:lvl6pPr>
              <a:defRPr sz="1800">
                <a:solidFill>
                  <a:srgbClr val="172B3A"/>
                </a:solidFill>
                <a:latin typeface="Arial"/>
                <a:ea typeface="Arial"/>
                <a:cs typeface="Arial"/>
              </a:defRPr>
            </a:lvl6pPr>
            <a:lvl7pPr>
              <a:defRPr sz="1800">
                <a:solidFill>
                  <a:srgbClr val="172B3A"/>
                </a:solidFill>
                <a:latin typeface="Arial"/>
                <a:ea typeface="Arial"/>
                <a:cs typeface="Arial"/>
              </a:defRPr>
            </a:lvl7pPr>
            <a:lvl8pPr>
              <a:defRPr sz="1800">
                <a:solidFill>
                  <a:srgbClr val="172B3A"/>
                </a:solidFill>
                <a:latin typeface="Arial"/>
                <a:ea typeface="Arial"/>
                <a:cs typeface="Arial"/>
              </a:defRPr>
            </a:lvl8pPr>
            <a:lvl9pPr>
              <a:defRPr sz="1800">
                <a:solidFill>
                  <a:srgbClr val="172B3A"/>
                </a:solidFill>
                <a:latin typeface="Arial"/>
                <a:ea typeface="Arial"/>
                <a:cs typeface="Arial"/>
              </a:defRPr>
            </a:lvl9pPr>
          </a:lstStyle>
          <a:p xmlns:a="http://schemas.openxmlformats.org/drawingml/2006/main">
            <a:pPr>
              <a:defRPr sz="1800">
                <a:solidFill>
                  <a:srgbClr val="172B3A"/>
                </a:solidFill>
                <a:latin typeface="Arial"/>
                <a:ea typeface="Arial"/>
                <a:cs typeface="Arial"/>
              </a:defRPr>
            </a:pPr>
            <a:r>
              <a:rPr sz="1800">
                <a:solidFill>
                  <a:srgbClr val="172B3A"/>
                </a:solidFill>
                <a:latin typeface="Arial"/>
                <a:ea typeface="Arial"/>
                <a:cs typeface="Arial"/>
              </a:rPr>
              <a:t>Finite window. Same budget. Future work: more tasks, splits and longer checks.</a:t>
            </a:r>
          </a:p>
        </p:txBody>
      </p:sp>
    </p:spTree>
    <p:extLst>
      <p:ext uri="{BB962C8B-B14F-4D97-AF65-F5344CB8AC3E}">
        <p14:creationId xmlns:p14="http://schemas.microsoft.com/office/powerpoint/2010/main" val="38115023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C033F4A-B8E5-4023-9DB0-B465481B51CA}"/>
              </a:ext>
            </a:extLst>
          </p:cNvPr>
          <p:cNvSpPr>
            <a:spLocks xmlns:a="http://schemas.openxmlformats.org/drawingml/2006/main" noGrp="1"/>
          </p:cNvSpPr>
          <p:nvPr/>
        </p:nvSpPr>
        <p:spPr>
          <a:xfrm xmlns:a="http://schemas.openxmlformats.org/drawingml/2006/main">
            <a:off x="666750" y="381000"/>
            <a:ext cx="1085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2B3A"/>
                </a:solidFill>
                <a:latin typeface="Arial"/>
                <a:ea typeface="Arial"/>
                <a:cs typeface="Arial"/>
              </a:defRPr>
            </a:defPPr>
            <a:lvl1pPr>
              <a:defRPr sz="3150" b="1">
                <a:solidFill>
                  <a:srgbClr val="172B3A"/>
                </a:solidFill>
                <a:latin typeface="Arial"/>
                <a:ea typeface="Arial"/>
                <a:cs typeface="Arial"/>
              </a:defRPr>
            </a:lvl1pPr>
            <a:lvl2pPr>
              <a:defRPr sz="3150" b="1">
                <a:solidFill>
                  <a:srgbClr val="172B3A"/>
                </a:solidFill>
                <a:latin typeface="Arial"/>
                <a:ea typeface="Arial"/>
                <a:cs typeface="Arial"/>
              </a:defRPr>
            </a:lvl2pPr>
            <a:lvl3pPr>
              <a:defRPr sz="3150" b="1">
                <a:solidFill>
                  <a:srgbClr val="172B3A"/>
                </a:solidFill>
                <a:latin typeface="Arial"/>
                <a:ea typeface="Arial"/>
                <a:cs typeface="Arial"/>
              </a:defRPr>
            </a:lvl3pPr>
            <a:lvl4pPr>
              <a:defRPr sz="3150" b="1">
                <a:solidFill>
                  <a:srgbClr val="172B3A"/>
                </a:solidFill>
                <a:latin typeface="Arial"/>
                <a:ea typeface="Arial"/>
                <a:cs typeface="Arial"/>
              </a:defRPr>
            </a:lvl4pPr>
            <a:lvl5pPr>
              <a:defRPr sz="3150" b="1">
                <a:solidFill>
                  <a:srgbClr val="172B3A"/>
                </a:solidFill>
                <a:latin typeface="Arial"/>
                <a:ea typeface="Arial"/>
                <a:cs typeface="Arial"/>
              </a:defRPr>
            </a:lvl5pPr>
            <a:lvl6pPr>
              <a:defRPr sz="3150" b="1">
                <a:solidFill>
                  <a:srgbClr val="172B3A"/>
                </a:solidFill>
                <a:latin typeface="Arial"/>
                <a:ea typeface="Arial"/>
                <a:cs typeface="Arial"/>
              </a:defRPr>
            </a:lvl6pPr>
            <a:lvl7pPr>
              <a:defRPr sz="3150" b="1">
                <a:solidFill>
                  <a:srgbClr val="172B3A"/>
                </a:solidFill>
                <a:latin typeface="Arial"/>
                <a:ea typeface="Arial"/>
                <a:cs typeface="Arial"/>
              </a:defRPr>
            </a:lvl7pPr>
            <a:lvl8pPr>
              <a:defRPr sz="3150" b="1">
                <a:solidFill>
                  <a:srgbClr val="172B3A"/>
                </a:solidFill>
                <a:latin typeface="Arial"/>
                <a:ea typeface="Arial"/>
                <a:cs typeface="Arial"/>
              </a:defRPr>
            </a:lvl8pPr>
            <a:lvl9pPr>
              <a:defRPr sz="3150" b="1">
                <a:solidFill>
                  <a:srgbClr val="172B3A"/>
                </a:solidFill>
                <a:latin typeface="Arial"/>
                <a:ea typeface="Arial"/>
                <a:cs typeface="Arial"/>
              </a:defRPr>
            </a:lvl9pPr>
          </a:lstStyle>
          <a:p xmlns:a="http://schemas.openxmlformats.org/drawingml/2006/main">
            <a:pPr>
              <a:defRPr sz="3150" b="1">
                <a:solidFill>
                  <a:srgbClr val="172B3A"/>
                </a:solidFill>
                <a:latin typeface="Arial"/>
                <a:ea typeface="Arial"/>
                <a:cs typeface="Arial"/>
              </a:defRPr>
            </a:pPr>
            <a:r>
              <a:rPr sz="3150" b="1">
                <a:solidFill>
                  <a:srgbClr val="172B3A"/>
                </a:solidFill>
                <a:latin typeface="Arial"/>
                <a:ea typeface="Arial"/>
                <a:cs typeface="Arial"/>
              </a:rPr>
              <a:t>One long run was more reliable at 8k</a:t>
            </a:r>
          </a:p>
        </p:txBody>
      </p:sp>
      <p:sp>
        <p:nvSpPr>
          <p:cNvPr id="2" name="">
            <a:extLst xmlns:a="http://schemas.openxmlformats.org/drawingml/2006/main">
              <a:ext uri="{FF2B5EF4-FFF2-40B4-BE49-F238E27FC236}">
                <a16:creationId xmlns:a16="http://schemas.microsoft.com/office/drawing/2014/main" id="{8CFF7541-CFD1-4BDB-A6C0-E7230C082628}"/>
              </a:ext>
            </a:extLst>
          </p:cNvPr>
          <p:cNvSpPr>
            <a:spLocks xmlns:a="http://schemas.openxmlformats.org/drawingml/2006/main" noGrp="1"/>
          </p:cNvSpPr>
          <p:nvPr/>
        </p:nvSpPr>
        <p:spPr>
          <a:xfrm xmlns:a="http://schemas.openxmlformats.org/drawingml/2006/main">
            <a:off x="666750" y="64865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a:solidFill>
                  <a:srgbClr val="637E8E"/>
                </a:solidFill>
                <a:latin typeface="Arial"/>
                <a:ea typeface="Arial"/>
                <a:cs typeface="Arial"/>
              </a:defRPr>
            </a:defPPr>
            <a:lvl1pPr>
              <a:defRPr sz="1350">
                <a:solidFill>
                  <a:srgbClr val="637E8E"/>
                </a:solidFill>
                <a:latin typeface="Arial"/>
                <a:ea typeface="Arial"/>
                <a:cs typeface="Arial"/>
              </a:defRPr>
            </a:lvl1pPr>
            <a:lvl2pPr>
              <a:defRPr sz="1350">
                <a:solidFill>
                  <a:srgbClr val="637E8E"/>
                </a:solidFill>
                <a:latin typeface="Arial"/>
                <a:ea typeface="Arial"/>
                <a:cs typeface="Arial"/>
              </a:defRPr>
            </a:lvl2pPr>
            <a:lvl3pPr>
              <a:defRPr sz="1350">
                <a:solidFill>
                  <a:srgbClr val="637E8E"/>
                </a:solidFill>
                <a:latin typeface="Arial"/>
                <a:ea typeface="Arial"/>
                <a:cs typeface="Arial"/>
              </a:defRPr>
            </a:lvl3pPr>
            <a:lvl4pPr>
              <a:defRPr sz="1350">
                <a:solidFill>
                  <a:srgbClr val="637E8E"/>
                </a:solidFill>
                <a:latin typeface="Arial"/>
                <a:ea typeface="Arial"/>
                <a:cs typeface="Arial"/>
              </a:defRPr>
            </a:lvl4pPr>
            <a:lvl5pPr>
              <a:defRPr sz="1350">
                <a:solidFill>
                  <a:srgbClr val="637E8E"/>
                </a:solidFill>
                <a:latin typeface="Arial"/>
                <a:ea typeface="Arial"/>
                <a:cs typeface="Arial"/>
              </a:defRPr>
            </a:lvl5pPr>
            <a:lvl6pPr>
              <a:defRPr sz="1350">
                <a:solidFill>
                  <a:srgbClr val="637E8E"/>
                </a:solidFill>
                <a:latin typeface="Arial"/>
                <a:ea typeface="Arial"/>
                <a:cs typeface="Arial"/>
              </a:defRPr>
            </a:lvl6pPr>
            <a:lvl7pPr>
              <a:defRPr sz="1350">
                <a:solidFill>
                  <a:srgbClr val="637E8E"/>
                </a:solidFill>
                <a:latin typeface="Arial"/>
                <a:ea typeface="Arial"/>
                <a:cs typeface="Arial"/>
              </a:defRPr>
            </a:lvl7pPr>
            <a:lvl8pPr>
              <a:defRPr sz="1350">
                <a:solidFill>
                  <a:srgbClr val="637E8E"/>
                </a:solidFill>
                <a:latin typeface="Arial"/>
                <a:ea typeface="Arial"/>
                <a:cs typeface="Arial"/>
              </a:defRPr>
            </a:lvl8pPr>
            <a:lvl9pPr>
              <a:defRPr sz="1350">
                <a:solidFill>
                  <a:srgbClr val="637E8E"/>
                </a:solidFill>
                <a:latin typeface="Arial"/>
                <a:ea typeface="Arial"/>
                <a:cs typeface="Arial"/>
              </a:defRPr>
            </a:lvl9pPr>
          </a:lstStyle>
          <a:p xmlns:a="http://schemas.openxmlformats.org/drawingml/2006/main">
            <a:pPr>
              <a:defRPr sz="1350">
                <a:solidFill>
                  <a:srgbClr val="637E8E"/>
                </a:solidFill>
                <a:latin typeface="Arial"/>
                <a:ea typeface="Arial"/>
                <a:cs typeface="Arial"/>
              </a:defRPr>
            </a:pPr>
            <a:r>
              <a:rPr sz="1350">
                <a:solidFill>
                  <a:srgbClr val="637E8E"/>
                </a:solidFill>
                <a:latin typeface="Arial"/>
                <a:ea typeface="Arial"/>
                <a:cs typeface="Arial"/>
              </a:rPr>
              <a:t>Assessment 10 / 10</a:t>
            </a:r>
          </a:p>
        </p:txBody>
      </p:sp>
      <p:sp>
        <p:nvSpPr>
          <p:cNvPr id="3" name="">
            <a:extLst xmlns:a="http://schemas.openxmlformats.org/drawingml/2006/main">
              <a:ext uri="{FF2B5EF4-FFF2-40B4-BE49-F238E27FC236}">
                <a16:creationId xmlns:a16="http://schemas.microsoft.com/office/drawing/2014/main" id="{A502F024-3265-44BF-9AE3-34BC64E16F9E}"/>
              </a:ext>
            </a:extLst>
          </p:cNvPr>
          <p:cNvSpPr>
            <a:spLocks xmlns:a="http://schemas.openxmlformats.org/drawingml/2006/main" noGrp="1"/>
          </p:cNvSpPr>
          <p:nvPr/>
        </p:nvSpPr>
        <p:spPr>
          <a:xfrm xmlns:a="http://schemas.openxmlformats.org/drawingml/2006/main">
            <a:off x="666750" y="15525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a:solidFill>
                  <a:srgbClr val="175F96"/>
                </a:solidFill>
                <a:latin typeface="Arial"/>
                <a:ea typeface="Arial"/>
                <a:cs typeface="Arial"/>
              </a:defRPr>
            </a:defPPr>
            <a:lvl1pPr>
              <a:defRPr sz="2325">
                <a:solidFill>
                  <a:srgbClr val="175F96"/>
                </a:solidFill>
                <a:latin typeface="Arial"/>
                <a:ea typeface="Arial"/>
                <a:cs typeface="Arial"/>
              </a:defRPr>
            </a:lvl1pPr>
            <a:lvl2pPr>
              <a:defRPr sz="2325">
                <a:solidFill>
                  <a:srgbClr val="175F96"/>
                </a:solidFill>
                <a:latin typeface="Arial"/>
                <a:ea typeface="Arial"/>
                <a:cs typeface="Arial"/>
              </a:defRPr>
            </a:lvl2pPr>
            <a:lvl3pPr>
              <a:defRPr sz="2325">
                <a:solidFill>
                  <a:srgbClr val="175F96"/>
                </a:solidFill>
                <a:latin typeface="Arial"/>
                <a:ea typeface="Arial"/>
                <a:cs typeface="Arial"/>
              </a:defRPr>
            </a:lvl3pPr>
            <a:lvl4pPr>
              <a:defRPr sz="2325">
                <a:solidFill>
                  <a:srgbClr val="175F96"/>
                </a:solidFill>
                <a:latin typeface="Arial"/>
                <a:ea typeface="Arial"/>
                <a:cs typeface="Arial"/>
              </a:defRPr>
            </a:lvl4pPr>
            <a:lvl5pPr>
              <a:defRPr sz="2325">
                <a:solidFill>
                  <a:srgbClr val="175F96"/>
                </a:solidFill>
                <a:latin typeface="Arial"/>
                <a:ea typeface="Arial"/>
                <a:cs typeface="Arial"/>
              </a:defRPr>
            </a:lvl5pPr>
            <a:lvl6pPr>
              <a:defRPr sz="2325">
                <a:solidFill>
                  <a:srgbClr val="175F96"/>
                </a:solidFill>
                <a:latin typeface="Arial"/>
                <a:ea typeface="Arial"/>
                <a:cs typeface="Arial"/>
              </a:defRPr>
            </a:lvl6pPr>
            <a:lvl7pPr>
              <a:defRPr sz="2325">
                <a:solidFill>
                  <a:srgbClr val="175F96"/>
                </a:solidFill>
                <a:latin typeface="Arial"/>
                <a:ea typeface="Arial"/>
                <a:cs typeface="Arial"/>
              </a:defRPr>
            </a:lvl7pPr>
            <a:lvl8pPr>
              <a:defRPr sz="2325">
                <a:solidFill>
                  <a:srgbClr val="175F96"/>
                </a:solidFill>
                <a:latin typeface="Arial"/>
                <a:ea typeface="Arial"/>
                <a:cs typeface="Arial"/>
              </a:defRPr>
            </a:lvl8pPr>
            <a:lvl9pPr>
              <a:defRPr sz="2325">
                <a:solidFill>
                  <a:srgbClr val="175F96"/>
                </a:solidFill>
                <a:latin typeface="Arial"/>
                <a:ea typeface="Arial"/>
                <a:cs typeface="Arial"/>
              </a:defRPr>
            </a:lvl9pPr>
          </a:lstStyle>
          <a:p xmlns:a="http://schemas.openxmlformats.org/drawingml/2006/main">
            <a:pPr>
              <a:defRPr sz="2325">
                <a:solidFill>
                  <a:srgbClr val="175F96"/>
                </a:solidFill>
                <a:latin typeface="Arial"/>
                <a:ea typeface="Arial"/>
                <a:cs typeface="Arial"/>
              </a:defRPr>
            </a:pPr>
            <a:r>
              <a:rPr sz="2325">
                <a:solidFill>
                  <a:srgbClr val="175F96"/>
                </a:solidFill>
                <a:latin typeface="Arial"/>
                <a:ea typeface="Arial"/>
                <a:cs typeface="Arial"/>
              </a:rPr>
              <a:t>Chance difference (percentage points): 4 runs minus 1</a:t>
            </a:r>
          </a:p>
        </p:txBody>
      </p:sp>
      <p:sp>
        <p:nvSpPr>
          <p:cNvPr id="4" name="">
            <a:extLst xmlns:a="http://schemas.openxmlformats.org/drawingml/2006/main">
              <a:ext uri="{FF2B5EF4-FFF2-40B4-BE49-F238E27FC236}">
                <a16:creationId xmlns:a16="http://schemas.microsoft.com/office/drawing/2014/main" id="{F590C8E7-07C4-4AA0-BBD8-6230DBA53B9D}"/>
              </a:ext>
            </a:extLst>
          </p:cNvPr>
          <p:cNvSpPr>
            <a:spLocks xmlns:a="http://schemas.openxmlformats.org/drawingml/2006/main" noGrp="1"/>
          </p:cNvSpPr>
          <p:nvPr/>
        </p:nvSpPr>
        <p:spPr>
          <a:xfrm xmlns:a="http://schemas.openxmlformats.org/drawingml/2006/main">
            <a:off x="9683750" y="2238375"/>
            <a:ext cx="953" cy="2762250"/>
          </a:xfrm>
          <a:custGeom xmlns:a="http://schemas.openxmlformats.org/drawingml/2006/main">
            <a:pathLst>
              <a:path w="953" h="2762250">
                <a:moveTo>
                  <a:pt x="0" y="0"/>
                </a:moveTo>
                <a:lnTo>
                  <a:pt x="0" y="2762250"/>
                </a:lnTo>
              </a:path>
            </a:pathLst>
          </a:custGeom>
          <a:noFill xmlns:a="http://schemas.openxmlformats.org/drawingml/2006/main"/>
          <a:ln xmlns:a="http://schemas.openxmlformats.org/drawingml/2006/main" w="14288">
            <a:solidFill>
              <a:srgbClr val="B4BDC5"/>
            </a:solidFill>
          </a:ln>
        </p:spPr>
      </p:sp>
      <p:sp>
        <p:nvSpPr>
          <p:cNvPr id="5" name="">
            <a:extLst xmlns:a="http://schemas.openxmlformats.org/drawingml/2006/main">
              <a:ext uri="{FF2B5EF4-FFF2-40B4-BE49-F238E27FC236}">
                <a16:creationId xmlns:a16="http://schemas.microsoft.com/office/drawing/2014/main" id="{16D728EC-D048-4D2B-83B8-B9C12B02F686}"/>
              </a:ext>
            </a:extLst>
          </p:cNvPr>
          <p:cNvSpPr>
            <a:spLocks xmlns:a="http://schemas.openxmlformats.org/drawingml/2006/main" noGrp="1"/>
          </p:cNvSpPr>
          <p:nvPr/>
        </p:nvSpPr>
        <p:spPr>
          <a:xfrm xmlns:a="http://schemas.openxmlformats.org/drawingml/2006/main">
            <a:off x="762000" y="2524125"/>
            <a:ext cx="228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Split 1</a:t>
            </a:r>
          </a:p>
        </p:txBody>
      </p:sp>
      <p:sp>
        <p:nvSpPr>
          <p:cNvPr id="6" name="">
            <a:extLst xmlns:a="http://schemas.openxmlformats.org/drawingml/2006/main">
              <a:ext uri="{FF2B5EF4-FFF2-40B4-BE49-F238E27FC236}">
                <a16:creationId xmlns:a16="http://schemas.microsoft.com/office/drawing/2014/main" id="{4A356A5E-6929-4D0B-AF23-AE6B2300FF5E}"/>
              </a:ext>
            </a:extLst>
          </p:cNvPr>
          <p:cNvSpPr>
            <a:spLocks xmlns:a="http://schemas.openxmlformats.org/drawingml/2006/main" noGrp="1"/>
          </p:cNvSpPr>
          <p:nvPr/>
        </p:nvSpPr>
        <p:spPr>
          <a:xfrm xmlns:a="http://schemas.openxmlformats.org/drawingml/2006/main">
            <a:off x="4684137" y="2714625"/>
            <a:ext cx="4129728" cy="953"/>
          </a:xfrm>
          <a:custGeom xmlns:a="http://schemas.openxmlformats.org/drawingml/2006/main">
            <a:pathLst>
              <a:path w="4129728" h="953">
                <a:moveTo>
                  <a:pt x="0" y="0"/>
                </a:moveTo>
                <a:lnTo>
                  <a:pt x="4129728" y="0"/>
                </a:lnTo>
              </a:path>
            </a:pathLst>
          </a:custGeom>
          <a:noFill xmlns:a="http://schemas.openxmlformats.org/drawingml/2006/main"/>
          <a:ln xmlns:a="http://schemas.openxmlformats.org/drawingml/2006/main" w="38100">
            <a:solidFill>
              <a:srgbClr val="175F96"/>
            </a:solidFill>
          </a:ln>
        </p:spPr>
      </p:sp>
      <p:sp>
        <p:nvSpPr>
          <p:cNvPr id="7" name="">
            <a:extLst xmlns:a="http://schemas.openxmlformats.org/drawingml/2006/main">
              <a:ext uri="{FF2B5EF4-FFF2-40B4-BE49-F238E27FC236}">
                <a16:creationId xmlns:a16="http://schemas.microsoft.com/office/drawing/2014/main" id="{D49833FA-0E76-4EB6-B839-A5FF3E634826}"/>
              </a:ext>
            </a:extLst>
          </p:cNvPr>
          <p:cNvSpPr>
            <a:spLocks xmlns:a="http://schemas.openxmlformats.org/drawingml/2006/main" noGrp="1"/>
          </p:cNvSpPr>
          <p:nvPr/>
        </p:nvSpPr>
        <p:spPr>
          <a:xfrm xmlns:a="http://schemas.openxmlformats.org/drawingml/2006/main">
            <a:off x="6230408" y="26479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1CE8668-F32B-446A-A6D6-059DBD80B72F}"/>
              </a:ext>
            </a:extLst>
          </p:cNvPr>
          <p:cNvSpPr>
            <a:spLocks xmlns:a="http://schemas.openxmlformats.org/drawingml/2006/main" noGrp="1"/>
          </p:cNvSpPr>
          <p:nvPr/>
        </p:nvSpPr>
        <p:spPr>
          <a:xfrm xmlns:a="http://schemas.openxmlformats.org/drawingml/2006/main">
            <a:off x="5677958" y="2247900"/>
            <a:ext cx="142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75F96"/>
                </a:solidFill>
                <a:latin typeface="Arial"/>
                <a:ea typeface="Arial"/>
                <a:cs typeface="Arial"/>
              </a:defRPr>
            </a:defPPr>
            <a:lvl1pPr>
              <a:defRPr sz="2025" b="1">
                <a:solidFill>
                  <a:srgbClr val="175F96"/>
                </a:solidFill>
                <a:latin typeface="Arial"/>
                <a:ea typeface="Arial"/>
                <a:cs typeface="Arial"/>
              </a:defRPr>
            </a:lvl1pPr>
            <a:lvl2pPr>
              <a:defRPr sz="2025" b="1">
                <a:solidFill>
                  <a:srgbClr val="175F96"/>
                </a:solidFill>
                <a:latin typeface="Arial"/>
                <a:ea typeface="Arial"/>
                <a:cs typeface="Arial"/>
              </a:defRPr>
            </a:lvl2pPr>
            <a:lvl3pPr>
              <a:defRPr sz="2025" b="1">
                <a:solidFill>
                  <a:srgbClr val="175F96"/>
                </a:solidFill>
                <a:latin typeface="Arial"/>
                <a:ea typeface="Arial"/>
                <a:cs typeface="Arial"/>
              </a:defRPr>
            </a:lvl3pPr>
            <a:lvl4pPr>
              <a:defRPr sz="2025" b="1">
                <a:solidFill>
                  <a:srgbClr val="175F96"/>
                </a:solidFill>
                <a:latin typeface="Arial"/>
                <a:ea typeface="Arial"/>
                <a:cs typeface="Arial"/>
              </a:defRPr>
            </a:lvl4pPr>
            <a:lvl5pPr>
              <a:defRPr sz="2025" b="1">
                <a:solidFill>
                  <a:srgbClr val="175F96"/>
                </a:solidFill>
                <a:latin typeface="Arial"/>
                <a:ea typeface="Arial"/>
                <a:cs typeface="Arial"/>
              </a:defRPr>
            </a:lvl5pPr>
            <a:lvl6pPr>
              <a:defRPr sz="2025" b="1">
                <a:solidFill>
                  <a:srgbClr val="175F96"/>
                </a:solidFill>
                <a:latin typeface="Arial"/>
                <a:ea typeface="Arial"/>
                <a:cs typeface="Arial"/>
              </a:defRPr>
            </a:lvl6pPr>
            <a:lvl7pPr>
              <a:defRPr sz="2025" b="1">
                <a:solidFill>
                  <a:srgbClr val="175F96"/>
                </a:solidFill>
                <a:latin typeface="Arial"/>
                <a:ea typeface="Arial"/>
                <a:cs typeface="Arial"/>
              </a:defRPr>
            </a:lvl7pPr>
            <a:lvl8pPr>
              <a:defRPr sz="2025" b="1">
                <a:solidFill>
                  <a:srgbClr val="175F96"/>
                </a:solidFill>
                <a:latin typeface="Arial"/>
                <a:ea typeface="Arial"/>
                <a:cs typeface="Arial"/>
              </a:defRPr>
            </a:lvl8pPr>
            <a:lvl9pPr>
              <a:defRPr sz="2025" b="1">
                <a:solidFill>
                  <a:srgbClr val="175F96"/>
                </a:solidFill>
                <a:latin typeface="Arial"/>
                <a:ea typeface="Arial"/>
                <a:cs typeface="Arial"/>
              </a:defRPr>
            </a:lvl9pPr>
          </a:lstStyle>
          <a:p xmlns:a="http://schemas.openxmlformats.org/drawingml/2006/main">
            <a:pPr>
              <a:defRPr sz="2025" b="1">
                <a:solidFill>
                  <a:srgbClr val="175F96"/>
                </a:solidFill>
                <a:latin typeface="Arial"/>
                <a:ea typeface="Arial"/>
                <a:cs typeface="Arial"/>
              </a:defRPr>
            </a:pPr>
            <a:r>
              <a:rPr sz="2025" b="1">
                <a:solidFill>
                  <a:srgbClr val="175F96"/>
                </a:solidFill>
                <a:latin typeface="Arial"/>
                <a:ea typeface="Arial"/>
                <a:cs typeface="Arial"/>
              </a:rPr>
              <a:t>-53.3 pp</a:t>
            </a:r>
          </a:p>
        </p:txBody>
      </p:sp>
      <p:sp>
        <p:nvSpPr>
          <p:cNvPr id="9" name="">
            <a:extLst xmlns:a="http://schemas.openxmlformats.org/drawingml/2006/main">
              <a:ext uri="{FF2B5EF4-FFF2-40B4-BE49-F238E27FC236}">
                <a16:creationId xmlns:a16="http://schemas.microsoft.com/office/drawing/2014/main" id="{B0617BB3-6EE3-41F5-80D1-1184505D34A1}"/>
              </a:ext>
            </a:extLst>
          </p:cNvPr>
          <p:cNvSpPr>
            <a:spLocks xmlns:a="http://schemas.openxmlformats.org/drawingml/2006/main" noGrp="1"/>
          </p:cNvSpPr>
          <p:nvPr/>
        </p:nvSpPr>
        <p:spPr>
          <a:xfrm xmlns:a="http://schemas.openxmlformats.org/drawingml/2006/main">
            <a:off x="762000" y="3476625"/>
            <a:ext cx="228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Split 2</a:t>
            </a:r>
          </a:p>
        </p:txBody>
      </p:sp>
      <p:sp>
        <p:nvSpPr>
          <p:cNvPr id="10" name="">
            <a:extLst xmlns:a="http://schemas.openxmlformats.org/drawingml/2006/main">
              <a:ext uri="{FF2B5EF4-FFF2-40B4-BE49-F238E27FC236}">
                <a16:creationId xmlns:a16="http://schemas.microsoft.com/office/drawing/2014/main" id="{80E96457-DDDB-45D5-8598-05B05DB21C97}"/>
              </a:ext>
            </a:extLst>
          </p:cNvPr>
          <p:cNvSpPr>
            <a:spLocks xmlns:a="http://schemas.openxmlformats.org/drawingml/2006/main" noGrp="1"/>
          </p:cNvSpPr>
          <p:nvPr/>
        </p:nvSpPr>
        <p:spPr>
          <a:xfrm xmlns:a="http://schemas.openxmlformats.org/drawingml/2006/main">
            <a:off x="4204944" y="3667125"/>
            <a:ext cx="3981675" cy="953"/>
          </a:xfrm>
          <a:custGeom xmlns:a="http://schemas.openxmlformats.org/drawingml/2006/main">
            <a:pathLst>
              <a:path w="3981675" h="953">
                <a:moveTo>
                  <a:pt x="0" y="0"/>
                </a:moveTo>
                <a:lnTo>
                  <a:pt x="3981675" y="0"/>
                </a:lnTo>
              </a:path>
            </a:pathLst>
          </a:custGeom>
          <a:noFill xmlns:a="http://schemas.openxmlformats.org/drawingml/2006/main"/>
          <a:ln xmlns:a="http://schemas.openxmlformats.org/drawingml/2006/main" w="38100">
            <a:solidFill>
              <a:srgbClr val="175F96"/>
            </a:solidFill>
          </a:ln>
        </p:spPr>
      </p:sp>
      <p:sp>
        <p:nvSpPr>
          <p:cNvPr id="11" name="">
            <a:extLst xmlns:a="http://schemas.openxmlformats.org/drawingml/2006/main">
              <a:ext uri="{FF2B5EF4-FFF2-40B4-BE49-F238E27FC236}">
                <a16:creationId xmlns:a16="http://schemas.microsoft.com/office/drawing/2014/main" id="{49E0BC68-F960-4608-80E2-B5441C4D00FF}"/>
              </a:ext>
            </a:extLst>
          </p:cNvPr>
          <p:cNvSpPr>
            <a:spLocks xmlns:a="http://schemas.openxmlformats.org/drawingml/2006/main" noGrp="1"/>
          </p:cNvSpPr>
          <p:nvPr/>
        </p:nvSpPr>
        <p:spPr>
          <a:xfrm xmlns:a="http://schemas.openxmlformats.org/drawingml/2006/main">
            <a:off x="5595408" y="36004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BB7AF20-A263-4F1E-B5FB-05B08D859330}"/>
              </a:ext>
            </a:extLst>
          </p:cNvPr>
          <p:cNvSpPr>
            <a:spLocks xmlns:a="http://schemas.openxmlformats.org/drawingml/2006/main" noGrp="1"/>
          </p:cNvSpPr>
          <p:nvPr/>
        </p:nvSpPr>
        <p:spPr>
          <a:xfrm xmlns:a="http://schemas.openxmlformats.org/drawingml/2006/main">
            <a:off x="5042958" y="3200400"/>
            <a:ext cx="142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75F96"/>
                </a:solidFill>
                <a:latin typeface="Arial"/>
                <a:ea typeface="Arial"/>
                <a:cs typeface="Arial"/>
              </a:defRPr>
            </a:defPPr>
            <a:lvl1pPr>
              <a:defRPr sz="2025" b="1">
                <a:solidFill>
                  <a:srgbClr val="175F96"/>
                </a:solidFill>
                <a:latin typeface="Arial"/>
                <a:ea typeface="Arial"/>
                <a:cs typeface="Arial"/>
              </a:defRPr>
            </a:lvl1pPr>
            <a:lvl2pPr>
              <a:defRPr sz="2025" b="1">
                <a:solidFill>
                  <a:srgbClr val="175F96"/>
                </a:solidFill>
                <a:latin typeface="Arial"/>
                <a:ea typeface="Arial"/>
                <a:cs typeface="Arial"/>
              </a:defRPr>
            </a:lvl2pPr>
            <a:lvl3pPr>
              <a:defRPr sz="2025" b="1">
                <a:solidFill>
                  <a:srgbClr val="175F96"/>
                </a:solidFill>
                <a:latin typeface="Arial"/>
                <a:ea typeface="Arial"/>
                <a:cs typeface="Arial"/>
              </a:defRPr>
            </a:lvl3pPr>
            <a:lvl4pPr>
              <a:defRPr sz="2025" b="1">
                <a:solidFill>
                  <a:srgbClr val="175F96"/>
                </a:solidFill>
                <a:latin typeface="Arial"/>
                <a:ea typeface="Arial"/>
                <a:cs typeface="Arial"/>
              </a:defRPr>
            </a:lvl4pPr>
            <a:lvl5pPr>
              <a:defRPr sz="2025" b="1">
                <a:solidFill>
                  <a:srgbClr val="175F96"/>
                </a:solidFill>
                <a:latin typeface="Arial"/>
                <a:ea typeface="Arial"/>
                <a:cs typeface="Arial"/>
              </a:defRPr>
            </a:lvl5pPr>
            <a:lvl6pPr>
              <a:defRPr sz="2025" b="1">
                <a:solidFill>
                  <a:srgbClr val="175F96"/>
                </a:solidFill>
                <a:latin typeface="Arial"/>
                <a:ea typeface="Arial"/>
                <a:cs typeface="Arial"/>
              </a:defRPr>
            </a:lvl6pPr>
            <a:lvl7pPr>
              <a:defRPr sz="2025" b="1">
                <a:solidFill>
                  <a:srgbClr val="175F96"/>
                </a:solidFill>
                <a:latin typeface="Arial"/>
                <a:ea typeface="Arial"/>
                <a:cs typeface="Arial"/>
              </a:defRPr>
            </a:lvl7pPr>
            <a:lvl8pPr>
              <a:defRPr sz="2025" b="1">
                <a:solidFill>
                  <a:srgbClr val="175F96"/>
                </a:solidFill>
                <a:latin typeface="Arial"/>
                <a:ea typeface="Arial"/>
                <a:cs typeface="Arial"/>
              </a:defRPr>
            </a:lvl8pPr>
            <a:lvl9pPr>
              <a:defRPr sz="2025" b="1">
                <a:solidFill>
                  <a:srgbClr val="175F96"/>
                </a:solidFill>
                <a:latin typeface="Arial"/>
                <a:ea typeface="Arial"/>
                <a:cs typeface="Arial"/>
              </a:defRPr>
            </a:lvl9pPr>
          </a:lstStyle>
          <a:p xmlns:a="http://schemas.openxmlformats.org/drawingml/2006/main">
            <a:pPr>
              <a:defRPr sz="2025" b="1">
                <a:solidFill>
                  <a:srgbClr val="175F96"/>
                </a:solidFill>
                <a:latin typeface="Arial"/>
                <a:ea typeface="Arial"/>
                <a:cs typeface="Arial"/>
              </a:defRPr>
            </a:pPr>
            <a:r>
              <a:rPr sz="2025" b="1">
                <a:solidFill>
                  <a:srgbClr val="175F96"/>
                </a:solidFill>
                <a:latin typeface="Arial"/>
                <a:ea typeface="Arial"/>
                <a:cs typeface="Arial"/>
              </a:rPr>
              <a:t>-63.3 pp</a:t>
            </a:r>
          </a:p>
        </p:txBody>
      </p:sp>
      <p:sp>
        <p:nvSpPr>
          <p:cNvPr id="13" name="">
            <a:extLst xmlns:a="http://schemas.openxmlformats.org/drawingml/2006/main">
              <a:ext uri="{FF2B5EF4-FFF2-40B4-BE49-F238E27FC236}">
                <a16:creationId xmlns:a16="http://schemas.microsoft.com/office/drawing/2014/main" id="{7A5730AB-CD49-466F-9878-AA9E1963C59B}"/>
              </a:ext>
            </a:extLst>
          </p:cNvPr>
          <p:cNvSpPr>
            <a:spLocks xmlns:a="http://schemas.openxmlformats.org/drawingml/2006/main" noGrp="1"/>
          </p:cNvSpPr>
          <p:nvPr/>
        </p:nvSpPr>
        <p:spPr>
          <a:xfrm xmlns:a="http://schemas.openxmlformats.org/drawingml/2006/main">
            <a:off x="762000" y="4429125"/>
            <a:ext cx="228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72B3A"/>
                </a:solidFill>
                <a:latin typeface="Arial"/>
                <a:ea typeface="Arial"/>
                <a:cs typeface="Arial"/>
              </a:defRPr>
            </a:defPPr>
            <a:lvl1pPr>
              <a:defRPr sz="2325" b="1">
                <a:solidFill>
                  <a:srgbClr val="172B3A"/>
                </a:solidFill>
                <a:latin typeface="Arial"/>
                <a:ea typeface="Arial"/>
                <a:cs typeface="Arial"/>
              </a:defRPr>
            </a:lvl1pPr>
            <a:lvl2pPr>
              <a:defRPr sz="2325" b="1">
                <a:solidFill>
                  <a:srgbClr val="172B3A"/>
                </a:solidFill>
                <a:latin typeface="Arial"/>
                <a:ea typeface="Arial"/>
                <a:cs typeface="Arial"/>
              </a:defRPr>
            </a:lvl2pPr>
            <a:lvl3pPr>
              <a:defRPr sz="2325" b="1">
                <a:solidFill>
                  <a:srgbClr val="172B3A"/>
                </a:solidFill>
                <a:latin typeface="Arial"/>
                <a:ea typeface="Arial"/>
                <a:cs typeface="Arial"/>
              </a:defRPr>
            </a:lvl3pPr>
            <a:lvl4pPr>
              <a:defRPr sz="2325" b="1">
                <a:solidFill>
                  <a:srgbClr val="172B3A"/>
                </a:solidFill>
                <a:latin typeface="Arial"/>
                <a:ea typeface="Arial"/>
                <a:cs typeface="Arial"/>
              </a:defRPr>
            </a:lvl4pPr>
            <a:lvl5pPr>
              <a:defRPr sz="2325" b="1">
                <a:solidFill>
                  <a:srgbClr val="172B3A"/>
                </a:solidFill>
                <a:latin typeface="Arial"/>
                <a:ea typeface="Arial"/>
                <a:cs typeface="Arial"/>
              </a:defRPr>
            </a:lvl5pPr>
            <a:lvl6pPr>
              <a:defRPr sz="2325" b="1">
                <a:solidFill>
                  <a:srgbClr val="172B3A"/>
                </a:solidFill>
                <a:latin typeface="Arial"/>
                <a:ea typeface="Arial"/>
                <a:cs typeface="Arial"/>
              </a:defRPr>
            </a:lvl6pPr>
            <a:lvl7pPr>
              <a:defRPr sz="2325" b="1">
                <a:solidFill>
                  <a:srgbClr val="172B3A"/>
                </a:solidFill>
                <a:latin typeface="Arial"/>
                <a:ea typeface="Arial"/>
                <a:cs typeface="Arial"/>
              </a:defRPr>
            </a:lvl7pPr>
            <a:lvl8pPr>
              <a:defRPr sz="2325" b="1">
                <a:solidFill>
                  <a:srgbClr val="172B3A"/>
                </a:solidFill>
                <a:latin typeface="Arial"/>
                <a:ea typeface="Arial"/>
                <a:cs typeface="Arial"/>
              </a:defRPr>
            </a:lvl8pPr>
            <a:lvl9pPr>
              <a:defRPr sz="2325" b="1">
                <a:solidFill>
                  <a:srgbClr val="172B3A"/>
                </a:solidFill>
                <a:latin typeface="Arial"/>
                <a:ea typeface="Arial"/>
                <a:cs typeface="Arial"/>
              </a:defRPr>
            </a:lvl9pPr>
          </a:lstStyle>
          <a:p xmlns:a="http://schemas.openxmlformats.org/drawingml/2006/main">
            <a:pPr>
              <a:defRPr sz="2325" b="1">
                <a:solidFill>
                  <a:srgbClr val="172B3A"/>
                </a:solidFill>
                <a:latin typeface="Arial"/>
                <a:ea typeface="Arial"/>
                <a:cs typeface="Arial"/>
              </a:defRPr>
            </a:pPr>
            <a:r>
              <a:rPr sz="2325" b="1">
                <a:solidFill>
                  <a:srgbClr val="172B3A"/>
                </a:solidFill>
                <a:latin typeface="Arial"/>
                <a:ea typeface="Arial"/>
                <a:cs typeface="Arial"/>
              </a:rPr>
              <a:t>Split 3</a:t>
            </a:r>
          </a:p>
        </p:txBody>
      </p:sp>
      <p:sp>
        <p:nvSpPr>
          <p:cNvPr id="14" name="">
            <a:extLst xmlns:a="http://schemas.openxmlformats.org/drawingml/2006/main">
              <a:ext uri="{FF2B5EF4-FFF2-40B4-BE49-F238E27FC236}">
                <a16:creationId xmlns:a16="http://schemas.microsoft.com/office/drawing/2014/main" id="{49FE828B-17A8-4F1F-8D21-C53D57ABCF86}"/>
              </a:ext>
            </a:extLst>
          </p:cNvPr>
          <p:cNvSpPr>
            <a:spLocks xmlns:a="http://schemas.openxmlformats.org/drawingml/2006/main" noGrp="1"/>
          </p:cNvSpPr>
          <p:nvPr/>
        </p:nvSpPr>
        <p:spPr>
          <a:xfrm xmlns:a="http://schemas.openxmlformats.org/drawingml/2006/main">
            <a:off x="4518338" y="4619625"/>
            <a:ext cx="4092223" cy="953"/>
          </a:xfrm>
          <a:custGeom xmlns:a="http://schemas.openxmlformats.org/drawingml/2006/main">
            <a:pathLst>
              <a:path w="4092223" h="953">
                <a:moveTo>
                  <a:pt x="0" y="0"/>
                </a:moveTo>
                <a:lnTo>
                  <a:pt x="4092223" y="0"/>
                </a:lnTo>
              </a:path>
            </a:pathLst>
          </a:custGeom>
          <a:noFill xmlns:a="http://schemas.openxmlformats.org/drawingml/2006/main"/>
          <a:ln xmlns:a="http://schemas.openxmlformats.org/drawingml/2006/main" w="38100">
            <a:solidFill>
              <a:srgbClr val="175F96"/>
            </a:solidFill>
          </a:ln>
        </p:spPr>
      </p:sp>
      <p:sp>
        <p:nvSpPr>
          <p:cNvPr id="15" name="">
            <a:extLst xmlns:a="http://schemas.openxmlformats.org/drawingml/2006/main">
              <a:ext uri="{FF2B5EF4-FFF2-40B4-BE49-F238E27FC236}">
                <a16:creationId xmlns:a16="http://schemas.microsoft.com/office/drawing/2014/main" id="{4B249E68-0DD9-4EDD-B6E5-39D2A3B3B39F}"/>
              </a:ext>
            </a:extLst>
          </p:cNvPr>
          <p:cNvSpPr>
            <a:spLocks xmlns:a="http://schemas.openxmlformats.org/drawingml/2006/main" noGrp="1"/>
          </p:cNvSpPr>
          <p:nvPr/>
        </p:nvSpPr>
        <p:spPr>
          <a:xfrm xmlns:a="http://schemas.openxmlformats.org/drawingml/2006/main">
            <a:off x="6018742" y="4552950"/>
            <a:ext cx="133350" cy="133350"/>
          </a:xfrm>
          <a:prstGeom xmlns:a="http://schemas.openxmlformats.org/drawingml/2006/main" prst="ellipse">
            <a:avLst/>
          </a:prstGeom>
          <a:solidFill xmlns:a="http://schemas.openxmlformats.org/drawingml/2006/main">
            <a:srgbClr val="175F96"/>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B401D77-F04E-483A-8D0A-0D258B7E4FF3}"/>
              </a:ext>
            </a:extLst>
          </p:cNvPr>
          <p:cNvSpPr>
            <a:spLocks xmlns:a="http://schemas.openxmlformats.org/drawingml/2006/main" noGrp="1"/>
          </p:cNvSpPr>
          <p:nvPr/>
        </p:nvSpPr>
        <p:spPr>
          <a:xfrm xmlns:a="http://schemas.openxmlformats.org/drawingml/2006/main">
            <a:off x="5466292" y="4152900"/>
            <a:ext cx="142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75F96"/>
                </a:solidFill>
                <a:latin typeface="Arial"/>
                <a:ea typeface="Arial"/>
                <a:cs typeface="Arial"/>
              </a:defRPr>
            </a:defPPr>
            <a:lvl1pPr>
              <a:defRPr sz="2025" b="1">
                <a:solidFill>
                  <a:srgbClr val="175F96"/>
                </a:solidFill>
                <a:latin typeface="Arial"/>
                <a:ea typeface="Arial"/>
                <a:cs typeface="Arial"/>
              </a:defRPr>
            </a:lvl1pPr>
            <a:lvl2pPr>
              <a:defRPr sz="2025" b="1">
                <a:solidFill>
                  <a:srgbClr val="175F96"/>
                </a:solidFill>
                <a:latin typeface="Arial"/>
                <a:ea typeface="Arial"/>
                <a:cs typeface="Arial"/>
              </a:defRPr>
            </a:lvl2pPr>
            <a:lvl3pPr>
              <a:defRPr sz="2025" b="1">
                <a:solidFill>
                  <a:srgbClr val="175F96"/>
                </a:solidFill>
                <a:latin typeface="Arial"/>
                <a:ea typeface="Arial"/>
                <a:cs typeface="Arial"/>
              </a:defRPr>
            </a:lvl3pPr>
            <a:lvl4pPr>
              <a:defRPr sz="2025" b="1">
                <a:solidFill>
                  <a:srgbClr val="175F96"/>
                </a:solidFill>
                <a:latin typeface="Arial"/>
                <a:ea typeface="Arial"/>
                <a:cs typeface="Arial"/>
              </a:defRPr>
            </a:lvl4pPr>
            <a:lvl5pPr>
              <a:defRPr sz="2025" b="1">
                <a:solidFill>
                  <a:srgbClr val="175F96"/>
                </a:solidFill>
                <a:latin typeface="Arial"/>
                <a:ea typeface="Arial"/>
                <a:cs typeface="Arial"/>
              </a:defRPr>
            </a:lvl5pPr>
            <a:lvl6pPr>
              <a:defRPr sz="2025" b="1">
                <a:solidFill>
                  <a:srgbClr val="175F96"/>
                </a:solidFill>
                <a:latin typeface="Arial"/>
                <a:ea typeface="Arial"/>
                <a:cs typeface="Arial"/>
              </a:defRPr>
            </a:lvl6pPr>
            <a:lvl7pPr>
              <a:defRPr sz="2025" b="1">
                <a:solidFill>
                  <a:srgbClr val="175F96"/>
                </a:solidFill>
                <a:latin typeface="Arial"/>
                <a:ea typeface="Arial"/>
                <a:cs typeface="Arial"/>
              </a:defRPr>
            </a:lvl7pPr>
            <a:lvl8pPr>
              <a:defRPr sz="2025" b="1">
                <a:solidFill>
                  <a:srgbClr val="175F96"/>
                </a:solidFill>
                <a:latin typeface="Arial"/>
                <a:ea typeface="Arial"/>
                <a:cs typeface="Arial"/>
              </a:defRPr>
            </a:lvl8pPr>
            <a:lvl9pPr>
              <a:defRPr sz="2025" b="1">
                <a:solidFill>
                  <a:srgbClr val="175F96"/>
                </a:solidFill>
                <a:latin typeface="Arial"/>
                <a:ea typeface="Arial"/>
                <a:cs typeface="Arial"/>
              </a:defRPr>
            </a:lvl9pPr>
          </a:lstStyle>
          <a:p xmlns:a="http://schemas.openxmlformats.org/drawingml/2006/main">
            <a:pPr>
              <a:defRPr sz="2025" b="1">
                <a:solidFill>
                  <a:srgbClr val="175F96"/>
                </a:solidFill>
                <a:latin typeface="Arial"/>
                <a:ea typeface="Arial"/>
                <a:cs typeface="Arial"/>
              </a:defRPr>
            </a:pPr>
            <a:r>
              <a:rPr sz="2025" b="1">
                <a:solidFill>
                  <a:srgbClr val="175F96"/>
                </a:solidFill>
                <a:latin typeface="Arial"/>
                <a:ea typeface="Arial"/>
                <a:cs typeface="Arial"/>
              </a:rPr>
              <a:t>-56.7 pp</a:t>
            </a:r>
          </a:p>
        </p:txBody>
      </p:sp>
      <p:sp>
        <p:nvSpPr>
          <p:cNvPr id="17" name="">
            <a:extLst xmlns:a="http://schemas.openxmlformats.org/drawingml/2006/main">
              <a:ext uri="{FF2B5EF4-FFF2-40B4-BE49-F238E27FC236}">
                <a16:creationId xmlns:a16="http://schemas.microsoft.com/office/drawing/2014/main" id="{821016B6-2978-4B25-A4FC-55C5F91A5707}"/>
              </a:ext>
            </a:extLst>
          </p:cNvPr>
          <p:cNvSpPr>
            <a:spLocks xmlns:a="http://schemas.openxmlformats.org/drawingml/2006/main" noGrp="1"/>
          </p:cNvSpPr>
          <p:nvPr/>
        </p:nvSpPr>
        <p:spPr>
          <a:xfrm xmlns:a="http://schemas.openxmlformats.org/drawingml/2006/main">
            <a:off x="3333750" y="5095875"/>
            <a:ext cx="7620000" cy="953"/>
          </a:xfrm>
          <a:custGeom xmlns:a="http://schemas.openxmlformats.org/drawingml/2006/main">
            <a:pathLst>
              <a:path w="7620000" h="953">
                <a:moveTo>
                  <a:pt x="0" y="0"/>
                </a:moveTo>
                <a:lnTo>
                  <a:pt x="7620000" y="0"/>
                </a:lnTo>
              </a:path>
            </a:pathLst>
          </a:custGeom>
          <a:noFill xmlns:a="http://schemas.openxmlformats.org/drawingml/2006/main"/>
          <a:ln xmlns:a="http://schemas.openxmlformats.org/drawingml/2006/main" w="14288">
            <a:solidFill>
              <a:srgbClr val="637E8E"/>
            </a:solidFill>
          </a:ln>
        </p:spPr>
      </p:sp>
      <p:sp>
        <p:nvSpPr>
          <p:cNvPr id="18" name="">
            <a:extLst xmlns:a="http://schemas.openxmlformats.org/drawingml/2006/main">
              <a:ext uri="{FF2B5EF4-FFF2-40B4-BE49-F238E27FC236}">
                <a16:creationId xmlns:a16="http://schemas.microsoft.com/office/drawing/2014/main" id="{81FF3A2B-C40F-4E4B-878A-EB546B9612A9}"/>
              </a:ext>
            </a:extLst>
          </p:cNvPr>
          <p:cNvSpPr>
            <a:spLocks xmlns:a="http://schemas.openxmlformats.org/drawingml/2006/main" noGrp="1"/>
          </p:cNvSpPr>
          <p:nvPr/>
        </p:nvSpPr>
        <p:spPr>
          <a:xfrm xmlns:a="http://schemas.openxmlformats.org/drawingml/2006/main">
            <a:off x="33337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19" name="">
            <a:extLst xmlns:a="http://schemas.openxmlformats.org/drawingml/2006/main">
              <a:ext uri="{FF2B5EF4-FFF2-40B4-BE49-F238E27FC236}">
                <a16:creationId xmlns:a16="http://schemas.microsoft.com/office/drawing/2014/main" id="{86B83D0E-E1DA-49F4-B939-5F4CA44AABEC}"/>
              </a:ext>
            </a:extLst>
          </p:cNvPr>
          <p:cNvSpPr>
            <a:spLocks xmlns:a="http://schemas.openxmlformats.org/drawingml/2006/main" noGrp="1"/>
          </p:cNvSpPr>
          <p:nvPr/>
        </p:nvSpPr>
        <p:spPr>
          <a:xfrm xmlns:a="http://schemas.openxmlformats.org/drawingml/2006/main">
            <a:off x="30289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-100</a:t>
            </a:r>
          </a:p>
        </p:txBody>
      </p:sp>
      <p:sp>
        <p:nvSpPr>
          <p:cNvPr id="20" name="">
            <a:extLst xmlns:a="http://schemas.openxmlformats.org/drawingml/2006/main">
              <a:ext uri="{FF2B5EF4-FFF2-40B4-BE49-F238E27FC236}">
                <a16:creationId xmlns:a16="http://schemas.microsoft.com/office/drawing/2014/main" id="{4748CBFC-8B06-4334-80C9-CDD247AD65A3}"/>
              </a:ext>
            </a:extLst>
          </p:cNvPr>
          <p:cNvSpPr>
            <a:spLocks xmlns:a="http://schemas.openxmlformats.org/drawingml/2006/main" noGrp="1"/>
          </p:cNvSpPr>
          <p:nvPr/>
        </p:nvSpPr>
        <p:spPr>
          <a:xfrm xmlns:a="http://schemas.openxmlformats.org/drawingml/2006/main">
            <a:off x="49212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1" name="">
            <a:extLst xmlns:a="http://schemas.openxmlformats.org/drawingml/2006/main">
              <a:ext uri="{FF2B5EF4-FFF2-40B4-BE49-F238E27FC236}">
                <a16:creationId xmlns:a16="http://schemas.microsoft.com/office/drawing/2014/main" id="{A8ADC8D9-C212-4B66-BA8E-369F8E623399}"/>
              </a:ext>
            </a:extLst>
          </p:cNvPr>
          <p:cNvSpPr>
            <a:spLocks xmlns:a="http://schemas.openxmlformats.org/drawingml/2006/main" noGrp="1"/>
          </p:cNvSpPr>
          <p:nvPr/>
        </p:nvSpPr>
        <p:spPr>
          <a:xfrm xmlns:a="http://schemas.openxmlformats.org/drawingml/2006/main">
            <a:off x="46164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-75</a:t>
            </a:r>
          </a:p>
        </p:txBody>
      </p:sp>
      <p:sp>
        <p:nvSpPr>
          <p:cNvPr id="22" name="">
            <a:extLst xmlns:a="http://schemas.openxmlformats.org/drawingml/2006/main">
              <a:ext uri="{FF2B5EF4-FFF2-40B4-BE49-F238E27FC236}">
                <a16:creationId xmlns:a16="http://schemas.microsoft.com/office/drawing/2014/main" id="{53EB1089-AC49-4BE1-BAB9-E1AB5E8B10CB}"/>
              </a:ext>
            </a:extLst>
          </p:cNvPr>
          <p:cNvSpPr>
            <a:spLocks xmlns:a="http://schemas.openxmlformats.org/drawingml/2006/main" noGrp="1"/>
          </p:cNvSpPr>
          <p:nvPr/>
        </p:nvSpPr>
        <p:spPr>
          <a:xfrm xmlns:a="http://schemas.openxmlformats.org/drawingml/2006/main">
            <a:off x="65087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3" name="">
            <a:extLst xmlns:a="http://schemas.openxmlformats.org/drawingml/2006/main">
              <a:ext uri="{FF2B5EF4-FFF2-40B4-BE49-F238E27FC236}">
                <a16:creationId xmlns:a16="http://schemas.microsoft.com/office/drawing/2014/main" id="{9AA88572-1878-4E76-8F5D-8C9FC3142CDF}"/>
              </a:ext>
            </a:extLst>
          </p:cNvPr>
          <p:cNvSpPr>
            <a:spLocks xmlns:a="http://schemas.openxmlformats.org/drawingml/2006/main" noGrp="1"/>
          </p:cNvSpPr>
          <p:nvPr/>
        </p:nvSpPr>
        <p:spPr>
          <a:xfrm xmlns:a="http://schemas.openxmlformats.org/drawingml/2006/main">
            <a:off x="62039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-50</a:t>
            </a:r>
          </a:p>
        </p:txBody>
      </p:sp>
      <p:sp>
        <p:nvSpPr>
          <p:cNvPr id="24" name="">
            <a:extLst xmlns:a="http://schemas.openxmlformats.org/drawingml/2006/main">
              <a:ext uri="{FF2B5EF4-FFF2-40B4-BE49-F238E27FC236}">
                <a16:creationId xmlns:a16="http://schemas.microsoft.com/office/drawing/2014/main" id="{7E5CFD73-3057-4ED5-9B16-8144B5DE88EB}"/>
              </a:ext>
            </a:extLst>
          </p:cNvPr>
          <p:cNvSpPr>
            <a:spLocks xmlns:a="http://schemas.openxmlformats.org/drawingml/2006/main" noGrp="1"/>
          </p:cNvSpPr>
          <p:nvPr/>
        </p:nvSpPr>
        <p:spPr>
          <a:xfrm xmlns:a="http://schemas.openxmlformats.org/drawingml/2006/main">
            <a:off x="80962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5" name="">
            <a:extLst xmlns:a="http://schemas.openxmlformats.org/drawingml/2006/main">
              <a:ext uri="{FF2B5EF4-FFF2-40B4-BE49-F238E27FC236}">
                <a16:creationId xmlns:a16="http://schemas.microsoft.com/office/drawing/2014/main" id="{9A355765-FE24-4CEF-8106-195F85C43BDB}"/>
              </a:ext>
            </a:extLst>
          </p:cNvPr>
          <p:cNvSpPr>
            <a:spLocks xmlns:a="http://schemas.openxmlformats.org/drawingml/2006/main" noGrp="1"/>
          </p:cNvSpPr>
          <p:nvPr/>
        </p:nvSpPr>
        <p:spPr>
          <a:xfrm xmlns:a="http://schemas.openxmlformats.org/drawingml/2006/main">
            <a:off x="77914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-25</a:t>
            </a:r>
          </a:p>
        </p:txBody>
      </p:sp>
      <p:sp>
        <p:nvSpPr>
          <p:cNvPr id="26" name="">
            <a:extLst xmlns:a="http://schemas.openxmlformats.org/drawingml/2006/main">
              <a:ext uri="{FF2B5EF4-FFF2-40B4-BE49-F238E27FC236}">
                <a16:creationId xmlns:a16="http://schemas.microsoft.com/office/drawing/2014/main" id="{A8247ECF-BFB5-405D-906F-3C6B5CE317B4}"/>
              </a:ext>
            </a:extLst>
          </p:cNvPr>
          <p:cNvSpPr>
            <a:spLocks xmlns:a="http://schemas.openxmlformats.org/drawingml/2006/main" noGrp="1"/>
          </p:cNvSpPr>
          <p:nvPr/>
        </p:nvSpPr>
        <p:spPr>
          <a:xfrm xmlns:a="http://schemas.openxmlformats.org/drawingml/2006/main">
            <a:off x="96837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7" name="">
            <a:extLst xmlns:a="http://schemas.openxmlformats.org/drawingml/2006/main">
              <a:ext uri="{FF2B5EF4-FFF2-40B4-BE49-F238E27FC236}">
                <a16:creationId xmlns:a16="http://schemas.microsoft.com/office/drawing/2014/main" id="{14AC11DF-0E3C-43AE-9406-E993195C8094}"/>
              </a:ext>
            </a:extLst>
          </p:cNvPr>
          <p:cNvSpPr>
            <a:spLocks xmlns:a="http://schemas.openxmlformats.org/drawingml/2006/main" noGrp="1"/>
          </p:cNvSpPr>
          <p:nvPr/>
        </p:nvSpPr>
        <p:spPr>
          <a:xfrm xmlns:a="http://schemas.openxmlformats.org/drawingml/2006/main">
            <a:off x="93789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0</a:t>
            </a:r>
          </a:p>
        </p:txBody>
      </p:sp>
      <p:sp>
        <p:nvSpPr>
          <p:cNvPr id="28" name="">
            <a:extLst xmlns:a="http://schemas.openxmlformats.org/drawingml/2006/main">
              <a:ext uri="{FF2B5EF4-FFF2-40B4-BE49-F238E27FC236}">
                <a16:creationId xmlns:a16="http://schemas.microsoft.com/office/drawing/2014/main" id="{9F66F91F-449F-4BFA-AC35-BC3B9E4FBE35}"/>
              </a:ext>
            </a:extLst>
          </p:cNvPr>
          <p:cNvSpPr>
            <a:spLocks xmlns:a="http://schemas.openxmlformats.org/drawingml/2006/main" noGrp="1"/>
          </p:cNvSpPr>
          <p:nvPr/>
        </p:nvSpPr>
        <p:spPr>
          <a:xfrm xmlns:a="http://schemas.openxmlformats.org/drawingml/2006/main">
            <a:off x="10953750" y="50958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9525">
            <a:solidFill>
              <a:srgbClr val="637E8E"/>
            </a:solidFill>
          </a:ln>
        </p:spPr>
      </p:sp>
      <p:sp>
        <p:nvSpPr>
          <p:cNvPr id="29" name="">
            <a:extLst xmlns:a="http://schemas.openxmlformats.org/drawingml/2006/main">
              <a:ext uri="{FF2B5EF4-FFF2-40B4-BE49-F238E27FC236}">
                <a16:creationId xmlns:a16="http://schemas.microsoft.com/office/drawing/2014/main" id="{29292404-200F-4C16-89F6-1361EBA94145}"/>
              </a:ext>
            </a:extLst>
          </p:cNvPr>
          <p:cNvSpPr>
            <a:spLocks xmlns:a="http://schemas.openxmlformats.org/drawingml/2006/main" noGrp="1"/>
          </p:cNvSpPr>
          <p:nvPr/>
        </p:nvSpPr>
        <p:spPr>
          <a:xfrm xmlns:a="http://schemas.openxmlformats.org/drawingml/2006/main">
            <a:off x="10648950" y="5248275"/>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lgn="ctr">
              <a:defRPr sz="1725">
                <a:solidFill>
                  <a:srgbClr val="172B3A"/>
                </a:solidFill>
                <a:latin typeface="Arial"/>
                <a:ea typeface="Arial"/>
                <a:cs typeface="Arial"/>
              </a:defRPr>
            </a:defPPr>
            <a:lvl1pPr algn="ctr">
              <a:defRPr sz="1725">
                <a:solidFill>
                  <a:srgbClr val="172B3A"/>
                </a:solidFill>
                <a:latin typeface="Arial"/>
                <a:ea typeface="Arial"/>
                <a:cs typeface="Arial"/>
              </a:defRPr>
            </a:lvl1pPr>
            <a:lvl2pPr algn="ctr">
              <a:defRPr sz="1725">
                <a:solidFill>
                  <a:srgbClr val="172B3A"/>
                </a:solidFill>
                <a:latin typeface="Arial"/>
                <a:ea typeface="Arial"/>
                <a:cs typeface="Arial"/>
              </a:defRPr>
            </a:lvl2pPr>
            <a:lvl3pPr algn="ctr">
              <a:defRPr sz="1725">
                <a:solidFill>
                  <a:srgbClr val="172B3A"/>
                </a:solidFill>
                <a:latin typeface="Arial"/>
                <a:ea typeface="Arial"/>
                <a:cs typeface="Arial"/>
              </a:defRPr>
            </a:lvl3pPr>
            <a:lvl4pPr algn="ctr">
              <a:defRPr sz="1725">
                <a:solidFill>
                  <a:srgbClr val="172B3A"/>
                </a:solidFill>
                <a:latin typeface="Arial"/>
                <a:ea typeface="Arial"/>
                <a:cs typeface="Arial"/>
              </a:defRPr>
            </a:lvl4pPr>
            <a:lvl5pPr algn="ctr">
              <a:defRPr sz="1725">
                <a:solidFill>
                  <a:srgbClr val="172B3A"/>
                </a:solidFill>
                <a:latin typeface="Arial"/>
                <a:ea typeface="Arial"/>
                <a:cs typeface="Arial"/>
              </a:defRPr>
            </a:lvl5pPr>
            <a:lvl6pPr algn="ctr">
              <a:defRPr sz="1725">
                <a:solidFill>
                  <a:srgbClr val="172B3A"/>
                </a:solidFill>
                <a:latin typeface="Arial"/>
                <a:ea typeface="Arial"/>
                <a:cs typeface="Arial"/>
              </a:defRPr>
            </a:lvl6pPr>
            <a:lvl7pPr algn="ctr">
              <a:defRPr sz="1725">
                <a:solidFill>
                  <a:srgbClr val="172B3A"/>
                </a:solidFill>
                <a:latin typeface="Arial"/>
                <a:ea typeface="Arial"/>
                <a:cs typeface="Arial"/>
              </a:defRPr>
            </a:lvl7pPr>
            <a:lvl8pPr algn="ctr">
              <a:defRPr sz="1725">
                <a:solidFill>
                  <a:srgbClr val="172B3A"/>
                </a:solidFill>
                <a:latin typeface="Arial"/>
                <a:ea typeface="Arial"/>
                <a:cs typeface="Arial"/>
              </a:defRPr>
            </a:lvl8pPr>
            <a:lvl9pPr algn="ctr">
              <a:defRPr sz="1725">
                <a:solidFill>
                  <a:srgbClr val="172B3A"/>
                </a:solidFill>
                <a:latin typeface="Arial"/>
                <a:ea typeface="Arial"/>
                <a:cs typeface="Arial"/>
              </a:defRPr>
            </a:lvl9pPr>
          </a:lstStyle>
          <a:p xmlns:a="http://schemas.openxmlformats.org/drawingml/2006/main">
            <a:pPr algn="ctr">
              <a:defRPr sz="1725">
                <a:solidFill>
                  <a:srgbClr val="172B3A"/>
                </a:solidFill>
                <a:latin typeface="Arial"/>
                <a:ea typeface="Arial"/>
                <a:cs typeface="Arial"/>
              </a:defRPr>
            </a:pPr>
            <a:r>
              <a:rPr sz="1725">
                <a:solidFill>
                  <a:srgbClr val="172B3A"/>
                </a:solidFill>
                <a:latin typeface="Arial"/>
                <a:ea typeface="Arial"/>
                <a:cs typeface="Arial"/>
              </a:rPr>
              <a:t>20</a:t>
            </a:r>
          </a:p>
        </p:txBody>
      </p:sp>
      <p:sp>
        <p:nvSpPr>
          <p:cNvPr id="30" name="">
            <a:extLst xmlns:a="http://schemas.openxmlformats.org/drawingml/2006/main">
              <a:ext uri="{FF2B5EF4-FFF2-40B4-BE49-F238E27FC236}">
                <a16:creationId xmlns:a16="http://schemas.microsoft.com/office/drawing/2014/main" id="{9E35CDA8-E92C-4B92-9333-9EF3D3AF2B46}"/>
              </a:ext>
            </a:extLst>
          </p:cNvPr>
          <p:cNvSpPr>
            <a:spLocks xmlns:a="http://schemas.openxmlformats.org/drawingml/2006/main" noGrp="1"/>
          </p:cNvSpPr>
          <p:nvPr/>
        </p:nvSpPr>
        <p:spPr>
          <a:xfrm xmlns:a="http://schemas.openxmlformats.org/drawingml/2006/main">
            <a:off x="666750" y="572452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175F96"/>
                </a:solidFill>
                <a:latin typeface="Arial"/>
                <a:ea typeface="Arial"/>
                <a:cs typeface="Arial"/>
              </a:defRPr>
            </a:defPPr>
            <a:lvl1pPr>
              <a:defRPr sz="2250" b="1">
                <a:solidFill>
                  <a:srgbClr val="175F96"/>
                </a:solidFill>
                <a:latin typeface="Arial"/>
                <a:ea typeface="Arial"/>
                <a:cs typeface="Arial"/>
              </a:defRPr>
            </a:lvl1pPr>
            <a:lvl2pPr>
              <a:defRPr sz="2250" b="1">
                <a:solidFill>
                  <a:srgbClr val="175F96"/>
                </a:solidFill>
                <a:latin typeface="Arial"/>
                <a:ea typeface="Arial"/>
                <a:cs typeface="Arial"/>
              </a:defRPr>
            </a:lvl2pPr>
            <a:lvl3pPr>
              <a:defRPr sz="2250" b="1">
                <a:solidFill>
                  <a:srgbClr val="175F96"/>
                </a:solidFill>
                <a:latin typeface="Arial"/>
                <a:ea typeface="Arial"/>
                <a:cs typeface="Arial"/>
              </a:defRPr>
            </a:lvl3pPr>
            <a:lvl4pPr>
              <a:defRPr sz="2250" b="1">
                <a:solidFill>
                  <a:srgbClr val="175F96"/>
                </a:solidFill>
                <a:latin typeface="Arial"/>
                <a:ea typeface="Arial"/>
                <a:cs typeface="Arial"/>
              </a:defRPr>
            </a:lvl4pPr>
            <a:lvl5pPr>
              <a:defRPr sz="2250" b="1">
                <a:solidFill>
                  <a:srgbClr val="175F96"/>
                </a:solidFill>
                <a:latin typeface="Arial"/>
                <a:ea typeface="Arial"/>
                <a:cs typeface="Arial"/>
              </a:defRPr>
            </a:lvl5pPr>
            <a:lvl6pPr>
              <a:defRPr sz="2250" b="1">
                <a:solidFill>
                  <a:srgbClr val="175F96"/>
                </a:solidFill>
                <a:latin typeface="Arial"/>
                <a:ea typeface="Arial"/>
                <a:cs typeface="Arial"/>
              </a:defRPr>
            </a:lvl6pPr>
            <a:lvl7pPr>
              <a:defRPr sz="2250" b="1">
                <a:solidFill>
                  <a:srgbClr val="175F96"/>
                </a:solidFill>
                <a:latin typeface="Arial"/>
                <a:ea typeface="Arial"/>
                <a:cs typeface="Arial"/>
              </a:defRPr>
            </a:lvl7pPr>
            <a:lvl8pPr>
              <a:defRPr sz="2250" b="1">
                <a:solidFill>
                  <a:srgbClr val="175F96"/>
                </a:solidFill>
                <a:latin typeface="Arial"/>
                <a:ea typeface="Arial"/>
                <a:cs typeface="Arial"/>
              </a:defRPr>
            </a:lvl8pPr>
            <a:lvl9pPr>
              <a:defRPr sz="2250" b="1">
                <a:solidFill>
                  <a:srgbClr val="175F96"/>
                </a:solidFill>
                <a:latin typeface="Arial"/>
                <a:ea typeface="Arial"/>
                <a:cs typeface="Arial"/>
              </a:defRPr>
            </a:lvl9pPr>
          </a:lstStyle>
          <a:p xmlns:a="http://schemas.openxmlformats.org/drawingml/2006/main">
            <a:pPr>
              <a:defRPr sz="2250" b="1">
                <a:solidFill>
                  <a:srgbClr val="175F96"/>
                </a:solidFill>
                <a:latin typeface="Arial"/>
                <a:ea typeface="Arial"/>
                <a:cs typeface="Arial"/>
              </a:defRPr>
            </a:pPr>
            <a:r>
              <a:rPr sz="2250" b="1">
                <a:solidFill>
                  <a:srgbClr val="175F96"/>
                </a:solidFill>
                <a:latin typeface="Arial"/>
                <a:ea typeface="Arial"/>
                <a:cs typeface="Arial"/>
              </a:rPr>
              <a:t>Negative differences favour one long run.</a:t>
            </a:r>
          </a:p>
        </p:txBody>
      </p:sp>
      <p:sp>
        <p:nvSpPr>
          <p:cNvPr id="31" name="">
            <a:extLst xmlns:a="http://schemas.openxmlformats.org/drawingml/2006/main">
              <a:ext uri="{FF2B5EF4-FFF2-40B4-BE49-F238E27FC236}">
                <a16:creationId xmlns:a16="http://schemas.microsoft.com/office/drawing/2014/main" id="{09DCAB17-E5B9-497B-99B0-66EA3AF2CC4C}"/>
              </a:ext>
            </a:extLst>
          </p:cNvPr>
          <p:cNvSpPr>
            <a:spLocks xmlns:a="http://schemas.openxmlformats.org/drawingml/2006/main" noGrp="1"/>
          </p:cNvSpPr>
          <p:nvPr/>
        </p:nvSpPr>
        <p:spPr>
          <a:xfrm xmlns:a="http://schemas.openxmlformats.org/drawingml/2006/main">
            <a:off x="666750" y="6143625"/>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a:solidFill>
                  <a:srgbClr val="172B3A"/>
                </a:solidFill>
                <a:latin typeface="Arial"/>
                <a:ea typeface="Arial"/>
                <a:cs typeface="Arial"/>
              </a:defRPr>
            </a:defPPr>
            <a:lvl1pPr>
              <a:defRPr sz="1725">
                <a:solidFill>
                  <a:srgbClr val="172B3A"/>
                </a:solidFill>
                <a:latin typeface="Arial"/>
                <a:ea typeface="Arial"/>
                <a:cs typeface="Arial"/>
              </a:defRPr>
            </a:lvl1pPr>
            <a:lvl2pPr>
              <a:defRPr sz="1725">
                <a:solidFill>
                  <a:srgbClr val="172B3A"/>
                </a:solidFill>
                <a:latin typeface="Arial"/>
                <a:ea typeface="Arial"/>
                <a:cs typeface="Arial"/>
              </a:defRPr>
            </a:lvl2pPr>
            <a:lvl3pPr>
              <a:defRPr sz="1725">
                <a:solidFill>
                  <a:srgbClr val="172B3A"/>
                </a:solidFill>
                <a:latin typeface="Arial"/>
                <a:ea typeface="Arial"/>
                <a:cs typeface="Arial"/>
              </a:defRPr>
            </a:lvl3pPr>
            <a:lvl4pPr>
              <a:defRPr sz="1725">
                <a:solidFill>
                  <a:srgbClr val="172B3A"/>
                </a:solidFill>
                <a:latin typeface="Arial"/>
                <a:ea typeface="Arial"/>
                <a:cs typeface="Arial"/>
              </a:defRPr>
            </a:lvl4pPr>
            <a:lvl5pPr>
              <a:defRPr sz="1725">
                <a:solidFill>
                  <a:srgbClr val="172B3A"/>
                </a:solidFill>
                <a:latin typeface="Arial"/>
                <a:ea typeface="Arial"/>
                <a:cs typeface="Arial"/>
              </a:defRPr>
            </a:lvl5pPr>
            <a:lvl6pPr>
              <a:defRPr sz="1725">
                <a:solidFill>
                  <a:srgbClr val="172B3A"/>
                </a:solidFill>
                <a:latin typeface="Arial"/>
                <a:ea typeface="Arial"/>
                <a:cs typeface="Arial"/>
              </a:defRPr>
            </a:lvl6pPr>
            <a:lvl7pPr>
              <a:defRPr sz="1725">
                <a:solidFill>
                  <a:srgbClr val="172B3A"/>
                </a:solidFill>
                <a:latin typeface="Arial"/>
                <a:ea typeface="Arial"/>
                <a:cs typeface="Arial"/>
              </a:defRPr>
            </a:lvl7pPr>
            <a:lvl8pPr>
              <a:defRPr sz="1725">
                <a:solidFill>
                  <a:srgbClr val="172B3A"/>
                </a:solidFill>
                <a:latin typeface="Arial"/>
                <a:ea typeface="Arial"/>
                <a:cs typeface="Arial"/>
              </a:defRPr>
            </a:lvl8pPr>
            <a:lvl9pPr>
              <a:defRPr sz="1725">
                <a:solidFill>
                  <a:srgbClr val="172B3A"/>
                </a:solidFill>
                <a:latin typeface="Arial"/>
                <a:ea typeface="Arial"/>
                <a:cs typeface="Arial"/>
              </a:defRPr>
            </a:lvl9pPr>
          </a:lstStyle>
          <a:p xmlns:a="http://schemas.openxmlformats.org/drawingml/2006/main">
            <a:pPr>
              <a:defRPr sz="1725">
                <a:solidFill>
                  <a:srgbClr val="172B3A"/>
                </a:solidFill>
                <a:latin typeface="Arial"/>
                <a:ea typeface="Arial"/>
                <a:cs typeface="Arial"/>
              </a:defRPr>
            </a:pPr>
            <a:r>
              <a:rPr sz="1725">
                <a:solidFill>
                  <a:srgbClr val="172B3A"/>
                </a:solidFill>
                <a:latin typeface="Arial"/>
                <a:ea typeface="Arial"/>
                <a:cs typeface="Arial"/>
              </a:rPr>
              <a:t>Conservative pointwise 95% intervals. Two-run comparisons remain inconclusive.</a:t>
            </a:r>
          </a:p>
        </p:txBody>
      </p:sp>
    </p:spTree>
    <p:extLst>
      <p:ext uri="{BB962C8B-B14F-4D97-AF65-F5344CB8AC3E}">
        <p14:creationId xmlns:p14="http://schemas.microsoft.com/office/powerpoint/2010/main" val="4957090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2026-10-22T13:22:59.8830000Z</dcterms:created>
  <dcterms:modified xsi:type="dcterms:W3CDTF">2026-10-22T13:22:59.8830000Z</dcterms:modified>
</coreProperties>
</file>